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risk by doing</a:t>
            </a:r>
          </a:p>
          <a:p>
            <a:r>
              <a:t>The ventures approach is about tackling complex problems by testing bold, high-potential ideas through small, fast, and focused experiments, with a willingness to pivot or scale based on what’s learned</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Using GenAI to enable de-risking</a:t>
            </a:r>
          </a:p>
          <a:p>
            <a:r>
              <a:t>Emphasise that LEARNING is at the heart of the ventures approach</a:t>
            </a:r>
          </a:p>
          <a:p>
            <a:r>
              <a:t>Brendan spoke about system probes, this is an excellent example of the attitude we take. We don’t ignore the governance, we engage with it when its appropriate use of time and effort.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can’t influence the cost of courts, </a:t>
            </a:r>
          </a:p>
          <a:p>
            <a:r>
              <a:t>can make the merits and trade-offs of the options easier to understand, helping business owners to make informed decisions about protecting their IP. </a:t>
            </a:r>
          </a:p>
          <a:p>
            <a:r>
              <a:t>We’re trying to understand how we can make the platform a known and useful source of impartial information for Australian IP protection</a:t>
            </a:r>
          </a:p>
          <a:p>
            <a:r>
              <a:t>The information will cover information like ‘what does infringement look like’ and the preventative options available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 warning, Octavius doesn’t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developed 5 comms strategies and their content in 2 days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proved a long time ago that AI can help with content writing. We wanted to see how much further we could push. Using AI to create a rules-based system (more conducive to scale).</a:t>
            </a:r>
          </a:p>
          <a:p>
            <a:r>
              <a:t>The content we create needs to adhere to a lot of rules. An LLM can’t manage all of that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and test a few rules to see if it can work</a:t>
            </a:r>
          </a:p>
          <a:p>
            <a:r>
              <a:t>Test if usable rules can be programmatically created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"rule_detail": “Organise content with a clear structure using section headings. Clearly describe the topics or the following section in the headings.",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Steward Dashboard is a three-part automated pipeline. (1) A curated set of government and private-sector AI policy pages is monitored. (2) main.py scrapes each page with Selenium-stealth, extracts the content and computes an MD5 hash, comparing it to the stored hash to detect changes. (3) When a page changes, the old and new content are sent to Google Gemini 2.5 Flash, which returns a plain-language summary, a markdown analysis and a priority rating (critical/high/medium/low), saved as JSON. (4) A React single-page app reads the data and publishes a searchable dashboard grouped by category with detail pages, change history and priority badges. The whole thing is orchestrated by GitHub Actions daily: run scraper, commit new snapshots/analyses, rebuild the React app and deploy to GitHub Pages. Unchanged pages never call the LLM, keeping cost low.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of this, we have to assume that any change could impact any piece of content on our site. </a:t>
            </a:r>
          </a:p>
          <a:p>
            <a:r>
              <a:t>Unlike the AI Steward Dashboard which only explains a change’s significance in respect to the individual document, Tripwire explains the significance of a change against a corpus of impacted documents.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Vocabulary slide — 'influencers' are upstream sources (legislation register, agency pages, news feeds); 'the influenced' is our own site, mirrored into a small database. Two operability points for the audience: the watch-list is a one-row-per-source spreadsheet any content owner can edit, and everything lives in version control, so the system's entire memory is inspectable and auditable. Swap these two lists and the same machine watches a completely different domain.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We’ll talk more about semantics and what an embedding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Even though crocodile isn’t pictured here, we can infer roughly were it might sit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experience</a:t>
            </a:r>
            <a:br/>
            <a:r>
              <a:t>You ask a question and an LLM generates a response using the data it was trained on.</a:t>
            </a:r>
            <a:br/>
            <a:br/>
            <a:r>
              <a:t>RAG</a:t>
            </a:r>
          </a:p>
          <a:p>
            <a:r>
              <a:t>Searches database (often industry specific) before generating a response. [Think of giving copilot a document in addition to prompt]</a:t>
            </a:r>
          </a:p>
          <a:p/>
          <a:p>
            <a:r>
              <a:t>Knowledge Graph</a:t>
            </a:r>
          </a:p>
          <a:p>
            <a:r>
              <a:t>This helps computers understand meaning, not just match keywords.</a:t>
            </a:r>
          </a:p>
          <a:p>
            <a:r>
              <a:t>For example:</a:t>
            </a:r>
          </a:p>
          <a:p>
            <a:r>
              <a:t>Einstein → discovered → Theory of Relativity</a:t>
            </a:r>
          </a:p>
          <a:p>
            <a:r>
              <a:t>Theory of Relativity → is part of → Physics</a:t>
            </a:r>
          </a:p>
          <a:p/>
          <a:p>
            <a:r>
              <a:t>GraphRAG POC</a:t>
            </a:r>
          </a:p>
          <a:p>
            <a:r>
              <a:t>A vector database (used in traditional RAG) turns chunks of text into numbers so the AI can find similar ones. Useful, but it can miss the bigger picture—like how different ideas are linked. </a:t>
            </a:r>
          </a:p>
          <a:p>
            <a:r>
              <a:t>Spoken with people from DTG and will continue to work with them closely as we spin up a PoC (using their new streamlined process) in the coming weeks.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Demonstrating semantic similarity of variability around pricing of professional services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 output as a structured JSON code snippet so the system can extract known fields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system's entire output is one email — and silence on quiet days is deliberate: no alert theatre, no inbox training people to ignore it. Three sections: firm recommendations with evidence; the UNCERTAIN pile for human judgement; and near-misses, so a too-aggressive filter is as visible as a false alarm. The four feedback buttons are pre-addressed replies. A scheduled job reads that mailbox and files each reply as structured data. Each button diagnoses a different organ: 'wrong page' means retrieval erred, 'wrong amendment' means the judgement erred, 'not significant' means thresholds are too twitchy. That's what makes tuning evidence-based rather than vibes-based. And the human stays load-bearing: every change to the website is made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accounting. One person, not from a software background, working with an AI pair-programmer (Claude Code) in part-time hours over weeks. The tooling collapsed the cost of building; it did not remove the need to think — the design document preceded the code, and the tests, runbooks, logging and health alerts are what make it an engineered system rather than a script. Standing costs: effectively zero infrastructure (scheduled free compute, open-source models) and cents a day of AI spend. Bridge to the talk's closing theme: building at this speed is now the easy part — the organisational work of deploying is where the effort really goes.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assisted coding is so good that we can build systems which need very little rework to become enterprise aligned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1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1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1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1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1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1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4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