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4.xml" ContentType="application/vnd.openxmlformats-officedocument.theme+xml"/>
  <Override PartName="/ppt/slideLayouts/slideLayout67.xml" ContentType="application/vnd.openxmlformats-officedocument.presentationml.slideLayout+xml"/>
  <Override PartName="/ppt/theme/theme5.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660" r:id="rId6"/>
    <p:sldMasterId id="2147483677" r:id="rId7"/>
    <p:sldMasterId id="2147483697" r:id="rId8"/>
    <p:sldMasterId id="2147483818" r:id="rId9"/>
    <p:sldMasterId id="2147483821" r:id="rId10"/>
  </p:sldMasterIdLst>
  <p:notesMasterIdLst>
    <p:notesMasterId r:id="rId56"/>
  </p:notesMasterIdLst>
  <p:sldIdLst>
    <p:sldId id="256" r:id="rId11"/>
    <p:sldId id="258" r:id="rId12"/>
    <p:sldId id="259" r:id="rId13"/>
    <p:sldId id="1054" r:id="rId14"/>
    <p:sldId id="2147483575" r:id="rId15"/>
    <p:sldId id="642" r:id="rId16"/>
    <p:sldId id="2147483064" r:id="rId17"/>
    <p:sldId id="262" r:id="rId18"/>
    <p:sldId id="264" r:id="rId19"/>
    <p:sldId id="2147483573" r:id="rId20"/>
    <p:sldId id="1080" r:id="rId21"/>
    <p:sldId id="2147483538" r:id="rId22"/>
    <p:sldId id="2147483349" r:id="rId23"/>
    <p:sldId id="2147483350" r:id="rId24"/>
    <p:sldId id="2147483537" r:id="rId25"/>
    <p:sldId id="479" r:id="rId26"/>
    <p:sldId id="273" r:id="rId27"/>
    <p:sldId id="2147483550" r:id="rId28"/>
    <p:sldId id="2147483574" r:id="rId29"/>
    <p:sldId id="2147483586" r:id="rId30"/>
    <p:sldId id="2147483588" r:id="rId31"/>
    <p:sldId id="2147483583" r:id="rId32"/>
    <p:sldId id="2147483584" r:id="rId33"/>
    <p:sldId id="2147483585" r:id="rId34"/>
    <p:sldId id="2147483557" r:id="rId35"/>
    <p:sldId id="2147483580" r:id="rId36"/>
    <p:sldId id="284" r:id="rId37"/>
    <p:sldId id="285" r:id="rId38"/>
    <p:sldId id="287" r:id="rId39"/>
    <p:sldId id="2147483587" r:id="rId40"/>
    <p:sldId id="2147483589" r:id="rId41"/>
    <p:sldId id="2147483308" r:id="rId42"/>
    <p:sldId id="2147483386" r:id="rId43"/>
    <p:sldId id="2147483385" r:id="rId44"/>
    <p:sldId id="2147483383" r:id="rId45"/>
    <p:sldId id="2147483590" r:id="rId46"/>
    <p:sldId id="271" r:id="rId47"/>
    <p:sldId id="2147483579" r:id="rId48"/>
    <p:sldId id="2147483577" r:id="rId49"/>
    <p:sldId id="2147483591" r:id="rId50"/>
    <p:sldId id="274" r:id="rId51"/>
    <p:sldId id="2147483571" r:id="rId52"/>
    <p:sldId id="2147483592" r:id="rId53"/>
    <p:sldId id="2147483569" r:id="rId54"/>
    <p:sldId id="2147483568"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0E0D"/>
    <a:srgbClr val="6F68C7"/>
    <a:srgbClr val="FCFBF8"/>
    <a:srgbClr val="F5F6F1"/>
    <a:srgbClr val="9EA1A6"/>
    <a:srgbClr val="D6DC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6FC18D-A9AA-4E19-A31E-563F3CE0E17B}" v="66" dt="2026-07-23T18:55:27.6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8" autoAdjust="0"/>
    <p:restoredTop sz="82135" autoAdjust="0"/>
  </p:normalViewPr>
  <p:slideViewPr>
    <p:cSldViewPr snapToGrid="0">
      <p:cViewPr varScale="1">
        <p:scale>
          <a:sx n="91" d="100"/>
          <a:sy n="91" d="100"/>
        </p:scale>
        <p:origin x="7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viewProps" Target="viewProps.xml"/><Relationship Id="rId5" Type="http://schemas.openxmlformats.org/officeDocument/2006/relationships/slideMaster" Target="slideMasters/slideMaster1.xml"/><Relationship Id="rId61" Type="http://schemas.microsoft.com/office/2015/10/relationships/revisionInfo" Target="revisionInfo.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notesMaster" Target="notesMasters/notesMaster1.xml"/><Relationship Id="rId8" Type="http://schemas.openxmlformats.org/officeDocument/2006/relationships/slideMaster" Target="slideMasters/slideMaster4.xml"/><Relationship Id="rId51" Type="http://schemas.openxmlformats.org/officeDocument/2006/relationships/slide" Target="slides/slide4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theme" Target="theme/theme1.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presProps" Target="presProps.xml"/><Relationship Id="rId10" Type="http://schemas.openxmlformats.org/officeDocument/2006/relationships/slideMaster" Target="slideMasters/slideMaster6.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Master" Target="slideMasters/slideMaster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289944802775609E-3"/>
          <c:y val="3.1238602532676279E-2"/>
          <c:w val="0.49092711187347948"/>
          <c:h val="0.96876099446475961"/>
        </c:manualLayout>
      </c:layout>
      <c:pieChart>
        <c:varyColors val="1"/>
        <c:ser>
          <c:idx val="0"/>
          <c:order val="0"/>
          <c:tx>
            <c:strRef>
              <c:f>Sheet1!$B$1</c:f>
              <c:strCache>
                <c:ptCount val="1"/>
                <c:pt idx="0">
                  <c:v>Sales</c:v>
                </c:pt>
              </c:strCache>
            </c:strRef>
          </c:tx>
          <c:dPt>
            <c:idx val="0"/>
            <c:bubble3D val="0"/>
            <c:spPr>
              <a:solidFill>
                <a:schemeClr val="accent1"/>
              </a:solidFill>
            </c:spPr>
            <c:extLst>
              <c:ext xmlns:c16="http://schemas.microsoft.com/office/drawing/2014/chart" uri="{C3380CC4-5D6E-409C-BE32-E72D297353CC}">
                <c16:uniqueId val="{00000001-AB34-4D8C-86F0-2EEB3E692326}"/>
              </c:ext>
            </c:extLst>
          </c:dPt>
          <c:dPt>
            <c:idx val="1"/>
            <c:bubble3D val="0"/>
            <c:spPr>
              <a:solidFill>
                <a:schemeClr val="accent2"/>
              </a:solidFill>
            </c:spPr>
            <c:extLst>
              <c:ext xmlns:c16="http://schemas.microsoft.com/office/drawing/2014/chart" uri="{C3380CC4-5D6E-409C-BE32-E72D297353CC}">
                <c16:uniqueId val="{00000003-AB34-4D8C-86F0-2EEB3E692326}"/>
              </c:ext>
            </c:extLst>
          </c:dPt>
          <c:dPt>
            <c:idx val="2"/>
            <c:bubble3D val="0"/>
            <c:spPr>
              <a:solidFill>
                <a:schemeClr val="accent3"/>
              </a:solidFill>
            </c:spPr>
            <c:extLst>
              <c:ext xmlns:c16="http://schemas.microsoft.com/office/drawing/2014/chart" uri="{C3380CC4-5D6E-409C-BE32-E72D297353CC}">
                <c16:uniqueId val="{00000005-AB34-4D8C-86F0-2EEB3E692326}"/>
              </c:ext>
            </c:extLst>
          </c:dPt>
          <c:dPt>
            <c:idx val="3"/>
            <c:bubble3D val="0"/>
            <c:spPr>
              <a:solidFill>
                <a:schemeClr val="accent4"/>
              </a:solidFill>
            </c:spPr>
            <c:extLst>
              <c:ext xmlns:c16="http://schemas.microsoft.com/office/drawing/2014/chart" uri="{C3380CC4-5D6E-409C-BE32-E72D297353CC}">
                <c16:uniqueId val="{00000007-AB34-4D8C-86F0-2EEB3E692326}"/>
              </c:ext>
            </c:extLst>
          </c:dPt>
          <c:dPt>
            <c:idx val="4"/>
            <c:bubble3D val="0"/>
            <c:spPr>
              <a:solidFill>
                <a:schemeClr val="accent5"/>
              </a:solidFill>
            </c:spPr>
            <c:extLst>
              <c:ext xmlns:c16="http://schemas.microsoft.com/office/drawing/2014/chart" uri="{C3380CC4-5D6E-409C-BE32-E72D297353CC}">
                <c16:uniqueId val="{00000009-AB34-4D8C-86F0-2EEB3E692326}"/>
              </c:ext>
            </c:extLst>
          </c:dPt>
          <c:dPt>
            <c:idx val="5"/>
            <c:bubble3D val="0"/>
            <c:spPr>
              <a:solidFill>
                <a:schemeClr val="accent6"/>
              </a:solidFill>
            </c:spPr>
            <c:extLst>
              <c:ext xmlns:c16="http://schemas.microsoft.com/office/drawing/2014/chart" uri="{C3380CC4-5D6E-409C-BE32-E72D297353CC}">
                <c16:uniqueId val="{0000000B-AB34-4D8C-86F0-2EEB3E692326}"/>
              </c:ext>
            </c:extLst>
          </c:dPt>
          <c:cat>
            <c:strRef>
              <c:f>Sheet1!$A$2:$A$7</c:f>
              <c:strCache>
                <c:ptCount val="6"/>
                <c:pt idx="0">
                  <c:v>item 1</c:v>
                </c:pt>
                <c:pt idx="1">
                  <c:v>Item 2</c:v>
                </c:pt>
                <c:pt idx="2">
                  <c:v>Item 3</c:v>
                </c:pt>
                <c:pt idx="3">
                  <c:v>Item 4</c:v>
                </c:pt>
                <c:pt idx="4">
                  <c:v>Item 5</c:v>
                </c:pt>
                <c:pt idx="5">
                  <c:v>Item 6</c:v>
                </c:pt>
              </c:strCache>
            </c:strRef>
          </c:cat>
          <c:val>
            <c:numRef>
              <c:f>Sheet1!$B$2:$B$7</c:f>
              <c:numCache>
                <c:formatCode>General</c:formatCode>
                <c:ptCount val="6"/>
                <c:pt idx="0">
                  <c:v>8.1999999999999993</c:v>
                </c:pt>
                <c:pt idx="1">
                  <c:v>3.2</c:v>
                </c:pt>
                <c:pt idx="2">
                  <c:v>1.4</c:v>
                </c:pt>
                <c:pt idx="3">
                  <c:v>1.2</c:v>
                </c:pt>
                <c:pt idx="4">
                  <c:v>4</c:v>
                </c:pt>
                <c:pt idx="5">
                  <c:v>3</c:v>
                </c:pt>
              </c:numCache>
            </c:numRef>
          </c:val>
          <c:extLst>
            <c:ext xmlns:c16="http://schemas.microsoft.com/office/drawing/2014/chart" uri="{C3380CC4-5D6E-409C-BE32-E72D297353CC}">
              <c16:uniqueId val="{0000000C-AB34-4D8C-86F0-2EEB3E692326}"/>
            </c:ext>
          </c:extLst>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7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289944802775609E-3"/>
          <c:y val="3.1238602532676279E-2"/>
          <c:w val="0.93267100727179286"/>
          <c:h val="0.96876099446475961"/>
        </c:manualLayout>
      </c:layout>
      <c:barChart>
        <c:barDir val="col"/>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c:spPr>
            <c:extLst>
              <c:ext xmlns:c16="http://schemas.microsoft.com/office/drawing/2014/chart" uri="{C3380CC4-5D6E-409C-BE32-E72D297353CC}">
                <c16:uniqueId val="{00000001-C8C9-4287-B76E-D7A9044FE4C3}"/>
              </c:ext>
            </c:extLst>
          </c:dPt>
          <c:dPt>
            <c:idx val="1"/>
            <c:invertIfNegative val="0"/>
            <c:bubble3D val="0"/>
            <c:spPr>
              <a:solidFill>
                <a:schemeClr val="accent2"/>
              </a:solidFill>
            </c:spPr>
            <c:extLst>
              <c:ext xmlns:c16="http://schemas.microsoft.com/office/drawing/2014/chart" uri="{C3380CC4-5D6E-409C-BE32-E72D297353CC}">
                <c16:uniqueId val="{00000003-C8C9-4287-B76E-D7A9044FE4C3}"/>
              </c:ext>
            </c:extLst>
          </c:dPt>
          <c:dPt>
            <c:idx val="2"/>
            <c:invertIfNegative val="0"/>
            <c:bubble3D val="0"/>
            <c:spPr>
              <a:solidFill>
                <a:schemeClr val="accent3"/>
              </a:solidFill>
            </c:spPr>
            <c:extLst>
              <c:ext xmlns:c16="http://schemas.microsoft.com/office/drawing/2014/chart" uri="{C3380CC4-5D6E-409C-BE32-E72D297353CC}">
                <c16:uniqueId val="{00000005-C8C9-4287-B76E-D7A9044FE4C3}"/>
              </c:ext>
            </c:extLst>
          </c:dPt>
          <c:dPt>
            <c:idx val="3"/>
            <c:invertIfNegative val="0"/>
            <c:bubble3D val="0"/>
            <c:spPr>
              <a:solidFill>
                <a:schemeClr val="accent4"/>
              </a:solidFill>
            </c:spPr>
            <c:extLst>
              <c:ext xmlns:c16="http://schemas.microsoft.com/office/drawing/2014/chart" uri="{C3380CC4-5D6E-409C-BE32-E72D297353CC}">
                <c16:uniqueId val="{00000007-C8C9-4287-B76E-D7A9044FE4C3}"/>
              </c:ext>
            </c:extLst>
          </c:dPt>
          <c:dPt>
            <c:idx val="4"/>
            <c:invertIfNegative val="0"/>
            <c:bubble3D val="0"/>
            <c:spPr>
              <a:solidFill>
                <a:schemeClr val="accent5"/>
              </a:solidFill>
            </c:spPr>
            <c:extLst>
              <c:ext xmlns:c16="http://schemas.microsoft.com/office/drawing/2014/chart" uri="{C3380CC4-5D6E-409C-BE32-E72D297353CC}">
                <c16:uniqueId val="{00000009-C8C9-4287-B76E-D7A9044FE4C3}"/>
              </c:ext>
            </c:extLst>
          </c:dPt>
          <c:dPt>
            <c:idx val="5"/>
            <c:invertIfNegative val="0"/>
            <c:bubble3D val="0"/>
            <c:spPr>
              <a:solidFill>
                <a:schemeClr val="accent6"/>
              </a:solidFill>
            </c:spPr>
            <c:extLst>
              <c:ext xmlns:c16="http://schemas.microsoft.com/office/drawing/2014/chart" uri="{C3380CC4-5D6E-409C-BE32-E72D297353CC}">
                <c16:uniqueId val="{0000000B-C8C9-4287-B76E-D7A9044FE4C3}"/>
              </c:ext>
            </c:extLst>
          </c:dPt>
          <c:cat>
            <c:strRef>
              <c:f>Sheet1!$A$2:$A$7</c:f>
              <c:strCache>
                <c:ptCount val="6"/>
                <c:pt idx="0">
                  <c:v>item 1</c:v>
                </c:pt>
                <c:pt idx="1">
                  <c:v>Item 2</c:v>
                </c:pt>
                <c:pt idx="2">
                  <c:v>Item 3</c:v>
                </c:pt>
                <c:pt idx="3">
                  <c:v>Item 4</c:v>
                </c:pt>
                <c:pt idx="4">
                  <c:v>Item 5</c:v>
                </c:pt>
                <c:pt idx="5">
                  <c:v>Item 6</c:v>
                </c:pt>
              </c:strCache>
            </c:strRef>
          </c:cat>
          <c:val>
            <c:numRef>
              <c:f>Sheet1!$B$2:$B$7</c:f>
              <c:numCache>
                <c:formatCode>General</c:formatCode>
                <c:ptCount val="6"/>
                <c:pt idx="0">
                  <c:v>5</c:v>
                </c:pt>
                <c:pt idx="1">
                  <c:v>6</c:v>
                </c:pt>
                <c:pt idx="2">
                  <c:v>9</c:v>
                </c:pt>
                <c:pt idx="3">
                  <c:v>6</c:v>
                </c:pt>
                <c:pt idx="4">
                  <c:v>7</c:v>
                </c:pt>
                <c:pt idx="5">
                  <c:v>3</c:v>
                </c:pt>
              </c:numCache>
            </c:numRef>
          </c:val>
          <c:extLst>
            <c:ext xmlns:c16="http://schemas.microsoft.com/office/drawing/2014/chart" uri="{C3380CC4-5D6E-409C-BE32-E72D297353CC}">
              <c16:uniqueId val="{0000000C-C8C9-4287-B76E-D7A9044FE4C3}"/>
            </c:ext>
          </c:extLst>
        </c:ser>
        <c:dLbls>
          <c:showLegendKey val="0"/>
          <c:showVal val="0"/>
          <c:showCatName val="0"/>
          <c:showSerName val="0"/>
          <c:showPercent val="0"/>
          <c:showBubbleSize val="0"/>
        </c:dLbls>
        <c:gapWidth val="33"/>
        <c:overlap val="-8"/>
        <c:axId val="183057792"/>
        <c:axId val="183067776"/>
      </c:barChart>
      <c:catAx>
        <c:axId val="183057792"/>
        <c:scaling>
          <c:orientation val="minMax"/>
        </c:scaling>
        <c:delete val="0"/>
        <c:axPos val="b"/>
        <c:numFmt formatCode="General" sourceLinked="0"/>
        <c:majorTickMark val="out"/>
        <c:minorTickMark val="none"/>
        <c:tickLblPos val="nextTo"/>
        <c:spPr>
          <a:ln w="3175">
            <a:solidFill>
              <a:schemeClr val="tx2"/>
            </a:solidFill>
          </a:ln>
        </c:spPr>
        <c:txPr>
          <a:bodyPr/>
          <a:lstStyle/>
          <a:p>
            <a:pPr>
              <a:defRPr>
                <a:solidFill>
                  <a:schemeClr val="tx2"/>
                </a:solidFill>
              </a:defRPr>
            </a:pPr>
            <a:endParaRPr lang="en-US"/>
          </a:p>
        </c:txPr>
        <c:crossAx val="183067776"/>
        <c:crosses val="autoZero"/>
        <c:auto val="1"/>
        <c:lblAlgn val="ctr"/>
        <c:lblOffset val="20"/>
        <c:noMultiLvlLbl val="0"/>
      </c:catAx>
      <c:valAx>
        <c:axId val="183067776"/>
        <c:scaling>
          <c:orientation val="minMax"/>
        </c:scaling>
        <c:delete val="1"/>
        <c:axPos val="l"/>
        <c:numFmt formatCode="General" sourceLinked="1"/>
        <c:majorTickMark val="out"/>
        <c:minorTickMark val="none"/>
        <c:tickLblPos val="nextTo"/>
        <c:crossAx val="183057792"/>
        <c:crosses val="autoZero"/>
        <c:crossBetween val="between"/>
      </c:valAx>
    </c:plotArea>
    <c:plotVisOnly val="1"/>
    <c:dispBlanksAs val="gap"/>
    <c:showDLblsOverMax val="0"/>
  </c:chart>
  <c:txPr>
    <a:bodyPr/>
    <a:lstStyle/>
    <a:p>
      <a:pPr>
        <a:defRPr sz="500">
          <a:solidFill>
            <a:srgbClr val="000000"/>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289944802775609E-3"/>
          <c:y val="3.1238602532676279E-2"/>
          <c:w val="0.99463976425908807"/>
          <c:h val="0.96876099446475961"/>
        </c:manualLayout>
      </c:layout>
      <c:barChart>
        <c:barDir val="col"/>
        <c:grouping val="percentStacked"/>
        <c:varyColors val="1"/>
        <c:ser>
          <c:idx val="0"/>
          <c:order val="0"/>
          <c:tx>
            <c:strRef>
              <c:f>Sheet1!$B$1</c:f>
              <c:strCache>
                <c:ptCount val="1"/>
                <c:pt idx="0">
                  <c:v>Sales</c:v>
                </c:pt>
              </c:strCache>
            </c:strRef>
          </c:tx>
          <c:spPr>
            <a:solidFill>
              <a:schemeClr val="accent1"/>
            </a:solidFill>
          </c:spPr>
          <c:invertIfNegative val="0"/>
          <c:cat>
            <c:strRef>
              <c:f>Sheet1!$A$2:$A$4</c:f>
              <c:strCache>
                <c:ptCount val="3"/>
                <c:pt idx="0">
                  <c:v>item 1</c:v>
                </c:pt>
                <c:pt idx="1">
                  <c:v>Item 2</c:v>
                </c:pt>
                <c:pt idx="2">
                  <c:v>Item 3</c:v>
                </c:pt>
              </c:strCache>
            </c:strRef>
          </c:cat>
          <c:val>
            <c:numRef>
              <c:f>Sheet1!$B$2:$B$4</c:f>
              <c:numCache>
                <c:formatCode>General</c:formatCode>
                <c:ptCount val="3"/>
                <c:pt idx="0">
                  <c:v>7</c:v>
                </c:pt>
                <c:pt idx="1">
                  <c:v>4</c:v>
                </c:pt>
                <c:pt idx="2">
                  <c:v>5</c:v>
                </c:pt>
              </c:numCache>
            </c:numRef>
          </c:val>
          <c:extLst>
            <c:ext xmlns:c16="http://schemas.microsoft.com/office/drawing/2014/chart" uri="{C3380CC4-5D6E-409C-BE32-E72D297353CC}">
              <c16:uniqueId val="{00000000-0588-40FD-88E0-AE2A25768DE9}"/>
            </c:ext>
          </c:extLst>
        </c:ser>
        <c:ser>
          <c:idx val="1"/>
          <c:order val="1"/>
          <c:tx>
            <c:strRef>
              <c:f>Sheet1!$C$1</c:f>
              <c:strCache>
                <c:ptCount val="1"/>
                <c:pt idx="0">
                  <c:v>Column1</c:v>
                </c:pt>
              </c:strCache>
            </c:strRef>
          </c:tx>
          <c:spPr>
            <a:solidFill>
              <a:schemeClr val="accent2"/>
            </a:solidFill>
          </c:spPr>
          <c:invertIfNegative val="0"/>
          <c:cat>
            <c:strRef>
              <c:f>Sheet1!$A$2:$A$4</c:f>
              <c:strCache>
                <c:ptCount val="3"/>
                <c:pt idx="0">
                  <c:v>item 1</c:v>
                </c:pt>
                <c:pt idx="1">
                  <c:v>Item 2</c:v>
                </c:pt>
                <c:pt idx="2">
                  <c:v>Item 3</c:v>
                </c:pt>
              </c:strCache>
            </c:strRef>
          </c:cat>
          <c:val>
            <c:numRef>
              <c:f>Sheet1!$C$2:$C$4</c:f>
              <c:numCache>
                <c:formatCode>General</c:formatCode>
                <c:ptCount val="3"/>
                <c:pt idx="0">
                  <c:v>7</c:v>
                </c:pt>
                <c:pt idx="1">
                  <c:v>8</c:v>
                </c:pt>
                <c:pt idx="2">
                  <c:v>8</c:v>
                </c:pt>
              </c:numCache>
            </c:numRef>
          </c:val>
          <c:extLst>
            <c:ext xmlns:c16="http://schemas.microsoft.com/office/drawing/2014/chart" uri="{C3380CC4-5D6E-409C-BE32-E72D297353CC}">
              <c16:uniqueId val="{00000001-0588-40FD-88E0-AE2A25768DE9}"/>
            </c:ext>
          </c:extLst>
        </c:ser>
        <c:ser>
          <c:idx val="2"/>
          <c:order val="2"/>
          <c:tx>
            <c:strRef>
              <c:f>Sheet1!$D$1</c:f>
              <c:strCache>
                <c:ptCount val="1"/>
                <c:pt idx="0">
                  <c:v>Column2</c:v>
                </c:pt>
              </c:strCache>
            </c:strRef>
          </c:tx>
          <c:spPr>
            <a:solidFill>
              <a:schemeClr val="accent3"/>
            </a:solidFill>
          </c:spPr>
          <c:invertIfNegative val="0"/>
          <c:cat>
            <c:strRef>
              <c:f>Sheet1!$A$2:$A$4</c:f>
              <c:strCache>
                <c:ptCount val="3"/>
                <c:pt idx="0">
                  <c:v>item 1</c:v>
                </c:pt>
                <c:pt idx="1">
                  <c:v>Item 2</c:v>
                </c:pt>
                <c:pt idx="2">
                  <c:v>Item 3</c:v>
                </c:pt>
              </c:strCache>
            </c:strRef>
          </c:cat>
          <c:val>
            <c:numRef>
              <c:f>Sheet1!$D$2:$D$4</c:f>
              <c:numCache>
                <c:formatCode>General</c:formatCode>
                <c:ptCount val="3"/>
                <c:pt idx="0">
                  <c:v>7</c:v>
                </c:pt>
                <c:pt idx="1">
                  <c:v>4</c:v>
                </c:pt>
                <c:pt idx="2">
                  <c:v>5</c:v>
                </c:pt>
              </c:numCache>
            </c:numRef>
          </c:val>
          <c:extLst>
            <c:ext xmlns:c16="http://schemas.microsoft.com/office/drawing/2014/chart" uri="{C3380CC4-5D6E-409C-BE32-E72D297353CC}">
              <c16:uniqueId val="{00000002-0588-40FD-88E0-AE2A25768DE9}"/>
            </c:ext>
          </c:extLst>
        </c:ser>
        <c:ser>
          <c:idx val="3"/>
          <c:order val="3"/>
          <c:tx>
            <c:strRef>
              <c:f>Sheet1!$E$1</c:f>
              <c:strCache>
                <c:ptCount val="1"/>
                <c:pt idx="0">
                  <c:v>Column3</c:v>
                </c:pt>
              </c:strCache>
            </c:strRef>
          </c:tx>
          <c:spPr>
            <a:solidFill>
              <a:schemeClr val="accent4"/>
            </a:solidFill>
          </c:spPr>
          <c:invertIfNegative val="0"/>
          <c:cat>
            <c:strRef>
              <c:f>Sheet1!$A$2:$A$4</c:f>
              <c:strCache>
                <c:ptCount val="3"/>
                <c:pt idx="0">
                  <c:v>item 1</c:v>
                </c:pt>
                <c:pt idx="1">
                  <c:v>Item 2</c:v>
                </c:pt>
                <c:pt idx="2">
                  <c:v>Item 3</c:v>
                </c:pt>
              </c:strCache>
            </c:strRef>
          </c:cat>
          <c:val>
            <c:numRef>
              <c:f>Sheet1!$E$2:$E$4</c:f>
              <c:numCache>
                <c:formatCode>General</c:formatCode>
                <c:ptCount val="3"/>
                <c:pt idx="0">
                  <c:v>7</c:v>
                </c:pt>
                <c:pt idx="1">
                  <c:v>5</c:v>
                </c:pt>
                <c:pt idx="2">
                  <c:v>5</c:v>
                </c:pt>
              </c:numCache>
            </c:numRef>
          </c:val>
          <c:extLst>
            <c:ext xmlns:c16="http://schemas.microsoft.com/office/drawing/2014/chart" uri="{C3380CC4-5D6E-409C-BE32-E72D297353CC}">
              <c16:uniqueId val="{00000003-0588-40FD-88E0-AE2A25768DE9}"/>
            </c:ext>
          </c:extLst>
        </c:ser>
        <c:ser>
          <c:idx val="4"/>
          <c:order val="4"/>
          <c:tx>
            <c:strRef>
              <c:f>Sheet1!$F$1</c:f>
              <c:strCache>
                <c:ptCount val="1"/>
                <c:pt idx="0">
                  <c:v>Column4</c:v>
                </c:pt>
              </c:strCache>
            </c:strRef>
          </c:tx>
          <c:spPr>
            <a:solidFill>
              <a:schemeClr val="accent5"/>
            </a:solidFill>
          </c:spPr>
          <c:invertIfNegative val="0"/>
          <c:cat>
            <c:strRef>
              <c:f>Sheet1!$A$2:$A$4</c:f>
              <c:strCache>
                <c:ptCount val="3"/>
                <c:pt idx="0">
                  <c:v>item 1</c:v>
                </c:pt>
                <c:pt idx="1">
                  <c:v>Item 2</c:v>
                </c:pt>
                <c:pt idx="2">
                  <c:v>Item 3</c:v>
                </c:pt>
              </c:strCache>
            </c:strRef>
          </c:cat>
          <c:val>
            <c:numRef>
              <c:f>Sheet1!$F$2:$F$4</c:f>
              <c:numCache>
                <c:formatCode>General</c:formatCode>
                <c:ptCount val="3"/>
                <c:pt idx="0">
                  <c:v>7</c:v>
                </c:pt>
                <c:pt idx="1">
                  <c:v>4</c:v>
                </c:pt>
                <c:pt idx="2">
                  <c:v>6</c:v>
                </c:pt>
              </c:numCache>
            </c:numRef>
          </c:val>
          <c:extLst>
            <c:ext xmlns:c16="http://schemas.microsoft.com/office/drawing/2014/chart" uri="{C3380CC4-5D6E-409C-BE32-E72D297353CC}">
              <c16:uniqueId val="{00000004-0588-40FD-88E0-AE2A25768DE9}"/>
            </c:ext>
          </c:extLst>
        </c:ser>
        <c:ser>
          <c:idx val="5"/>
          <c:order val="5"/>
          <c:tx>
            <c:strRef>
              <c:f>Sheet1!$G$1</c:f>
              <c:strCache>
                <c:ptCount val="1"/>
                <c:pt idx="0">
                  <c:v>Column5</c:v>
                </c:pt>
              </c:strCache>
            </c:strRef>
          </c:tx>
          <c:spPr>
            <a:solidFill>
              <a:schemeClr val="accent6"/>
            </a:solidFill>
          </c:spPr>
          <c:invertIfNegative val="0"/>
          <c:cat>
            <c:strRef>
              <c:f>Sheet1!$A$2:$A$4</c:f>
              <c:strCache>
                <c:ptCount val="3"/>
                <c:pt idx="0">
                  <c:v>item 1</c:v>
                </c:pt>
                <c:pt idx="1">
                  <c:v>Item 2</c:v>
                </c:pt>
                <c:pt idx="2">
                  <c:v>Item 3</c:v>
                </c:pt>
              </c:strCache>
            </c:strRef>
          </c:cat>
          <c:val>
            <c:numRef>
              <c:f>Sheet1!$G$2:$G$4</c:f>
              <c:numCache>
                <c:formatCode>General</c:formatCode>
                <c:ptCount val="3"/>
                <c:pt idx="0">
                  <c:v>7</c:v>
                </c:pt>
                <c:pt idx="1">
                  <c:v>7</c:v>
                </c:pt>
                <c:pt idx="2">
                  <c:v>7</c:v>
                </c:pt>
              </c:numCache>
            </c:numRef>
          </c:val>
          <c:extLst>
            <c:ext xmlns:c16="http://schemas.microsoft.com/office/drawing/2014/chart" uri="{C3380CC4-5D6E-409C-BE32-E72D297353CC}">
              <c16:uniqueId val="{00000005-0588-40FD-88E0-AE2A25768DE9}"/>
            </c:ext>
          </c:extLst>
        </c:ser>
        <c:dLbls>
          <c:showLegendKey val="0"/>
          <c:showVal val="0"/>
          <c:showCatName val="0"/>
          <c:showSerName val="0"/>
          <c:showPercent val="0"/>
          <c:showBubbleSize val="0"/>
        </c:dLbls>
        <c:gapWidth val="164"/>
        <c:overlap val="100"/>
        <c:axId val="235286912"/>
        <c:axId val="235288448"/>
      </c:barChart>
      <c:catAx>
        <c:axId val="235286912"/>
        <c:scaling>
          <c:orientation val="minMax"/>
        </c:scaling>
        <c:delete val="0"/>
        <c:axPos val="b"/>
        <c:numFmt formatCode="General" sourceLinked="0"/>
        <c:majorTickMark val="out"/>
        <c:minorTickMark val="none"/>
        <c:tickLblPos val="nextTo"/>
        <c:spPr>
          <a:ln w="3175">
            <a:solidFill>
              <a:schemeClr val="tx2"/>
            </a:solidFill>
          </a:ln>
        </c:spPr>
        <c:txPr>
          <a:bodyPr/>
          <a:lstStyle/>
          <a:p>
            <a:pPr>
              <a:defRPr>
                <a:solidFill>
                  <a:schemeClr val="tx2"/>
                </a:solidFill>
              </a:defRPr>
            </a:pPr>
            <a:endParaRPr lang="en-US"/>
          </a:p>
        </c:txPr>
        <c:crossAx val="235288448"/>
        <c:crosses val="autoZero"/>
        <c:auto val="1"/>
        <c:lblAlgn val="ctr"/>
        <c:lblOffset val="20"/>
        <c:noMultiLvlLbl val="0"/>
      </c:catAx>
      <c:valAx>
        <c:axId val="235288448"/>
        <c:scaling>
          <c:orientation val="minMax"/>
        </c:scaling>
        <c:delete val="1"/>
        <c:axPos val="l"/>
        <c:numFmt formatCode="0%" sourceLinked="1"/>
        <c:majorTickMark val="out"/>
        <c:minorTickMark val="none"/>
        <c:tickLblPos val="nextTo"/>
        <c:crossAx val="235286912"/>
        <c:crosses val="autoZero"/>
        <c:crossBetween val="between"/>
      </c:valAx>
    </c:plotArea>
    <c:plotVisOnly val="1"/>
    <c:dispBlanksAs val="gap"/>
    <c:showDLblsOverMax val="0"/>
  </c:chart>
  <c:txPr>
    <a:bodyPr/>
    <a:lstStyle/>
    <a:p>
      <a:pPr>
        <a:defRPr sz="500">
          <a:solidFill>
            <a:srgbClr val="000000"/>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9525">
                <a:solidFill>
                  <a:schemeClr val="accent1"/>
                </a:solidFill>
              </a:ln>
              <a:effectLst/>
            </c:spPr>
          </c:marker>
          <c:xVal>
            <c:numRef>
              <c:f>Sheet1!$A$2:$A$3</c:f>
              <c:numCache>
                <c:formatCode>General</c:formatCode>
                <c:ptCount val="2"/>
                <c:pt idx="0">
                  <c:v>3</c:v>
                </c:pt>
                <c:pt idx="1">
                  <c:v>7</c:v>
                </c:pt>
              </c:numCache>
            </c:numRef>
          </c:xVal>
          <c:yVal>
            <c:numRef>
              <c:f>Sheet1!$B$2:$B$3</c:f>
              <c:numCache>
                <c:formatCode>General</c:formatCode>
                <c:ptCount val="2"/>
                <c:pt idx="0">
                  <c:v>8</c:v>
                </c:pt>
                <c:pt idx="1">
                  <c:v>2</c:v>
                </c:pt>
              </c:numCache>
            </c:numRef>
          </c:yVal>
          <c:smooth val="0"/>
          <c:extLst>
            <c:ext xmlns:c16="http://schemas.microsoft.com/office/drawing/2014/chart" uri="{C3380CC4-5D6E-409C-BE32-E72D297353CC}">
              <c16:uniqueId val="{00000000-8FEB-48FF-8ADE-B15CB0302EDD}"/>
            </c:ext>
          </c:extLst>
        </c:ser>
        <c:dLbls>
          <c:showLegendKey val="0"/>
          <c:showVal val="0"/>
          <c:showCatName val="0"/>
          <c:showSerName val="0"/>
          <c:showPercent val="0"/>
          <c:showBubbleSize val="0"/>
        </c:dLbls>
        <c:axId val="1533143855"/>
        <c:axId val="1533155855"/>
      </c:scatterChart>
      <c:valAx>
        <c:axId val="15331438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3155855"/>
        <c:crosses val="autoZero"/>
        <c:crossBetween val="midCat"/>
      </c:valAx>
      <c:valAx>
        <c:axId val="15331558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3143855"/>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762ED7-879E-4258-9B0C-6DE7C3C97472}" type="datetimeFigureOut">
              <a:rPr lang="en-AU" smtClean="0"/>
              <a:t>22/07/2026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39D5D7-4E88-43AE-AA7F-BF4DE7F3007C}" type="slidenum">
              <a:rPr lang="en-AU" smtClean="0"/>
              <a:t>‹#›</a:t>
            </a:fld>
            <a:endParaRPr lang="en-AU"/>
          </a:p>
        </p:txBody>
      </p:sp>
    </p:spTree>
    <p:extLst>
      <p:ext uri="{BB962C8B-B14F-4D97-AF65-F5344CB8AC3E}">
        <p14:creationId xmlns:p14="http://schemas.microsoft.com/office/powerpoint/2010/main" val="3749275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risk by doing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ventures approach is about tackling complex problems by testing bold, high-potential ideas through small, fast, and focused experiments, with a willingness to pivot or scale based on what’s learned</a:t>
            </a:r>
          </a:p>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D95243-DDE6-4C0B-9582-53B7A708F37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58241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Using GenAI to enable de-risking</a:t>
            </a:r>
          </a:p>
          <a:p>
            <a:r>
              <a:rPr lang="en-AU" dirty="0"/>
              <a:t>Emphasise that LEARNING is at the heart of the ventures approach</a:t>
            </a:r>
          </a:p>
          <a:p>
            <a:r>
              <a:rPr lang="en-AU" dirty="0"/>
              <a:t>Brendan spoke about system probes, this is an excellent example of the attitude we take. We don’t ignore the governance, we engage with it when its appropriate use of time and effort.</a:t>
            </a:r>
          </a:p>
        </p:txBody>
      </p:sp>
      <p:sp>
        <p:nvSpPr>
          <p:cNvPr id="4" name="Slide Number Placeholder 3"/>
          <p:cNvSpPr>
            <a:spLocks noGrp="1"/>
          </p:cNvSpPr>
          <p:nvPr>
            <p:ph type="sldNum" sz="quarter" idx="5"/>
          </p:nvPr>
        </p:nvSpPr>
        <p:spPr/>
        <p:txBody>
          <a:bodyPr/>
          <a:lstStyle/>
          <a:p>
            <a:fld id="{C839D5D7-4E88-43AE-AA7F-BF4DE7F3007C}" type="slidenum">
              <a:rPr lang="en-AU" smtClean="0"/>
              <a:t>5</a:t>
            </a:fld>
            <a:endParaRPr lang="en-AU"/>
          </a:p>
        </p:txBody>
      </p:sp>
    </p:spTree>
    <p:extLst>
      <p:ext uri="{BB962C8B-B14F-4D97-AF65-F5344CB8AC3E}">
        <p14:creationId xmlns:p14="http://schemas.microsoft.com/office/powerpoint/2010/main" val="994703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285750" indent="-285750">
              <a:lnSpc>
                <a:spcPct val="107000"/>
              </a:lnSpc>
              <a:spcAft>
                <a:spcPts val="800"/>
              </a:spcAft>
              <a:buFont typeface="Arial" panose="020B0604020202020204" pitchFamily="34" charset="0"/>
              <a:buChar char="•"/>
            </a:pPr>
            <a:r>
              <a:rPr lang="en-US" sz="1800" kern="100" dirty="0">
                <a:effectLst/>
                <a:latin typeface="Aptos" panose="02110004020202020204"/>
                <a:ea typeface="Aptos" panose="02110004020202020204"/>
                <a:cs typeface="Times New Roman" panose="02020603050405020304" pitchFamily="18" charset="0"/>
              </a:rPr>
              <a:t>can’t influence the cost of courts, </a:t>
            </a:r>
          </a:p>
          <a:p>
            <a:pPr marL="285750" indent="-285750">
              <a:lnSpc>
                <a:spcPct val="107000"/>
              </a:lnSpc>
              <a:spcAft>
                <a:spcPts val="800"/>
              </a:spcAft>
              <a:buFont typeface="Arial" panose="020B0604020202020204" pitchFamily="34" charset="0"/>
              <a:buChar char="•"/>
            </a:pPr>
            <a:r>
              <a:rPr lang="en-US" sz="1800" kern="100" dirty="0">
                <a:effectLst/>
                <a:latin typeface="Aptos" panose="02110004020202020204"/>
                <a:ea typeface="Aptos" panose="02110004020202020204"/>
                <a:cs typeface="Times New Roman" panose="02020603050405020304" pitchFamily="18" charset="0"/>
              </a:rPr>
              <a:t>can make the merits and trade-offs of the options easier to understand, helping business owners to make informed decisions about protecting their IP. </a:t>
            </a:r>
          </a:p>
          <a:p>
            <a:pPr marL="285750" marR="0" lvl="0" indent="-2857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altLang="en-US" sz="1800" dirty="0">
                <a:solidFill>
                  <a:schemeClr val="bg1"/>
                </a:solidFill>
                <a:latin typeface="Century Gothic" panose="020B0502020202020204" pitchFamily="34" charset="0"/>
              </a:rPr>
              <a:t>We’re trying to understand how we can make the platform a known and useful source of impartial information for Australian IP protection</a:t>
            </a:r>
          </a:p>
          <a:p>
            <a:pPr marL="285750" marR="0" lvl="0" indent="-2857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altLang="en-US" sz="1800" dirty="0">
                <a:solidFill>
                  <a:schemeClr val="bg1"/>
                </a:solidFill>
                <a:latin typeface="Century Gothic" panose="020B0502020202020204" pitchFamily="34" charset="0"/>
              </a:rPr>
              <a:t>The information will cover information like ‘what does infringement look like’ and the preventative options available</a:t>
            </a:r>
            <a:endParaRPr lang="en-AU" sz="1800" kern="100" dirty="0">
              <a:effectLst/>
              <a:latin typeface="Aptos" panose="02110004020202020204"/>
              <a:ea typeface="Aptos" panose="02110004020202020204"/>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594E4F-821E-48CB-B1BB-F069B8EA046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7042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Fair warning, Octavius doesn’t work</a:t>
            </a:r>
          </a:p>
        </p:txBody>
      </p:sp>
      <p:sp>
        <p:nvSpPr>
          <p:cNvPr id="4" name="Slide Number Placeholder 3"/>
          <p:cNvSpPr>
            <a:spLocks noGrp="1"/>
          </p:cNvSpPr>
          <p:nvPr>
            <p:ph type="sldNum" sz="quarter" idx="5"/>
          </p:nvPr>
        </p:nvSpPr>
        <p:spPr/>
        <p:txBody>
          <a:bodyPr/>
          <a:lstStyle/>
          <a:p>
            <a:fld id="{C839D5D7-4E88-43AE-AA7F-BF4DE7F3007C}" type="slidenum">
              <a:rPr lang="en-AU" smtClean="0"/>
              <a:t>9</a:t>
            </a:fld>
            <a:endParaRPr lang="en-AU"/>
          </a:p>
        </p:txBody>
      </p:sp>
    </p:spTree>
    <p:extLst>
      <p:ext uri="{BB962C8B-B14F-4D97-AF65-F5344CB8AC3E}">
        <p14:creationId xmlns:p14="http://schemas.microsoft.com/office/powerpoint/2010/main" val="343007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C839D5D7-4E88-43AE-AA7F-BF4DE7F3007C}" type="slidenum">
              <a:rPr lang="en-AU" smtClean="0"/>
              <a:t>10</a:t>
            </a:fld>
            <a:endParaRPr lang="en-AU"/>
          </a:p>
        </p:txBody>
      </p:sp>
    </p:spTree>
    <p:extLst>
      <p:ext uri="{BB962C8B-B14F-4D97-AF65-F5344CB8AC3E}">
        <p14:creationId xmlns:p14="http://schemas.microsoft.com/office/powerpoint/2010/main" val="2057793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176962" rtl="0" eaLnBrk="1" fontAlgn="auto" latinLnBrk="0" hangingPunct="1">
              <a:lnSpc>
                <a:spcPct val="100000"/>
              </a:lnSpc>
              <a:spcBef>
                <a:spcPts val="0"/>
              </a:spcBef>
              <a:spcAft>
                <a:spcPts val="0"/>
              </a:spcAft>
              <a:buClrTx/>
              <a:buSzTx/>
              <a:buFontTx/>
              <a:buNone/>
              <a:tabLst/>
              <a:defRPr/>
            </a:pPr>
            <a:r>
              <a:rPr lang="en-US" sz="2922" b="0" i="0" kern="1200">
                <a:solidFill>
                  <a:schemeClr val="tx1"/>
                </a:solidFill>
                <a:effectLst/>
                <a:latin typeface="+mn-lt"/>
                <a:ea typeface="+mn-ea"/>
                <a:cs typeface="Arial" pitchFamily="34" charset="0"/>
              </a:rPr>
              <a:t>developed 5 comms strategies and their content in 2 days</a:t>
            </a:r>
          </a:p>
        </p:txBody>
      </p:sp>
    </p:spTree>
    <p:extLst>
      <p:ext uri="{BB962C8B-B14F-4D97-AF65-F5344CB8AC3E}">
        <p14:creationId xmlns:p14="http://schemas.microsoft.com/office/powerpoint/2010/main" val="442351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indent="-457200">
              <a:buFont typeface="Arial" panose="020B0604020202020204" pitchFamily="34" charset="0"/>
              <a:buChar char="•"/>
            </a:pPr>
            <a:r>
              <a:rPr lang="en-AU" dirty="0"/>
              <a:t>We proved a long time ago that AI can help with content writing. We wanted to see how much further we could push. Using AI to create a rules-based system (more conducive to scale).</a:t>
            </a:r>
          </a:p>
          <a:p>
            <a:pPr marL="457200" indent="-457200">
              <a:buFont typeface="Arial" panose="020B0604020202020204" pitchFamily="34" charset="0"/>
              <a:buChar char="•"/>
            </a:pPr>
            <a:r>
              <a:rPr lang="en-AU" dirty="0"/>
              <a:t>The content we create needs to adhere to a lot of rules. An LLM can’t manage all of that information.</a:t>
            </a:r>
          </a:p>
        </p:txBody>
      </p:sp>
      <p:sp>
        <p:nvSpPr>
          <p:cNvPr id="4" name="Slide Number Placeholder 3"/>
          <p:cNvSpPr>
            <a:spLocks noGrp="1"/>
          </p:cNvSpPr>
          <p:nvPr>
            <p:ph type="sldNum" sz="quarter" idx="5"/>
          </p:nvPr>
        </p:nvSpPr>
        <p:spPr/>
        <p:txBody>
          <a:bodyPr/>
          <a:lstStyle/>
          <a:p>
            <a:pPr marL="0" marR="0" lvl="0" indent="0" algn="r" defTabSz="2176962" rtl="0" eaLnBrk="1" fontAlgn="auto" latinLnBrk="0" hangingPunct="1">
              <a:lnSpc>
                <a:spcPct val="100000"/>
              </a:lnSpc>
              <a:spcBef>
                <a:spcPts val="0"/>
              </a:spcBef>
              <a:spcAft>
                <a:spcPts val="0"/>
              </a:spcAft>
              <a:buClrTx/>
              <a:buSzTx/>
              <a:buFontTx/>
              <a:buNone/>
              <a:tabLst/>
              <a:defRPr/>
            </a:pPr>
            <a:fld id="{D5A593CC-2149-4E6C-BC3C-0044C280ECB2}"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6962"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8446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noProof="0"/>
              <a:t>Create and test a few rules to see if it can work</a:t>
            </a:r>
          </a:p>
          <a:p>
            <a:r>
              <a:rPr lang="en-AU" noProof="0"/>
              <a:t>Test if usable rules can be programmatically created</a:t>
            </a:r>
          </a:p>
        </p:txBody>
      </p:sp>
      <p:sp>
        <p:nvSpPr>
          <p:cNvPr id="4" name="Slide Number Placeholder 3"/>
          <p:cNvSpPr>
            <a:spLocks noGrp="1"/>
          </p:cNvSpPr>
          <p:nvPr>
            <p:ph type="sldNum" sz="quarter" idx="5"/>
          </p:nvPr>
        </p:nvSpPr>
        <p:spPr/>
        <p:txBody>
          <a:bodyPr/>
          <a:lstStyle/>
          <a:p>
            <a:pPr marL="0" marR="0" lvl="0" indent="0" algn="r" defTabSz="2176962" rtl="0" eaLnBrk="1" fontAlgn="auto" latinLnBrk="0" hangingPunct="1">
              <a:lnSpc>
                <a:spcPct val="100000"/>
              </a:lnSpc>
              <a:spcBef>
                <a:spcPts val="0"/>
              </a:spcBef>
              <a:spcAft>
                <a:spcPts val="0"/>
              </a:spcAft>
              <a:buClrTx/>
              <a:buSzTx/>
              <a:buFontTx/>
              <a:buNone/>
              <a:tabLst/>
              <a:defRPr/>
            </a:pPr>
            <a:fld id="{D5A593CC-2149-4E6C-BC3C-0044C280ECB2}"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6962"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4330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176962" rtl="0" eaLnBrk="1" fontAlgn="auto" latinLnBrk="0" hangingPunct="1">
              <a:lnSpc>
                <a:spcPct val="100000"/>
              </a:lnSpc>
              <a:spcBef>
                <a:spcPts val="0"/>
              </a:spcBef>
              <a:spcAft>
                <a:spcPts val="0"/>
              </a:spcAft>
              <a:buClrTx/>
              <a:buSzTx/>
              <a:buFontTx/>
              <a:buNone/>
              <a:tabLst/>
              <a:defRPr/>
            </a:pPr>
            <a:r>
              <a:rPr lang="en-US" sz="3200" dirty="0"/>
              <a:t>"</a:t>
            </a:r>
            <a:r>
              <a:rPr lang="en-US" sz="3200" dirty="0" err="1"/>
              <a:t>rule_detail</a:t>
            </a:r>
            <a:r>
              <a:rPr lang="en-US" sz="3200" dirty="0"/>
              <a:t>": “</a:t>
            </a:r>
            <a:r>
              <a:rPr lang="en-US" sz="3200" dirty="0" err="1"/>
              <a:t>Organise</a:t>
            </a:r>
            <a:r>
              <a:rPr lang="en-US" sz="3200" dirty="0"/>
              <a:t> content with a clear structure using section headings. Clearly describe the topics or the following section in the headings.",</a:t>
            </a:r>
          </a:p>
          <a:p>
            <a:endParaRPr lang="en-AU" dirty="0"/>
          </a:p>
        </p:txBody>
      </p:sp>
      <p:sp>
        <p:nvSpPr>
          <p:cNvPr id="4" name="Slide Number Placeholder 3"/>
          <p:cNvSpPr>
            <a:spLocks noGrp="1"/>
          </p:cNvSpPr>
          <p:nvPr>
            <p:ph type="sldNum" sz="quarter" idx="5"/>
          </p:nvPr>
        </p:nvSpPr>
        <p:spPr/>
        <p:txBody>
          <a:bodyPr/>
          <a:lstStyle/>
          <a:p>
            <a:pPr marL="0" marR="0" lvl="0" indent="0" algn="r" defTabSz="2176962" rtl="0" eaLnBrk="1" fontAlgn="auto" latinLnBrk="0" hangingPunct="1">
              <a:lnSpc>
                <a:spcPct val="100000"/>
              </a:lnSpc>
              <a:spcBef>
                <a:spcPts val="0"/>
              </a:spcBef>
              <a:spcAft>
                <a:spcPts val="0"/>
              </a:spcAft>
              <a:buClrTx/>
              <a:buSzTx/>
              <a:buFontTx/>
              <a:buNone/>
              <a:tabLst/>
              <a:defRPr/>
            </a:pPr>
            <a:fld id="{D5A593CC-2149-4E6C-BC3C-0044C280ECB2}"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6962"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3714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C839D5D7-4E88-43AE-AA7F-BF4DE7F3007C}" type="slidenum">
              <a:rPr lang="en-AU" smtClean="0"/>
              <a:t>19</a:t>
            </a:fld>
            <a:endParaRPr lang="en-AU"/>
          </a:p>
        </p:txBody>
      </p:sp>
    </p:spTree>
    <p:extLst>
      <p:ext uri="{BB962C8B-B14F-4D97-AF65-F5344CB8AC3E}">
        <p14:creationId xmlns:p14="http://schemas.microsoft.com/office/powerpoint/2010/main" val="2505260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Steward Dashboard is a three-part automated pipeline. (1) A curated set of government and private-sector AI policy pages is monitored. (2) main.py scrapes each page with Selenium-stealth, extracts the content and computes an MD5 hash, comparing it to the stored hash to detect changes. (3) When a page changes, the old and new content are sent to Google Gemini 2.5 Flash, which returns a plain-language summary, a markdown analysis and a priority rating (critical/high/medium/low), saved as JSON. (4) A React single-page app reads the data and publishes a searchable dashboard grouped by category with detail pages, change history and priority badges. The whole thing is orchestrated by GitHub Actions daily: run scraper, commit new snapshots/analyses, rebuild the React app and deploy to GitHub Pages. Unchanged pages never call the LLM, keeping cost low.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Because of this, we have to assume that any change </a:t>
            </a:r>
            <a:r>
              <a:rPr lang="en-AU" i="1" dirty="0"/>
              <a:t>could </a:t>
            </a:r>
            <a:r>
              <a:rPr lang="en-AU" dirty="0"/>
              <a:t>impact any piece of content on our site.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Unlike the AI Steward Dashboard which only explains a change’s significance in respect to the individual document, Tripwire explains the significance of a change against a corpus of impacted documents.</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2176962" rtl="0" eaLnBrk="1" fontAlgn="auto" latinLnBrk="0" hangingPunct="1">
              <a:lnSpc>
                <a:spcPct val="100000"/>
              </a:lnSpc>
              <a:spcBef>
                <a:spcPts val="0"/>
              </a:spcBef>
              <a:spcAft>
                <a:spcPts val="0"/>
              </a:spcAft>
              <a:buClrTx/>
              <a:buSzTx/>
              <a:buFontTx/>
              <a:buNone/>
              <a:tabLst/>
              <a:defRPr/>
            </a:pPr>
            <a:fld id="{D5A593CC-2149-4E6C-BC3C-0044C280ECB2}"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6962"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10125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slide — 'influencers' are upstream sources (legislation register, agency pages, news feeds); 'the influenced' is our own site, mirrored into a small database. Two operability points for the audience: the watch-list is a one-row-per-source spreadsheet any content owner can edit, and everything lives in version control, so the system's entire memory is inspectable and auditable. Swap these two lists and the same machine watches a completely different domain.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talk more about semantics and what an embedding is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Even though crocodile isn’t pictured here, we can infer roughly were it might sit</a:t>
            </a:r>
          </a:p>
        </p:txBody>
      </p:sp>
      <p:sp>
        <p:nvSpPr>
          <p:cNvPr id="4" name="Slide Number Placeholder 3"/>
          <p:cNvSpPr>
            <a:spLocks noGrp="1"/>
          </p:cNvSpPr>
          <p:nvPr>
            <p:ph type="sldNum" sz="quarter" idx="5"/>
          </p:nvPr>
        </p:nvSpPr>
        <p:spPr/>
        <p:txBody>
          <a:bodyPr/>
          <a:lstStyle/>
          <a:p>
            <a:fld id="{C839D5D7-4E88-43AE-AA7F-BF4DE7F3007C}" type="slidenum">
              <a:rPr lang="en-AU" smtClean="0"/>
              <a:t>32</a:t>
            </a:fld>
            <a:endParaRPr lang="en-AU"/>
          </a:p>
        </p:txBody>
      </p:sp>
    </p:spTree>
    <p:extLst>
      <p:ext uri="{BB962C8B-B14F-4D97-AF65-F5344CB8AC3E}">
        <p14:creationId xmlns:p14="http://schemas.microsoft.com/office/powerpoint/2010/main" val="31539035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9E6EC-69BE-87D7-BACD-A38D035CC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DC673-F9F2-38CD-E8A7-55BD64D5F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74639-783A-E174-9488-FEBE544380B6}"/>
              </a:ext>
            </a:extLst>
          </p:cNvPr>
          <p:cNvSpPr>
            <a:spLocks noGrp="1"/>
          </p:cNvSpPr>
          <p:nvPr>
            <p:ph type="body" idx="1"/>
          </p:nvPr>
        </p:nvSpPr>
        <p:spPr/>
        <p:txBody>
          <a:bodyPr>
            <a:normAutofit fontScale="62500" lnSpcReduction="20000"/>
          </a:bodyPr>
          <a:lstStyle/>
          <a:p>
            <a:r>
              <a:rPr lang="en-US" b="1" dirty="0"/>
              <a:t>Traditional experience</a:t>
            </a:r>
            <a:br>
              <a:rPr lang="en-US" dirty="0"/>
            </a:br>
            <a:r>
              <a:rPr lang="en-US" b="0" dirty="0"/>
              <a:t>You ask a question and an LLM generates a response using the data it was trained on.</a:t>
            </a:r>
            <a:br>
              <a:rPr lang="en-US" dirty="0"/>
            </a:br>
            <a:br>
              <a:rPr lang="en-US" dirty="0"/>
            </a:br>
            <a:r>
              <a:rPr lang="en-US" dirty="0"/>
              <a:t>RAG</a:t>
            </a:r>
          </a:p>
          <a:p>
            <a:r>
              <a:rPr lang="en-US" b="0" dirty="0"/>
              <a:t>Searches database (often industry specific) before generating a response. [Think of giving copilot a document in addition to prompt]</a:t>
            </a:r>
          </a:p>
          <a:p>
            <a:endParaRPr lang="en-US" b="0" dirty="0"/>
          </a:p>
          <a:p>
            <a:r>
              <a:rPr lang="en-US" b="1" dirty="0"/>
              <a:t>Knowledge Graph</a:t>
            </a:r>
          </a:p>
          <a:p>
            <a:pPr marL="0" marR="0" lvl="0" indent="0" algn="l" defTabSz="2176962" rtl="0" eaLnBrk="1" fontAlgn="auto" latinLnBrk="0" hangingPunct="1">
              <a:lnSpc>
                <a:spcPct val="100000"/>
              </a:lnSpc>
              <a:spcBef>
                <a:spcPts val="0"/>
              </a:spcBef>
              <a:spcAft>
                <a:spcPts val="0"/>
              </a:spcAft>
              <a:buClrTx/>
              <a:buSzTx/>
              <a:buFontTx/>
              <a:buNone/>
              <a:tabLst/>
              <a:defRPr/>
            </a:pPr>
            <a:r>
              <a:rPr lang="en-US" b="0" dirty="0"/>
              <a:t>This helps computers understand meaning, not just match keywords.</a:t>
            </a:r>
          </a:p>
          <a:p>
            <a:pPr marL="0" marR="0" lvl="0" indent="0" algn="l" defTabSz="2176962" rtl="0" eaLnBrk="1" fontAlgn="auto" latinLnBrk="0" hangingPunct="1">
              <a:lnSpc>
                <a:spcPct val="100000"/>
              </a:lnSpc>
              <a:spcBef>
                <a:spcPts val="0"/>
              </a:spcBef>
              <a:spcAft>
                <a:spcPts val="0"/>
              </a:spcAft>
              <a:buClrTx/>
              <a:buSzTx/>
              <a:buFontTx/>
              <a:buNone/>
              <a:tabLst/>
              <a:defRPr/>
            </a:pPr>
            <a:r>
              <a:rPr lang="en-US" b="0" dirty="0"/>
              <a:t>For example:</a:t>
            </a:r>
          </a:p>
          <a:p>
            <a:pPr>
              <a:buFont typeface="Arial" panose="020B0604020202020204" pitchFamily="34" charset="0"/>
              <a:buChar char="•"/>
            </a:pPr>
            <a:r>
              <a:rPr lang="en-US" b="0" i="1" dirty="0"/>
              <a:t>Einstein</a:t>
            </a:r>
            <a:r>
              <a:rPr lang="en-US" b="0" dirty="0"/>
              <a:t> → discovered → </a:t>
            </a:r>
            <a:r>
              <a:rPr lang="en-US" b="0" i="1" dirty="0"/>
              <a:t>Theory of Relativity</a:t>
            </a:r>
            <a:endParaRPr lang="en-US" b="0" dirty="0"/>
          </a:p>
          <a:p>
            <a:pPr>
              <a:buFont typeface="Arial" panose="020B0604020202020204" pitchFamily="34" charset="0"/>
              <a:buChar char="•"/>
            </a:pPr>
            <a:r>
              <a:rPr lang="en-US" b="0" i="1" dirty="0"/>
              <a:t>Theory of Relativity</a:t>
            </a:r>
            <a:r>
              <a:rPr lang="en-US" b="0" dirty="0"/>
              <a:t> → is part of → </a:t>
            </a:r>
            <a:r>
              <a:rPr lang="en-US" b="0" i="1" dirty="0"/>
              <a:t>Physics</a:t>
            </a:r>
            <a:endParaRPr lang="en-US" b="0" dirty="0"/>
          </a:p>
          <a:p>
            <a:endParaRPr lang="en-US" b="0" dirty="0"/>
          </a:p>
          <a:p>
            <a:r>
              <a:rPr lang="en-US" dirty="0" err="1"/>
              <a:t>GraphRAG</a:t>
            </a:r>
            <a:r>
              <a:rPr lang="en-US" dirty="0"/>
              <a:t> POC</a:t>
            </a:r>
          </a:p>
          <a:p>
            <a:r>
              <a:rPr lang="en-US" sz="3200" b="0" dirty="0"/>
              <a:t>A vector database (used in traditional RAG) turns chunks of text into numbers so the AI can find similar ones. Useful, but it can miss the bigger picture—like how different ideas are linked. </a:t>
            </a:r>
          </a:p>
          <a:p>
            <a:r>
              <a:rPr lang="en-US" sz="3200" b="0" dirty="0"/>
              <a:t>Spoken with people from DTG and will continue to work with them closely as we spin up a PoC (using their new streamlined process) in the coming weeks.</a:t>
            </a:r>
            <a:endParaRPr lang="en-AU" b="0" dirty="0"/>
          </a:p>
        </p:txBody>
      </p:sp>
    </p:spTree>
    <p:extLst>
      <p:ext uri="{BB962C8B-B14F-4D97-AF65-F5344CB8AC3E}">
        <p14:creationId xmlns:p14="http://schemas.microsoft.com/office/powerpoint/2010/main" val="28511061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Demonstrating semantic similarity of variability around pricing of professional services</a:t>
            </a:r>
          </a:p>
        </p:txBody>
      </p:sp>
      <p:sp>
        <p:nvSpPr>
          <p:cNvPr id="4" name="Slide Number Placeholder 3"/>
          <p:cNvSpPr>
            <a:spLocks noGrp="1"/>
          </p:cNvSpPr>
          <p:nvPr>
            <p:ph type="sldNum" sz="quarter" idx="5"/>
          </p:nvPr>
        </p:nvSpPr>
        <p:spPr/>
        <p:txBody>
          <a:bodyPr/>
          <a:lstStyle/>
          <a:p>
            <a:fld id="{C839D5D7-4E88-43AE-AA7F-BF4DE7F3007C}" type="slidenum">
              <a:rPr lang="en-AU" smtClean="0"/>
              <a:t>35</a:t>
            </a:fld>
            <a:endParaRPr lang="en-AU"/>
          </a:p>
        </p:txBody>
      </p:sp>
    </p:spTree>
    <p:extLst>
      <p:ext uri="{BB962C8B-B14F-4D97-AF65-F5344CB8AC3E}">
        <p14:creationId xmlns:p14="http://schemas.microsoft.com/office/powerpoint/2010/main" val="252990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output as a structured JSON code snippet so the system can extract known fields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system's entire output is one email — and silence on quiet days is deliberate: no alert theatre, no inbox training people to ignore it. Three sections: firm recommendations with evidence; the UNCERTAIN pile for human judgement; and near-misses, so a too-aggressive filter is as visible as a false alarm. The four feedback buttons are pre-addressed replies. A scheduled job reads that mailbox and files each reply as structured data. Each button diagnoses a different organ: 'wrong page' means retrieval erred, 'wrong amendment' means the judgement erred, 'not significant' means thresholds are too twitchy. That's what makes tuning evidence-based rather than vibes-based. And the human stays load-bearing: every change to the website is made by a person.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accounting. One person, not from a software background, working with an AI pair-programmer (Claude Code) in part-time hours over weeks. The tooling collapsed the cost of building; it did not remove the need to think — the design document preceded the code, and the tests, runbooks, logging and health alerts are what make it an engineered system rather than a script. Standing costs: effectively zero infrastructure (scheduled free compute, open-source models) and cents a day of AI spend. Bridge to the talk's closing theme: building at this speed is now the easy part — the organisational work of deploying is where the effort really goes.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AI assisted coding is so good that we can build systems which need very little rework to become enterprise aligned</a:t>
            </a:r>
          </a:p>
        </p:txBody>
      </p:sp>
      <p:sp>
        <p:nvSpPr>
          <p:cNvPr id="4" name="Slide Number Placeholder 3"/>
          <p:cNvSpPr>
            <a:spLocks noGrp="1"/>
          </p:cNvSpPr>
          <p:nvPr>
            <p:ph type="sldNum" sz="quarter" idx="5"/>
          </p:nvPr>
        </p:nvSpPr>
        <p:spPr/>
        <p:txBody>
          <a:bodyPr/>
          <a:lstStyle/>
          <a:p>
            <a:fld id="{C839D5D7-4E88-43AE-AA7F-BF4DE7F3007C}" type="slidenum">
              <a:rPr lang="en-AU" smtClean="0"/>
              <a:t>43</a:t>
            </a:fld>
            <a:endParaRPr lang="en-AU"/>
          </a:p>
        </p:txBody>
      </p:sp>
    </p:spTree>
    <p:extLst>
      <p:ext uri="{BB962C8B-B14F-4D97-AF65-F5344CB8AC3E}">
        <p14:creationId xmlns:p14="http://schemas.microsoft.com/office/powerpoint/2010/main" val="2285613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5.jpe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chart" Target="../charts/chart1.xml"/><Relationship Id="rId7" Type="http://schemas.openxmlformats.org/officeDocument/2006/relationships/image" Target="../media/image8.jpe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chart" Target="../charts/chart3.xml"/><Relationship Id="rId4" Type="http://schemas.openxmlformats.org/officeDocument/2006/relationships/chart" Target="../charts/chart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1292-AA8C-B107-6728-5A8AA9D2B4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7743F2CA-D7A8-98F9-33A6-DBC421F5A0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B1AD26F-595B-E374-B899-CAC012B1AC7C}"/>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5" name="Footer Placeholder 4">
            <a:extLst>
              <a:ext uri="{FF2B5EF4-FFF2-40B4-BE49-F238E27FC236}">
                <a16:creationId xmlns:a16="http://schemas.microsoft.com/office/drawing/2014/main" id="{4EB555C8-8444-D398-19A4-0F7265C78A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8DAA732-94E8-0EEE-A9C0-2FCFBB6724CC}"/>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2786823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70EF9-4F01-247E-01D7-40C4EA29CCA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5B03881-A9CE-0B2D-26E5-9F94E524FE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50159AD-F0B1-6346-F151-EDB3C108FE04}"/>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5" name="Footer Placeholder 4">
            <a:extLst>
              <a:ext uri="{FF2B5EF4-FFF2-40B4-BE49-F238E27FC236}">
                <a16:creationId xmlns:a16="http://schemas.microsoft.com/office/drawing/2014/main" id="{B3CC867A-A8E8-FA18-00A3-F496B09F85E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0074EDB-3019-75F2-8A87-7D78DB03FD46}"/>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1159653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38FA5-B03F-EE9B-C65D-27F76920C7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B54C0CC-3521-30B7-AA63-2742DB4E38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816BA3-21D0-62D9-FDF0-99F7999EA4E0}"/>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5" name="Footer Placeholder 4">
            <a:extLst>
              <a:ext uri="{FF2B5EF4-FFF2-40B4-BE49-F238E27FC236}">
                <a16:creationId xmlns:a16="http://schemas.microsoft.com/office/drawing/2014/main" id="{534E65A7-DEC4-B75C-1134-B6477663B5B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B82E933-67F1-3049-2F82-80D39CA818E5}"/>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2831110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FA649-C504-B3C8-887A-24B196AB5FC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FE19B74-26A1-18CE-4123-172E0BE533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8DFAB85-4138-62CF-17B0-0EF06222B8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7D6A5905-4761-74C2-4248-9E61C7E6C85C}"/>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6" name="Footer Placeholder 5">
            <a:extLst>
              <a:ext uri="{FF2B5EF4-FFF2-40B4-BE49-F238E27FC236}">
                <a16:creationId xmlns:a16="http://schemas.microsoft.com/office/drawing/2014/main" id="{7CE70CDB-3553-27D2-1E3F-E05F8D7CA58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7EAB5EA-B5C6-4A54-B14A-55BB042D50DD}"/>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2331373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70F88-FDA4-CAED-CF6A-2BB3D3DD1999}"/>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6F71E2E-AF09-F98F-5904-68A8151730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CB57F9-B47C-94DD-2889-9AD0D25DBB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A3B5C52C-6D4C-249A-66A6-86E9AC9EED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1CE57D-1E72-2F90-4B1E-7A0C8DD396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37E67E0-C95B-CF5C-6AF8-3939A1689957}"/>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8" name="Footer Placeholder 7">
            <a:extLst>
              <a:ext uri="{FF2B5EF4-FFF2-40B4-BE49-F238E27FC236}">
                <a16:creationId xmlns:a16="http://schemas.microsoft.com/office/drawing/2014/main" id="{BB536B64-F692-1797-249A-0CA8DC5F74E4}"/>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AF6020F8-E473-9418-B488-CA2AE36678F3}"/>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1381998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5951E-4771-D6C5-4DA4-FE0293A5D4E5}"/>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C7712C9-74BB-7318-86FD-FAB2CED1E9B7}"/>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4" name="Footer Placeholder 3">
            <a:extLst>
              <a:ext uri="{FF2B5EF4-FFF2-40B4-BE49-F238E27FC236}">
                <a16:creationId xmlns:a16="http://schemas.microsoft.com/office/drawing/2014/main" id="{0CAFD130-4FAE-3EB6-F627-D2DDB85EA47F}"/>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4C1627E1-9821-A11D-F5F9-2000617114B0}"/>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3136232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386BF8-9A82-BABA-8858-3946079FD20F}"/>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3" name="Footer Placeholder 2">
            <a:extLst>
              <a:ext uri="{FF2B5EF4-FFF2-40B4-BE49-F238E27FC236}">
                <a16:creationId xmlns:a16="http://schemas.microsoft.com/office/drawing/2014/main" id="{74D5E49F-17C1-E427-638D-9082E422B62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3558797-620B-2895-3479-70939558CE1A}"/>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2468797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23B8A-8995-C677-266E-77915A6BF7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9695697-2AE6-9E56-721A-03C81A7AC4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DEE21AB7-62C3-8B12-60C9-B91E56F70D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DC8936-CACD-8DE4-9210-0163502C5678}"/>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6" name="Footer Placeholder 5">
            <a:extLst>
              <a:ext uri="{FF2B5EF4-FFF2-40B4-BE49-F238E27FC236}">
                <a16:creationId xmlns:a16="http://schemas.microsoft.com/office/drawing/2014/main" id="{A2FDCE4E-87F8-74A7-76D8-09FC8D14F3B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F7FA97B-C3BD-2E66-6269-1D94427874E9}"/>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886882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34B0B-C45D-A22F-82C4-03B612F128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3E79EA44-1517-AC54-4103-C4B1AA8B33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ED71D5F4-D7BF-754D-6646-5E4B9EB03E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02D937-41B1-BD27-1902-D546E29E9B5B}"/>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6" name="Footer Placeholder 5">
            <a:extLst>
              <a:ext uri="{FF2B5EF4-FFF2-40B4-BE49-F238E27FC236}">
                <a16:creationId xmlns:a16="http://schemas.microsoft.com/office/drawing/2014/main" id="{FB7252AA-82EA-E3DE-5976-49B779D9628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AEA1DBE-111E-5754-0A5C-8E7AB0CDCB19}"/>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803927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C3C-A4D2-4B8F-7678-EE17EFA15803}"/>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97D6762-9268-8EF7-5778-FA84810E37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EACDABF-2450-6A33-86C3-4643904A272E}"/>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5" name="Footer Placeholder 4">
            <a:extLst>
              <a:ext uri="{FF2B5EF4-FFF2-40B4-BE49-F238E27FC236}">
                <a16:creationId xmlns:a16="http://schemas.microsoft.com/office/drawing/2014/main" id="{6448E570-4842-21A5-55C7-9C4CDF7E863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78A858-4B83-E01C-99B1-1D8C7DC303AB}"/>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3362752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FDC2FA-4B5F-2A51-04D7-99B8282B81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61860F4-27B8-AD12-D341-92DFD82337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13626A7-7B64-3BFD-F398-63108D63101E}"/>
              </a:ext>
            </a:extLst>
          </p:cNvPr>
          <p:cNvSpPr>
            <a:spLocks noGrp="1"/>
          </p:cNvSpPr>
          <p:nvPr>
            <p:ph type="dt" sz="half" idx="10"/>
          </p:nvPr>
        </p:nvSpPr>
        <p:spPr/>
        <p:txBody>
          <a:bodyPr/>
          <a:lstStyle/>
          <a:p>
            <a:fld id="{14B53C3D-2AB6-4B40-9F46-26B578EE1075}" type="datetimeFigureOut">
              <a:rPr lang="en-AU" smtClean="0"/>
              <a:t>22/07/2026</a:t>
            </a:fld>
            <a:endParaRPr lang="en-AU"/>
          </a:p>
        </p:txBody>
      </p:sp>
      <p:sp>
        <p:nvSpPr>
          <p:cNvPr id="5" name="Footer Placeholder 4">
            <a:extLst>
              <a:ext uri="{FF2B5EF4-FFF2-40B4-BE49-F238E27FC236}">
                <a16:creationId xmlns:a16="http://schemas.microsoft.com/office/drawing/2014/main" id="{C602BB7C-B5C5-1113-B08C-4AC8956DE87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7EA7A5B-FA8F-0F29-3F98-B04C962E25CC}"/>
              </a:ext>
            </a:extLst>
          </p:cNvPr>
          <p:cNvSpPr>
            <a:spLocks noGrp="1"/>
          </p:cNvSpPr>
          <p:nvPr>
            <p:ph type="sldNum" sz="quarter" idx="12"/>
          </p:nvPr>
        </p:nvSpPr>
        <p:spPr/>
        <p:txBody>
          <a:bodyPr/>
          <a:lstStyle/>
          <a:p>
            <a:fld id="{FAB88261-B562-4643-ADD1-D7302CE4B1D4}" type="slidenum">
              <a:rPr lang="en-AU" smtClean="0"/>
              <a:t>‹#›</a:t>
            </a:fld>
            <a:endParaRPr lang="en-AU"/>
          </a:p>
        </p:txBody>
      </p:sp>
    </p:spTree>
    <p:extLst>
      <p:ext uri="{BB962C8B-B14F-4D97-AF65-F5344CB8AC3E}">
        <p14:creationId xmlns:p14="http://schemas.microsoft.com/office/powerpoint/2010/main" val="478307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31786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1 Instruction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BF6454-4FEB-4F2F-ADFF-5863E6075E04}"/>
              </a:ext>
            </a:extLst>
          </p:cNvPr>
          <p:cNvSpPr txBox="1"/>
          <p:nvPr userDrawn="1"/>
        </p:nvSpPr>
        <p:spPr>
          <a:xfrm>
            <a:off x="1009800" y="484283"/>
            <a:ext cx="8829679" cy="5306473"/>
          </a:xfrm>
          <a:prstGeom prst="rect">
            <a:avLst/>
          </a:prstGeom>
        </p:spPr>
        <p:txBody>
          <a:bodyPr vert="horz" lIns="0" tIns="0" rIns="0" bIns="0" rtlCol="0" anchor="ctr">
            <a:noAutofit/>
          </a:bodyPr>
          <a:lstStyle>
            <a:lvl1pPr>
              <a:lnSpc>
                <a:spcPct val="80000"/>
              </a:lnSpc>
              <a:spcBef>
                <a:spcPct val="0"/>
              </a:spcBef>
              <a:buNone/>
              <a:defRPr sz="2600" b="1">
                <a:latin typeface="+mj-lt"/>
                <a:ea typeface="+mj-ea"/>
                <a:cs typeface="Arial" pitchFamily="34" charset="0"/>
              </a:defRPr>
            </a:lvl1pPr>
          </a:lstStyle>
          <a:p>
            <a:pPr>
              <a:spcAft>
                <a:spcPts val="600"/>
              </a:spcAft>
            </a:pPr>
            <a:r>
              <a:rPr lang="en-AU" sz="3500">
                <a:solidFill>
                  <a:schemeClr val="accent1"/>
                </a:solidFill>
                <a:latin typeface="+mn-lt"/>
              </a:rPr>
              <a:t>Template Instructions</a:t>
            </a:r>
          </a:p>
          <a:p>
            <a:r>
              <a:rPr lang="en-AU" sz="3500" b="0">
                <a:solidFill>
                  <a:schemeClr val="accent1"/>
                </a:solidFill>
              </a:rPr>
              <a:t>Microsoft PowerPoint</a:t>
            </a:r>
          </a:p>
          <a:p>
            <a:endParaRPr lang="en-AU" sz="3000" b="0">
              <a:solidFill>
                <a:schemeClr val="accent1"/>
              </a:solidFill>
            </a:endParaRPr>
          </a:p>
          <a:p>
            <a:endParaRPr lang="en-AU" sz="3000" b="0">
              <a:solidFill>
                <a:schemeClr val="accent1"/>
              </a:solidFill>
            </a:endParaRPr>
          </a:p>
          <a:p>
            <a:r>
              <a:rPr lang="en-AU" sz="1400" b="0">
                <a:solidFill>
                  <a:schemeClr val="accent1"/>
                </a:solidFill>
              </a:rPr>
              <a:t>Delete Instruction Section slides once not needed.</a:t>
            </a:r>
            <a:endParaRPr lang="en-AU" sz="3000" b="0">
              <a:solidFill>
                <a:schemeClr val="accent1"/>
              </a:solidFill>
            </a:endParaRPr>
          </a:p>
        </p:txBody>
      </p:sp>
      <p:pic>
        <p:nvPicPr>
          <p:cNvPr id="2" name="Picture 1" descr="Shape&#10;&#10;Description automatically generated with medium confidence">
            <a:extLst>
              <a:ext uri="{FF2B5EF4-FFF2-40B4-BE49-F238E27FC236}">
                <a16:creationId xmlns:a16="http://schemas.microsoft.com/office/drawing/2014/main" id="{4C3FDCF8-AA65-B04A-85D3-CA05B2BBD4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6454" y="481172"/>
            <a:ext cx="1235967" cy="816866"/>
          </a:xfrm>
          <a:prstGeom prst="rect">
            <a:avLst/>
          </a:prstGeom>
        </p:spPr>
      </p:pic>
    </p:spTree>
    <p:extLst>
      <p:ext uri="{BB962C8B-B14F-4D97-AF65-F5344CB8AC3E}">
        <p14:creationId xmlns:p14="http://schemas.microsoft.com/office/powerpoint/2010/main" val="3802809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2 Instructions">
    <p:spTree>
      <p:nvGrpSpPr>
        <p:cNvPr id="1" name=""/>
        <p:cNvGrpSpPr/>
        <p:nvPr/>
      </p:nvGrpSpPr>
      <p:grpSpPr>
        <a:xfrm>
          <a:off x="0" y="0"/>
          <a:ext cx="0" cy="0"/>
          <a:chOff x="0" y="0"/>
          <a:chExt cx="0" cy="0"/>
        </a:xfrm>
      </p:grpSpPr>
      <p:sp>
        <p:nvSpPr>
          <p:cNvPr id="6" name="TextBox 26">
            <a:extLst>
              <a:ext uri="{FF2B5EF4-FFF2-40B4-BE49-F238E27FC236}">
                <a16:creationId xmlns:a16="http://schemas.microsoft.com/office/drawing/2014/main" id="{1BC36A6D-15B6-44EA-A9BD-A26BA3891323}"/>
              </a:ext>
            </a:extLst>
          </p:cNvPr>
          <p:cNvSpPr txBox="1"/>
          <p:nvPr userDrawn="1"/>
        </p:nvSpPr>
        <p:spPr>
          <a:xfrm>
            <a:off x="9215439" y="3825044"/>
            <a:ext cx="2159705" cy="79829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954" b="1">
                <a:solidFill>
                  <a:schemeClr val="accent1"/>
                </a:solidFill>
                <a:cs typeface="Arial" pitchFamily="34" charset="0"/>
              </a:rPr>
              <a:t>Editing Footer &amp; Date details:</a:t>
            </a:r>
          </a:p>
          <a:p>
            <a:pPr marL="114506" indent="-114506">
              <a:spcAft>
                <a:spcPts val="477"/>
              </a:spcAft>
              <a:buClr>
                <a:schemeClr val="accent1"/>
              </a:buClr>
              <a:buFont typeface="Arial" pitchFamily="34" charset="0"/>
              <a:buChar char="•"/>
            </a:pPr>
            <a:r>
              <a:rPr lang="en-AU" sz="954">
                <a:solidFill>
                  <a:schemeClr val="tx2"/>
                </a:solidFill>
                <a:cs typeface="Arial" pitchFamily="34" charset="0"/>
              </a:rPr>
              <a:t>Click on the </a:t>
            </a:r>
            <a:r>
              <a:rPr lang="en-AU" sz="954" b="1">
                <a:solidFill>
                  <a:schemeClr val="tx2"/>
                </a:solidFill>
                <a:cs typeface="Arial" pitchFamily="34" charset="0"/>
              </a:rPr>
              <a:t>Header &amp; Footer </a:t>
            </a:r>
            <a:r>
              <a:rPr lang="en-AU" sz="954">
                <a:solidFill>
                  <a:schemeClr val="tx2"/>
                </a:solidFill>
                <a:cs typeface="Arial" pitchFamily="34" charset="0"/>
              </a:rPr>
              <a:t>button.</a:t>
            </a:r>
          </a:p>
          <a:p>
            <a:pPr marL="114506" indent="-114506">
              <a:spcAft>
                <a:spcPts val="477"/>
              </a:spcAft>
              <a:buClr>
                <a:schemeClr val="accent1"/>
              </a:buClr>
              <a:buFont typeface="Arial" pitchFamily="34" charset="0"/>
              <a:buChar char="•"/>
            </a:pPr>
            <a:r>
              <a:rPr lang="en-AU" sz="954" b="1">
                <a:solidFill>
                  <a:schemeClr val="tx2"/>
                </a:solidFill>
                <a:cs typeface="Arial" pitchFamily="34" charset="0"/>
              </a:rPr>
              <a:t>Tick</a:t>
            </a:r>
            <a:r>
              <a:rPr lang="en-AU" sz="954">
                <a:solidFill>
                  <a:schemeClr val="tx2"/>
                </a:solidFill>
                <a:cs typeface="Arial" pitchFamily="34" charset="0"/>
              </a:rPr>
              <a:t> Slide number &gt; </a:t>
            </a:r>
            <a:r>
              <a:rPr lang="en-AU" sz="954" b="1">
                <a:solidFill>
                  <a:schemeClr val="tx2"/>
                </a:solidFill>
                <a:cs typeface="Arial" pitchFamily="34" charset="0"/>
              </a:rPr>
              <a:t>Apply to All </a:t>
            </a:r>
            <a:r>
              <a:rPr lang="en-AU" sz="954">
                <a:solidFill>
                  <a:schemeClr val="tx2"/>
                </a:solidFill>
                <a:cs typeface="Arial" pitchFamily="34" charset="0"/>
              </a:rPr>
              <a:t>button to apply changes to all slides. OR </a:t>
            </a:r>
            <a:r>
              <a:rPr lang="en-AU" sz="954" b="1">
                <a:solidFill>
                  <a:schemeClr val="tx2"/>
                </a:solidFill>
                <a:cs typeface="Arial" pitchFamily="34" charset="0"/>
              </a:rPr>
              <a:t>Apply</a:t>
            </a:r>
            <a:r>
              <a:rPr lang="en-AU" sz="954">
                <a:solidFill>
                  <a:schemeClr val="tx2"/>
                </a:solidFill>
                <a:cs typeface="Arial" pitchFamily="34" charset="0"/>
              </a:rPr>
              <a:t> to only apply to the slide you are on.</a:t>
            </a:r>
          </a:p>
        </p:txBody>
      </p:sp>
      <p:sp>
        <p:nvSpPr>
          <p:cNvPr id="7" name="Content Placeholder 2">
            <a:extLst>
              <a:ext uri="{FF2B5EF4-FFF2-40B4-BE49-F238E27FC236}">
                <a16:creationId xmlns:a16="http://schemas.microsoft.com/office/drawing/2014/main" id="{17678CE8-DF2E-4AB2-AF87-A82494C06C60}"/>
              </a:ext>
            </a:extLst>
          </p:cNvPr>
          <p:cNvSpPr txBox="1">
            <a:spLocks/>
          </p:cNvSpPr>
          <p:nvPr userDrawn="1"/>
        </p:nvSpPr>
        <p:spPr>
          <a:xfrm>
            <a:off x="1009800" y="909250"/>
            <a:ext cx="8189931" cy="518966"/>
          </a:xfrm>
          <a:prstGeom prst="rect">
            <a:avLst/>
          </a:prstGeom>
        </p:spPr>
        <p:txBody>
          <a:bodyPr lIns="0" tIns="0" rIns="0" bIns="0"/>
          <a:lstStyle>
            <a:lvl1pPr marL="0" indent="0" algn="l" defTabSz="914400" rtl="0" eaLnBrk="1" latinLnBrk="0" hangingPunct="1">
              <a:spcBef>
                <a:spcPts val="0"/>
              </a:spcBef>
              <a:buFont typeface="Arial" pitchFamily="34" charset="0"/>
              <a:buNone/>
              <a:defRPr sz="1600" b="1" kern="1200">
                <a:solidFill>
                  <a:schemeClr val="tx2"/>
                </a:solidFill>
                <a:latin typeface="+mn-lt"/>
                <a:ea typeface="+mn-ea"/>
                <a:cs typeface="Arial" pitchFamily="34" charset="0"/>
              </a:defRPr>
            </a:lvl1pPr>
            <a:lvl2pPr marL="0" indent="0" algn="l" defTabSz="914400" rtl="0" eaLnBrk="1" latinLnBrk="0" hangingPunct="1">
              <a:spcBef>
                <a:spcPts val="0"/>
              </a:spcBef>
              <a:buFont typeface="Arial" pitchFamily="34" charset="0"/>
              <a:buNone/>
              <a:defRPr sz="1600" kern="1200">
                <a:solidFill>
                  <a:schemeClr val="tx1"/>
                </a:solidFill>
                <a:latin typeface="+mn-lt"/>
                <a:ea typeface="+mn-ea"/>
                <a:cs typeface="Arial" pitchFamily="34" charset="0"/>
              </a:defRPr>
            </a:lvl2pPr>
            <a:lvl3pPr marL="107950" indent="-10795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3pPr>
            <a:lvl4pPr marL="324000" indent="-108000" algn="l" defTabSz="914400" rtl="0" eaLnBrk="1" latinLnBrk="0" hangingPunct="1">
              <a:spcBef>
                <a:spcPts val="0"/>
              </a:spcBef>
              <a:buClr>
                <a:schemeClr val="tx1"/>
              </a:buClr>
              <a:buFont typeface="Arial" pitchFamily="34" charset="0"/>
              <a:buChar char="•"/>
              <a:defRPr sz="1600" kern="1200">
                <a:solidFill>
                  <a:schemeClr val="tx1"/>
                </a:solidFill>
                <a:latin typeface="+mn-lt"/>
                <a:ea typeface="+mn-ea"/>
                <a:cs typeface="Arial" pitchFamily="34" charset="0"/>
              </a:defRPr>
            </a:lvl4pPr>
            <a:lvl5pPr marL="324000" indent="-108000" algn="l" defTabSz="914400" rtl="0" eaLnBrk="1" latinLnBrk="0" hangingPunct="1">
              <a:spcBef>
                <a:spcPts val="0"/>
              </a:spcBef>
              <a:buClr>
                <a:schemeClr val="tx2"/>
              </a:buClr>
              <a:buFont typeface="Arial" pitchFamily="34" charset="0"/>
              <a:buChar char="•"/>
              <a:defRPr sz="1600" kern="1200" baseline="0">
                <a:solidFill>
                  <a:schemeClr val="tx1"/>
                </a:solidFill>
                <a:latin typeface="+mn-lt"/>
                <a:ea typeface="+mn-ea"/>
                <a:cs typeface="Arial" pitchFamily="34" charset="0"/>
              </a:defRPr>
            </a:lvl5pPr>
            <a:lvl6pPr marL="432000" indent="-108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6pPr>
            <a:lvl7pPr marL="648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7pPr>
            <a:lvl8pPr marL="756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8pPr>
            <a:lvl9pPr marL="864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9pPr>
          </a:lstStyle>
          <a:p>
            <a:pPr lvl="1"/>
            <a:r>
              <a:rPr lang="en-AU" sz="1114">
                <a:solidFill>
                  <a:schemeClr val="tx2"/>
                </a:solidFill>
              </a:rPr>
              <a:t>A customised ribbon is available at the top left of the PowerPoint application. It is the second tab. This tab contains commonly used tools.</a:t>
            </a:r>
            <a:br>
              <a:rPr lang="en-AU" sz="1114">
                <a:solidFill>
                  <a:schemeClr val="tx2"/>
                </a:solidFill>
              </a:rPr>
            </a:br>
            <a:r>
              <a:rPr lang="en-AU" sz="1114">
                <a:solidFill>
                  <a:schemeClr val="tx2"/>
                </a:solidFill>
              </a:rPr>
              <a:t>This is in addition to the normal location of the tools within the software. </a:t>
            </a:r>
          </a:p>
        </p:txBody>
      </p:sp>
      <p:sp>
        <p:nvSpPr>
          <p:cNvPr id="8" name="TextBox 24">
            <a:extLst>
              <a:ext uri="{FF2B5EF4-FFF2-40B4-BE49-F238E27FC236}">
                <a16:creationId xmlns:a16="http://schemas.microsoft.com/office/drawing/2014/main" id="{8D926EF2-393D-403D-8426-4B29FCA7CF65}"/>
              </a:ext>
            </a:extLst>
          </p:cNvPr>
          <p:cNvSpPr txBox="1"/>
          <p:nvPr userDrawn="1"/>
        </p:nvSpPr>
        <p:spPr>
          <a:xfrm>
            <a:off x="4439302" y="3838933"/>
            <a:ext cx="1421551" cy="7341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954" b="1">
                <a:solidFill>
                  <a:schemeClr val="accent1"/>
                </a:solidFill>
                <a:cs typeface="Arial" pitchFamily="34" charset="0"/>
              </a:rPr>
              <a:t>Using the bullet structure:</a:t>
            </a:r>
          </a:p>
          <a:p>
            <a:pPr marL="114506" indent="-114506">
              <a:spcAft>
                <a:spcPts val="477"/>
              </a:spcAft>
              <a:buClr>
                <a:schemeClr val="accent1"/>
              </a:buClr>
              <a:buFont typeface="Arial" pitchFamily="34" charset="0"/>
              <a:buChar char="•"/>
            </a:pPr>
            <a:r>
              <a:rPr lang="en-AU" sz="954">
                <a:solidFill>
                  <a:schemeClr val="tx2"/>
                </a:solidFill>
                <a:cs typeface="Arial" pitchFamily="34" charset="0"/>
              </a:rPr>
              <a:t>Use the </a:t>
            </a:r>
            <a:r>
              <a:rPr lang="en-AU" sz="954" b="1">
                <a:solidFill>
                  <a:schemeClr val="tx2"/>
                </a:solidFill>
                <a:cs typeface="Arial" pitchFamily="34" charset="0"/>
              </a:rPr>
              <a:t>Decrease</a:t>
            </a:r>
            <a:r>
              <a:rPr lang="en-AU" sz="954">
                <a:solidFill>
                  <a:schemeClr val="tx2"/>
                </a:solidFill>
                <a:cs typeface="Arial" pitchFamily="34" charset="0"/>
              </a:rPr>
              <a:t> and </a:t>
            </a:r>
            <a:br>
              <a:rPr lang="en-AU" sz="954">
                <a:solidFill>
                  <a:schemeClr val="tx2"/>
                </a:solidFill>
                <a:cs typeface="Arial" pitchFamily="34" charset="0"/>
              </a:rPr>
            </a:br>
            <a:r>
              <a:rPr lang="en-AU" sz="954" b="1">
                <a:solidFill>
                  <a:schemeClr val="tx2"/>
                </a:solidFill>
                <a:cs typeface="Arial" pitchFamily="34" charset="0"/>
              </a:rPr>
              <a:t>Increase List Level</a:t>
            </a:r>
            <a:r>
              <a:rPr lang="en-AU" sz="954">
                <a:solidFill>
                  <a:schemeClr val="tx2"/>
                </a:solidFill>
                <a:cs typeface="Arial" pitchFamily="34" charset="0"/>
              </a:rPr>
              <a:t> buttons to access the </a:t>
            </a:r>
            <a:br>
              <a:rPr lang="en-AU" sz="954">
                <a:solidFill>
                  <a:schemeClr val="tx2"/>
                </a:solidFill>
                <a:cs typeface="Arial" pitchFamily="34" charset="0"/>
              </a:rPr>
            </a:br>
            <a:r>
              <a:rPr lang="en-AU" sz="954">
                <a:solidFill>
                  <a:schemeClr val="tx2"/>
                </a:solidFill>
                <a:cs typeface="Arial" pitchFamily="34" charset="0"/>
              </a:rPr>
              <a:t>in-built bullet levels</a:t>
            </a:r>
          </a:p>
        </p:txBody>
      </p:sp>
      <p:sp>
        <p:nvSpPr>
          <p:cNvPr id="9" name="TextBox 26">
            <a:extLst>
              <a:ext uri="{FF2B5EF4-FFF2-40B4-BE49-F238E27FC236}">
                <a16:creationId xmlns:a16="http://schemas.microsoft.com/office/drawing/2014/main" id="{7AE2BA0F-6B02-43C8-9640-C40CE366DE3E}"/>
              </a:ext>
            </a:extLst>
          </p:cNvPr>
          <p:cNvSpPr txBox="1"/>
          <p:nvPr userDrawn="1"/>
        </p:nvSpPr>
        <p:spPr>
          <a:xfrm>
            <a:off x="6275506" y="3825044"/>
            <a:ext cx="1248335" cy="88101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954" b="1">
                <a:solidFill>
                  <a:schemeClr val="accent1"/>
                </a:solidFill>
                <a:cs typeface="Arial" pitchFamily="34" charset="0"/>
              </a:rPr>
              <a:t>Cropping Images:</a:t>
            </a:r>
          </a:p>
          <a:p>
            <a:pPr marL="114506" indent="-114506">
              <a:spcAft>
                <a:spcPts val="477"/>
              </a:spcAft>
              <a:buClr>
                <a:schemeClr val="accent1"/>
              </a:buClr>
              <a:buFont typeface="Arial" pitchFamily="34" charset="0"/>
              <a:buChar char="•"/>
            </a:pPr>
            <a:r>
              <a:rPr lang="en-AU" sz="954">
                <a:solidFill>
                  <a:schemeClr val="tx2"/>
                </a:solidFill>
                <a:cs typeface="Arial" pitchFamily="34" charset="0"/>
              </a:rPr>
              <a:t>Use the </a:t>
            </a:r>
            <a:r>
              <a:rPr lang="en-AU" sz="954" b="1">
                <a:solidFill>
                  <a:schemeClr val="tx2"/>
                </a:solidFill>
                <a:cs typeface="Arial" pitchFamily="34" charset="0"/>
              </a:rPr>
              <a:t>Fit </a:t>
            </a:r>
            <a:r>
              <a:rPr lang="en-AU" sz="954">
                <a:solidFill>
                  <a:schemeClr val="tx2"/>
                </a:solidFill>
                <a:cs typeface="Arial" pitchFamily="34" charset="0"/>
              </a:rPr>
              <a:t>button under </a:t>
            </a:r>
            <a:r>
              <a:rPr lang="en-AU" sz="954" b="1">
                <a:solidFill>
                  <a:schemeClr val="tx2"/>
                </a:solidFill>
                <a:cs typeface="Arial" pitchFamily="34" charset="0"/>
              </a:rPr>
              <a:t>Crop Tools </a:t>
            </a:r>
            <a:r>
              <a:rPr lang="en-AU" sz="954">
                <a:solidFill>
                  <a:schemeClr val="tx2"/>
                </a:solidFill>
                <a:cs typeface="Arial" pitchFamily="34" charset="0"/>
              </a:rPr>
              <a:t>to resize a picture proportionally </a:t>
            </a:r>
            <a:br>
              <a:rPr lang="en-AU" sz="954">
                <a:solidFill>
                  <a:schemeClr val="tx2"/>
                </a:solidFill>
                <a:cs typeface="Arial" pitchFamily="34" charset="0"/>
              </a:rPr>
            </a:br>
            <a:r>
              <a:rPr lang="en-AU" sz="954">
                <a:solidFill>
                  <a:schemeClr val="tx2"/>
                </a:solidFill>
                <a:cs typeface="Arial" pitchFamily="34" charset="0"/>
              </a:rPr>
              <a:t>to the placeholder</a:t>
            </a:r>
            <a:endParaRPr lang="en-AU" sz="954" b="1">
              <a:solidFill>
                <a:schemeClr val="tx2"/>
              </a:solidFill>
              <a:cs typeface="Arial" pitchFamily="34" charset="0"/>
            </a:endParaRPr>
          </a:p>
        </p:txBody>
      </p:sp>
      <p:sp>
        <p:nvSpPr>
          <p:cNvPr id="10" name="TextBox 9">
            <a:extLst>
              <a:ext uri="{FF2B5EF4-FFF2-40B4-BE49-F238E27FC236}">
                <a16:creationId xmlns:a16="http://schemas.microsoft.com/office/drawing/2014/main" id="{BF660BD9-DE71-40C0-84D0-BE14C001C483}"/>
              </a:ext>
            </a:extLst>
          </p:cNvPr>
          <p:cNvSpPr txBox="1"/>
          <p:nvPr userDrawn="1"/>
        </p:nvSpPr>
        <p:spPr>
          <a:xfrm>
            <a:off x="1009800" y="481173"/>
            <a:ext cx="8189931" cy="334360"/>
          </a:xfrm>
          <a:prstGeom prst="rect">
            <a:avLst/>
          </a:prstGeom>
        </p:spPr>
        <p:txBody>
          <a:bodyPr vert="horz" lIns="0" tIns="0" rIns="0" bIns="0" rtlCol="0" anchor="t">
            <a:noAutofit/>
          </a:bodyPr>
          <a:lstStyle>
            <a:lvl1pPr>
              <a:lnSpc>
                <a:spcPct val="80000"/>
              </a:lnSpc>
              <a:spcBef>
                <a:spcPct val="0"/>
              </a:spcBef>
              <a:buNone/>
              <a:defRPr sz="2600" b="1">
                <a:latin typeface="+mj-lt"/>
                <a:ea typeface="+mj-ea"/>
                <a:cs typeface="Arial" pitchFamily="34" charset="0"/>
              </a:defRPr>
            </a:lvl1pPr>
          </a:lstStyle>
          <a:p>
            <a:r>
              <a:rPr lang="en-AU" sz="1909">
                <a:solidFill>
                  <a:schemeClr val="accent1"/>
                </a:solidFill>
                <a:latin typeface="+mn-lt"/>
              </a:rPr>
              <a:t>The IP Australia Customised Ribbon</a:t>
            </a:r>
          </a:p>
        </p:txBody>
      </p:sp>
      <p:sp>
        <p:nvSpPr>
          <p:cNvPr id="11" name="TextBox 26">
            <a:extLst>
              <a:ext uri="{FF2B5EF4-FFF2-40B4-BE49-F238E27FC236}">
                <a16:creationId xmlns:a16="http://schemas.microsoft.com/office/drawing/2014/main" id="{4B95B244-95AA-45E7-BF07-390DCC1DBBA1}"/>
              </a:ext>
            </a:extLst>
          </p:cNvPr>
          <p:cNvSpPr txBox="1"/>
          <p:nvPr userDrawn="1"/>
        </p:nvSpPr>
        <p:spPr>
          <a:xfrm>
            <a:off x="7727470" y="3825044"/>
            <a:ext cx="1248336" cy="123880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954" b="1">
                <a:solidFill>
                  <a:schemeClr val="accent1"/>
                </a:solidFill>
                <a:cs typeface="Arial" pitchFamily="34" charset="0"/>
              </a:rPr>
              <a:t>Send to back:</a:t>
            </a:r>
          </a:p>
          <a:p>
            <a:pPr marL="114506" indent="-114506">
              <a:spcAft>
                <a:spcPts val="477"/>
              </a:spcAft>
              <a:buClr>
                <a:schemeClr val="accent1"/>
              </a:buClr>
              <a:buFont typeface="Arial" pitchFamily="34" charset="0"/>
              <a:buChar char="•"/>
            </a:pPr>
            <a:r>
              <a:rPr lang="en-AU" sz="954">
                <a:solidFill>
                  <a:schemeClr val="tx2"/>
                </a:solidFill>
                <a:cs typeface="Arial" pitchFamily="34" charset="0"/>
              </a:rPr>
              <a:t>Use the </a:t>
            </a:r>
            <a:r>
              <a:rPr lang="en-AU" sz="954" b="1">
                <a:solidFill>
                  <a:schemeClr val="tx2"/>
                </a:solidFill>
                <a:cs typeface="Arial" pitchFamily="34" charset="0"/>
              </a:rPr>
              <a:t>Send to back </a:t>
            </a:r>
            <a:r>
              <a:rPr lang="en-AU" sz="954">
                <a:solidFill>
                  <a:schemeClr val="tx2"/>
                </a:solidFill>
                <a:cs typeface="Arial" pitchFamily="34" charset="0"/>
              </a:rPr>
              <a:t>or </a:t>
            </a:r>
            <a:r>
              <a:rPr lang="en-AU" sz="954" b="1">
                <a:solidFill>
                  <a:schemeClr val="tx2"/>
                </a:solidFill>
                <a:cs typeface="Arial" pitchFamily="34" charset="0"/>
              </a:rPr>
              <a:t>Bring to front </a:t>
            </a:r>
            <a:r>
              <a:rPr lang="en-AU" sz="954">
                <a:solidFill>
                  <a:schemeClr val="tx2"/>
                </a:solidFill>
                <a:cs typeface="Arial" pitchFamily="34" charset="0"/>
              </a:rPr>
              <a:t>buttons to change the layering of objects</a:t>
            </a:r>
          </a:p>
          <a:p>
            <a:pPr marL="114506" indent="-114506">
              <a:spcAft>
                <a:spcPts val="477"/>
              </a:spcAft>
              <a:buClr>
                <a:schemeClr val="accent1"/>
              </a:buClr>
              <a:buFont typeface="Arial" pitchFamily="34" charset="0"/>
              <a:buChar char="•"/>
            </a:pPr>
            <a:r>
              <a:rPr lang="en-AU" sz="954">
                <a:solidFill>
                  <a:schemeClr val="tx2"/>
                </a:solidFill>
                <a:cs typeface="Arial" pitchFamily="34" charset="0"/>
              </a:rPr>
              <a:t>Open the </a:t>
            </a:r>
            <a:r>
              <a:rPr lang="en-AU" sz="954" b="1">
                <a:solidFill>
                  <a:schemeClr val="tx2"/>
                </a:solidFill>
                <a:cs typeface="Arial" pitchFamily="34" charset="0"/>
              </a:rPr>
              <a:t>Selection Pane </a:t>
            </a:r>
            <a:r>
              <a:rPr lang="en-AU" sz="954">
                <a:solidFill>
                  <a:schemeClr val="tx2"/>
                </a:solidFill>
                <a:cs typeface="Arial" pitchFamily="34" charset="0"/>
              </a:rPr>
              <a:t>to view the current layers </a:t>
            </a:r>
          </a:p>
        </p:txBody>
      </p:sp>
      <p:sp>
        <p:nvSpPr>
          <p:cNvPr id="18" name="TextBox 26">
            <a:extLst>
              <a:ext uri="{FF2B5EF4-FFF2-40B4-BE49-F238E27FC236}">
                <a16:creationId xmlns:a16="http://schemas.microsoft.com/office/drawing/2014/main" id="{5DCD8002-3BDD-477A-AF16-613C93013330}"/>
              </a:ext>
            </a:extLst>
          </p:cNvPr>
          <p:cNvSpPr txBox="1"/>
          <p:nvPr userDrawn="1"/>
        </p:nvSpPr>
        <p:spPr>
          <a:xfrm>
            <a:off x="2466658" y="3838934"/>
            <a:ext cx="1421551" cy="94513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954" b="1">
                <a:solidFill>
                  <a:schemeClr val="accent1"/>
                </a:solidFill>
                <a:cs typeface="Arial" pitchFamily="34" charset="0"/>
              </a:rPr>
              <a:t>Sections:</a:t>
            </a:r>
          </a:p>
          <a:p>
            <a:pPr marL="114506" indent="-114506">
              <a:spcAft>
                <a:spcPts val="477"/>
              </a:spcAft>
              <a:buClr>
                <a:schemeClr val="accent1"/>
              </a:buClr>
              <a:buFont typeface="Arial" pitchFamily="34" charset="0"/>
              <a:buChar char="•"/>
            </a:pPr>
            <a:r>
              <a:rPr lang="en-AU" sz="954">
                <a:solidFill>
                  <a:schemeClr val="tx2"/>
                </a:solidFill>
                <a:cs typeface="Arial" pitchFamily="34" charset="0"/>
              </a:rPr>
              <a:t>Use this feature to organise the presentation </a:t>
            </a:r>
            <a:br>
              <a:rPr lang="en-AU" sz="954">
                <a:solidFill>
                  <a:schemeClr val="tx2"/>
                </a:solidFill>
                <a:cs typeface="Arial" pitchFamily="34" charset="0"/>
              </a:rPr>
            </a:br>
            <a:r>
              <a:rPr lang="en-AU" sz="954">
                <a:solidFill>
                  <a:schemeClr val="tx2"/>
                </a:solidFill>
                <a:cs typeface="Arial" pitchFamily="34" charset="0"/>
              </a:rPr>
              <a:t>into sections. </a:t>
            </a:r>
          </a:p>
          <a:p>
            <a:pPr marL="114506" indent="-114506">
              <a:spcAft>
                <a:spcPts val="477"/>
              </a:spcAft>
              <a:buClr>
                <a:schemeClr val="accent1"/>
              </a:buClr>
              <a:buFont typeface="Arial" pitchFamily="34" charset="0"/>
              <a:buChar char="•"/>
            </a:pPr>
            <a:r>
              <a:rPr lang="en-AU" sz="954">
                <a:solidFill>
                  <a:schemeClr val="tx2"/>
                </a:solidFill>
                <a:cs typeface="Arial" pitchFamily="34" charset="0"/>
              </a:rPr>
              <a:t>Select, hide, present, print specific sections.</a:t>
            </a:r>
          </a:p>
        </p:txBody>
      </p:sp>
      <p:pic>
        <p:nvPicPr>
          <p:cNvPr id="19" name="Picture 18">
            <a:extLst>
              <a:ext uri="{FF2B5EF4-FFF2-40B4-BE49-F238E27FC236}">
                <a16:creationId xmlns:a16="http://schemas.microsoft.com/office/drawing/2014/main" id="{4543AF15-5A99-4003-B05C-5060A4435178}"/>
              </a:ext>
            </a:extLst>
          </p:cNvPr>
          <p:cNvPicPr>
            <a:picLocks noChangeAspect="1"/>
          </p:cNvPicPr>
          <p:nvPr userDrawn="1"/>
        </p:nvPicPr>
        <p:blipFill>
          <a:blip r:embed="rId2"/>
          <a:stretch>
            <a:fillRect/>
          </a:stretch>
        </p:blipFill>
        <p:spPr>
          <a:xfrm>
            <a:off x="9205491" y="4733071"/>
            <a:ext cx="2327113" cy="1489650"/>
          </a:xfrm>
          <a:prstGeom prst="rect">
            <a:avLst/>
          </a:prstGeom>
        </p:spPr>
      </p:pic>
      <p:grpSp>
        <p:nvGrpSpPr>
          <p:cNvPr id="20" name="Group 19">
            <a:extLst>
              <a:ext uri="{FF2B5EF4-FFF2-40B4-BE49-F238E27FC236}">
                <a16:creationId xmlns:a16="http://schemas.microsoft.com/office/drawing/2014/main" id="{D5EE903C-4C8C-49EF-BA63-5A1F1E652266}"/>
              </a:ext>
            </a:extLst>
          </p:cNvPr>
          <p:cNvGrpSpPr/>
          <p:nvPr userDrawn="1"/>
        </p:nvGrpSpPr>
        <p:grpSpPr>
          <a:xfrm>
            <a:off x="4439302" y="4640449"/>
            <a:ext cx="1477889" cy="1161185"/>
            <a:chOff x="4287019" y="1850645"/>
            <a:chExt cx="1619172" cy="1459896"/>
          </a:xfrm>
        </p:grpSpPr>
        <p:sp>
          <p:nvSpPr>
            <p:cNvPr id="21" name="TextBox 18">
              <a:extLst>
                <a:ext uri="{FF2B5EF4-FFF2-40B4-BE49-F238E27FC236}">
                  <a16:creationId xmlns:a16="http://schemas.microsoft.com/office/drawing/2014/main" id="{EC2FE9A0-314B-4002-B1C1-4E93E24213F4}"/>
                </a:ext>
              </a:extLst>
            </p:cNvPr>
            <p:cNvSpPr txBox="1"/>
            <p:nvPr/>
          </p:nvSpPr>
          <p:spPr>
            <a:xfrm>
              <a:off x="4396039" y="1945460"/>
              <a:ext cx="1510152" cy="21556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114" b="1">
                  <a:solidFill>
                    <a:schemeClr val="accent1"/>
                  </a:solidFill>
                  <a:cs typeface="Calibri" pitchFamily="34" charset="0"/>
                </a:rPr>
                <a:t>Example of text levels:</a:t>
              </a:r>
            </a:p>
          </p:txBody>
        </p:sp>
        <p:sp>
          <p:nvSpPr>
            <p:cNvPr id="22" name="Rectangle 21">
              <a:extLst>
                <a:ext uri="{FF2B5EF4-FFF2-40B4-BE49-F238E27FC236}">
                  <a16:creationId xmlns:a16="http://schemas.microsoft.com/office/drawing/2014/main" id="{B486D3C8-7AED-4AD4-B66A-5573782C0D3E}"/>
                </a:ext>
              </a:extLst>
            </p:cNvPr>
            <p:cNvSpPr/>
            <p:nvPr/>
          </p:nvSpPr>
          <p:spPr>
            <a:xfrm>
              <a:off x="4287019" y="1850645"/>
              <a:ext cx="1619171" cy="1459896"/>
            </a:xfrm>
            <a:prstGeom prst="rect">
              <a:avLst/>
            </a:prstGeom>
            <a:noFill/>
            <a:ln w="127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1114">
                <a:solidFill>
                  <a:schemeClr val="tx2"/>
                </a:solidFill>
              </a:endParaRPr>
            </a:p>
          </p:txBody>
        </p:sp>
      </p:grpSp>
      <p:pic>
        <p:nvPicPr>
          <p:cNvPr id="23" name="Picture 22">
            <a:extLst>
              <a:ext uri="{FF2B5EF4-FFF2-40B4-BE49-F238E27FC236}">
                <a16:creationId xmlns:a16="http://schemas.microsoft.com/office/drawing/2014/main" id="{C5785FFF-51EA-4A7E-8640-84412C691C44}"/>
              </a:ext>
            </a:extLst>
          </p:cNvPr>
          <p:cNvPicPr>
            <a:picLocks noChangeAspect="1"/>
          </p:cNvPicPr>
          <p:nvPr userDrawn="1"/>
        </p:nvPicPr>
        <p:blipFill>
          <a:blip r:embed="rId3"/>
          <a:stretch>
            <a:fillRect/>
          </a:stretch>
        </p:blipFill>
        <p:spPr>
          <a:xfrm>
            <a:off x="4519562" y="4966362"/>
            <a:ext cx="1343025" cy="704850"/>
          </a:xfrm>
          <a:prstGeom prst="rect">
            <a:avLst/>
          </a:prstGeom>
        </p:spPr>
      </p:pic>
      <p:pic>
        <p:nvPicPr>
          <p:cNvPr id="24" name="Picture 23">
            <a:extLst>
              <a:ext uri="{FF2B5EF4-FFF2-40B4-BE49-F238E27FC236}">
                <a16:creationId xmlns:a16="http://schemas.microsoft.com/office/drawing/2014/main" id="{A8D30519-0371-4C93-B30C-E94CB293E880}"/>
              </a:ext>
            </a:extLst>
          </p:cNvPr>
          <p:cNvPicPr>
            <a:picLocks noChangeAspect="1"/>
          </p:cNvPicPr>
          <p:nvPr userDrawn="1"/>
        </p:nvPicPr>
        <p:blipFill rotWithShape="1">
          <a:blip r:embed="rId4"/>
          <a:srcRect l="636" r="5598"/>
          <a:stretch/>
        </p:blipFill>
        <p:spPr>
          <a:xfrm>
            <a:off x="2423077" y="4890778"/>
            <a:ext cx="1645014" cy="1598563"/>
          </a:xfrm>
          <a:prstGeom prst="rect">
            <a:avLst/>
          </a:prstGeom>
        </p:spPr>
      </p:pic>
      <p:pic>
        <p:nvPicPr>
          <p:cNvPr id="25" name="Picture 24">
            <a:extLst>
              <a:ext uri="{FF2B5EF4-FFF2-40B4-BE49-F238E27FC236}">
                <a16:creationId xmlns:a16="http://schemas.microsoft.com/office/drawing/2014/main" id="{A485AFB4-FD46-4F92-A644-4C5BE34D71E2}"/>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2440914" y="1520788"/>
            <a:ext cx="7885207" cy="1700596"/>
          </a:xfrm>
          <a:prstGeom prst="rect">
            <a:avLst/>
          </a:prstGeom>
          <a:ln>
            <a:solidFill>
              <a:schemeClr val="bg1">
                <a:lumMod val="95000"/>
              </a:schemeClr>
            </a:solidFill>
          </a:ln>
        </p:spPr>
      </p:pic>
      <p:sp>
        <p:nvSpPr>
          <p:cNvPr id="26" name="TextBox 24">
            <a:extLst>
              <a:ext uri="{FF2B5EF4-FFF2-40B4-BE49-F238E27FC236}">
                <a16:creationId xmlns:a16="http://schemas.microsoft.com/office/drawing/2014/main" id="{BF10B0AE-C6FB-4796-8D4C-52D57CC9F481}"/>
              </a:ext>
            </a:extLst>
          </p:cNvPr>
          <p:cNvSpPr txBox="1"/>
          <p:nvPr userDrawn="1"/>
        </p:nvSpPr>
        <p:spPr>
          <a:xfrm>
            <a:off x="860059" y="3030020"/>
            <a:ext cx="1260140" cy="100925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954" b="1">
                <a:solidFill>
                  <a:schemeClr val="accent1"/>
                </a:solidFill>
                <a:cs typeface="Arial" pitchFamily="34" charset="0"/>
              </a:rPr>
              <a:t>Insert a new slide:</a:t>
            </a:r>
          </a:p>
          <a:p>
            <a:pPr marL="114506" indent="-114506">
              <a:spcAft>
                <a:spcPts val="477"/>
              </a:spcAft>
              <a:buClr>
                <a:schemeClr val="accent1"/>
              </a:buClr>
              <a:buFont typeface="Arial" pitchFamily="34" charset="0"/>
              <a:buChar char="•"/>
            </a:pPr>
            <a:r>
              <a:rPr lang="en-AU" sz="954">
                <a:solidFill>
                  <a:schemeClr val="tx2"/>
                </a:solidFill>
                <a:cs typeface="Arial" pitchFamily="34" charset="0"/>
              </a:rPr>
              <a:t>Click </a:t>
            </a:r>
            <a:r>
              <a:rPr lang="en-AU" sz="954" b="1">
                <a:solidFill>
                  <a:schemeClr val="tx2"/>
                </a:solidFill>
                <a:cs typeface="Arial" pitchFamily="34" charset="0"/>
              </a:rPr>
              <a:t>New Slide </a:t>
            </a:r>
          </a:p>
          <a:p>
            <a:pPr marL="114506" indent="-114506">
              <a:spcAft>
                <a:spcPts val="477"/>
              </a:spcAft>
              <a:buClr>
                <a:schemeClr val="accent1"/>
              </a:buClr>
              <a:buFont typeface="Arial" pitchFamily="34" charset="0"/>
              <a:buChar char="•"/>
            </a:pPr>
            <a:r>
              <a:rPr lang="en-AU" sz="954">
                <a:solidFill>
                  <a:schemeClr val="tx2"/>
                </a:solidFill>
                <a:cs typeface="Arial" pitchFamily="34" charset="0"/>
              </a:rPr>
              <a:t>Slide layouts will be previewed.</a:t>
            </a:r>
          </a:p>
          <a:p>
            <a:pPr marL="114506" indent="-114506">
              <a:spcAft>
                <a:spcPts val="477"/>
              </a:spcAft>
              <a:buClr>
                <a:schemeClr val="accent1"/>
              </a:buClr>
              <a:buFont typeface="Arial" pitchFamily="34" charset="0"/>
              <a:buChar char="•"/>
            </a:pPr>
            <a:r>
              <a:rPr lang="en-AU" sz="954">
                <a:solidFill>
                  <a:schemeClr val="tx2"/>
                </a:solidFill>
                <a:cs typeface="Arial" pitchFamily="34" charset="0"/>
              </a:rPr>
              <a:t>Select a layout by clicking the thumbnail.</a:t>
            </a:r>
          </a:p>
        </p:txBody>
      </p:sp>
      <p:cxnSp>
        <p:nvCxnSpPr>
          <p:cNvPr id="28" name="Straight Arrow Connector 27">
            <a:extLst>
              <a:ext uri="{FF2B5EF4-FFF2-40B4-BE49-F238E27FC236}">
                <a16:creationId xmlns:a16="http://schemas.microsoft.com/office/drawing/2014/main" id="{32A66DDD-ABFF-4A60-8007-79A6FEA3AC52}"/>
              </a:ext>
            </a:extLst>
          </p:cNvPr>
          <p:cNvCxnSpPr>
            <a:cxnSpLocks/>
          </p:cNvCxnSpPr>
          <p:nvPr userDrawn="1"/>
        </p:nvCxnSpPr>
        <p:spPr>
          <a:xfrm flipV="1">
            <a:off x="3635402" y="2948341"/>
            <a:ext cx="0" cy="777099"/>
          </a:xfrm>
          <a:prstGeom prst="straightConnector1">
            <a:avLst/>
          </a:prstGeom>
          <a:ln w="19050">
            <a:solidFill>
              <a:schemeClr val="tx1"/>
            </a:solidFill>
            <a:round/>
            <a:headEnd w="sm" len="sm"/>
            <a:tailEnd type="oval"/>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ED5FE0E-9D02-48F9-93F3-269D9075CAD5}"/>
              </a:ext>
            </a:extLst>
          </p:cNvPr>
          <p:cNvCxnSpPr>
            <a:cxnSpLocks/>
          </p:cNvCxnSpPr>
          <p:nvPr userDrawn="1"/>
        </p:nvCxnSpPr>
        <p:spPr>
          <a:xfrm flipV="1">
            <a:off x="7779143" y="2965795"/>
            <a:ext cx="0" cy="759645"/>
          </a:xfrm>
          <a:prstGeom prst="straightConnector1">
            <a:avLst/>
          </a:prstGeom>
          <a:ln w="19050">
            <a:solidFill>
              <a:schemeClr val="tx1"/>
            </a:solidFill>
            <a:round/>
            <a:headEnd w="sm" len="sm"/>
            <a:tailEnd type="oval"/>
          </a:ln>
        </p:spPr>
        <p:style>
          <a:lnRef idx="1">
            <a:schemeClr val="accent1"/>
          </a:lnRef>
          <a:fillRef idx="0">
            <a:schemeClr val="accent1"/>
          </a:fillRef>
          <a:effectRef idx="0">
            <a:schemeClr val="accent1"/>
          </a:effectRef>
          <a:fontRef idx="minor">
            <a:schemeClr val="tx1"/>
          </a:fontRef>
        </p:style>
      </p:cxnSp>
      <p:cxnSp>
        <p:nvCxnSpPr>
          <p:cNvPr id="35" name="Straight Arrow Connector 30">
            <a:extLst>
              <a:ext uri="{FF2B5EF4-FFF2-40B4-BE49-F238E27FC236}">
                <a16:creationId xmlns:a16="http://schemas.microsoft.com/office/drawing/2014/main" id="{2355578A-FDCE-4220-9EFD-C089558ACFC7}"/>
              </a:ext>
            </a:extLst>
          </p:cNvPr>
          <p:cNvCxnSpPr>
            <a:cxnSpLocks/>
          </p:cNvCxnSpPr>
          <p:nvPr userDrawn="1"/>
        </p:nvCxnSpPr>
        <p:spPr>
          <a:xfrm flipV="1">
            <a:off x="9202238" y="2951257"/>
            <a:ext cx="0" cy="774183"/>
          </a:xfrm>
          <a:prstGeom prst="straightConnector1">
            <a:avLst/>
          </a:prstGeom>
          <a:ln w="19050">
            <a:solidFill>
              <a:schemeClr val="tx1"/>
            </a:solidFill>
            <a:round/>
            <a:headEnd w="sm" len="sm"/>
            <a:tailEnd type="oval"/>
          </a:ln>
        </p:spPr>
        <p:style>
          <a:lnRef idx="1">
            <a:schemeClr val="accent1"/>
          </a:lnRef>
          <a:fillRef idx="0">
            <a:schemeClr val="accent1"/>
          </a:fillRef>
          <a:effectRef idx="0">
            <a:schemeClr val="accent1"/>
          </a:effectRef>
          <a:fontRef idx="minor">
            <a:schemeClr val="tx1"/>
          </a:fontRef>
        </p:style>
      </p:cxnSp>
      <p:cxnSp>
        <p:nvCxnSpPr>
          <p:cNvPr id="38" name="Straight Arrow Connector 30">
            <a:extLst>
              <a:ext uri="{FF2B5EF4-FFF2-40B4-BE49-F238E27FC236}">
                <a16:creationId xmlns:a16="http://schemas.microsoft.com/office/drawing/2014/main" id="{873B7AB3-C543-41AB-A5D7-5F97AD097EFA}"/>
              </a:ext>
            </a:extLst>
          </p:cNvPr>
          <p:cNvCxnSpPr>
            <a:cxnSpLocks/>
          </p:cNvCxnSpPr>
          <p:nvPr userDrawn="1"/>
        </p:nvCxnSpPr>
        <p:spPr>
          <a:xfrm flipV="1">
            <a:off x="6303163" y="2965795"/>
            <a:ext cx="0" cy="759645"/>
          </a:xfrm>
          <a:prstGeom prst="straightConnector1">
            <a:avLst/>
          </a:prstGeom>
          <a:ln w="19050">
            <a:solidFill>
              <a:schemeClr val="tx1"/>
            </a:solidFill>
            <a:round/>
            <a:headEnd w="sm" len="sm"/>
            <a:tailEnd type="oval"/>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C4D6DFE-1539-4057-9D11-B9D127A16270}"/>
              </a:ext>
            </a:extLst>
          </p:cNvPr>
          <p:cNvCxnSpPr>
            <a:cxnSpLocks/>
          </p:cNvCxnSpPr>
          <p:nvPr userDrawn="1"/>
        </p:nvCxnSpPr>
        <p:spPr>
          <a:xfrm flipV="1">
            <a:off x="4907354" y="3221384"/>
            <a:ext cx="0" cy="504056"/>
          </a:xfrm>
          <a:prstGeom prst="straightConnector1">
            <a:avLst/>
          </a:prstGeom>
          <a:ln w="19050">
            <a:solidFill>
              <a:schemeClr val="tx1"/>
            </a:solidFill>
            <a:round/>
            <a:headEnd w="sm" len="sm"/>
            <a:tailEnd type="oval"/>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16DE7E2-0AC6-4B1D-8FBC-CB6187EF3105}"/>
              </a:ext>
            </a:extLst>
          </p:cNvPr>
          <p:cNvCxnSpPr>
            <a:cxnSpLocks/>
          </p:cNvCxnSpPr>
          <p:nvPr userDrawn="1"/>
        </p:nvCxnSpPr>
        <p:spPr>
          <a:xfrm>
            <a:off x="860059" y="2996952"/>
            <a:ext cx="1671031" cy="0"/>
          </a:xfrm>
          <a:prstGeom prst="straightConnector1">
            <a:avLst/>
          </a:prstGeom>
          <a:ln w="19050">
            <a:solidFill>
              <a:schemeClr val="tx1"/>
            </a:solidFill>
            <a:round/>
            <a:headEnd w="sm" len="sm"/>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553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03 Instructio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C328B2-D88F-457D-90A5-2E297E96B906}"/>
              </a:ext>
            </a:extLst>
          </p:cNvPr>
          <p:cNvPicPr>
            <a:picLocks noChangeAspect="1"/>
          </p:cNvPicPr>
          <p:nvPr userDrawn="1"/>
        </p:nvPicPr>
        <p:blipFill>
          <a:blip r:embed="rId2"/>
          <a:stretch>
            <a:fillRect/>
          </a:stretch>
        </p:blipFill>
        <p:spPr>
          <a:xfrm>
            <a:off x="1010401" y="4581825"/>
            <a:ext cx="1536416" cy="1241639"/>
          </a:xfrm>
          <a:prstGeom prst="rect">
            <a:avLst/>
          </a:prstGeom>
        </p:spPr>
      </p:pic>
      <p:sp>
        <p:nvSpPr>
          <p:cNvPr id="6" name="TextBox 5">
            <a:extLst>
              <a:ext uri="{FF2B5EF4-FFF2-40B4-BE49-F238E27FC236}">
                <a16:creationId xmlns:a16="http://schemas.microsoft.com/office/drawing/2014/main" id="{A3B10725-8C1F-44A8-BE23-E8654A7E41F9}"/>
              </a:ext>
            </a:extLst>
          </p:cNvPr>
          <p:cNvSpPr txBox="1"/>
          <p:nvPr userDrawn="1"/>
        </p:nvSpPr>
        <p:spPr>
          <a:xfrm>
            <a:off x="1009800" y="480600"/>
            <a:ext cx="8189931" cy="334360"/>
          </a:xfrm>
          <a:prstGeom prst="rect">
            <a:avLst/>
          </a:prstGeom>
        </p:spPr>
        <p:txBody>
          <a:bodyPr vert="horz" lIns="0" tIns="0" rIns="0" bIns="0" rtlCol="0" anchor="t">
            <a:noAutofit/>
          </a:bodyPr>
          <a:lstStyle>
            <a:lvl1pPr>
              <a:lnSpc>
                <a:spcPct val="80000"/>
              </a:lnSpc>
              <a:spcBef>
                <a:spcPct val="0"/>
              </a:spcBef>
              <a:buNone/>
              <a:defRPr sz="2600" b="1">
                <a:latin typeface="+mj-lt"/>
                <a:ea typeface="+mj-ea"/>
                <a:cs typeface="Arial" pitchFamily="34" charset="0"/>
              </a:defRPr>
            </a:lvl1pPr>
          </a:lstStyle>
          <a:p>
            <a:r>
              <a:rPr lang="en-AU" sz="1909">
                <a:solidFill>
                  <a:schemeClr val="accent1"/>
                </a:solidFill>
                <a:latin typeface="+mn-lt"/>
              </a:rPr>
              <a:t>Colours</a:t>
            </a:r>
          </a:p>
        </p:txBody>
      </p:sp>
      <p:grpSp>
        <p:nvGrpSpPr>
          <p:cNvPr id="7" name="Group 6">
            <a:extLst>
              <a:ext uri="{FF2B5EF4-FFF2-40B4-BE49-F238E27FC236}">
                <a16:creationId xmlns:a16="http://schemas.microsoft.com/office/drawing/2014/main" id="{0648E7A7-AB75-4CCE-BDC6-FB177B956A54}"/>
              </a:ext>
            </a:extLst>
          </p:cNvPr>
          <p:cNvGrpSpPr/>
          <p:nvPr userDrawn="1"/>
        </p:nvGrpSpPr>
        <p:grpSpPr>
          <a:xfrm>
            <a:off x="7496556" y="2404208"/>
            <a:ext cx="3080033" cy="484301"/>
            <a:chOff x="2462360" y="1253094"/>
            <a:chExt cx="3279770" cy="608886"/>
          </a:xfrm>
        </p:grpSpPr>
        <p:sp>
          <p:nvSpPr>
            <p:cNvPr id="8" name="Rectangle 149">
              <a:extLst>
                <a:ext uri="{FF2B5EF4-FFF2-40B4-BE49-F238E27FC236}">
                  <a16:creationId xmlns:a16="http://schemas.microsoft.com/office/drawing/2014/main" id="{111C9F0A-13D9-4197-8925-ADD3B61F275E}"/>
                </a:ext>
              </a:extLst>
            </p:cNvPr>
            <p:cNvSpPr>
              <a:spLocks noChangeArrowheads="1"/>
            </p:cNvSpPr>
            <p:nvPr/>
          </p:nvSpPr>
          <p:spPr bwMode="auto">
            <a:xfrm>
              <a:off x="2557843" y="1367815"/>
              <a:ext cx="396000" cy="396000"/>
            </a:xfrm>
            <a:prstGeom prst="rect">
              <a:avLst/>
            </a:prstGeom>
            <a:solidFill>
              <a:schemeClr val="accent1"/>
            </a:solidFill>
            <a:ln w="1270">
              <a:solidFill>
                <a:schemeClr val="tx1"/>
              </a:solidFill>
              <a:miter lim="800000"/>
              <a:headEnd/>
              <a:tailEnd/>
            </a:ln>
          </p:spPr>
          <p:txBody>
            <a:bodyPr vert="horz" wrap="square" lIns="0" tIns="0" rIns="0" bIns="0" numCol="1" anchor="ctr" anchorCtr="0" compatLnSpc="1">
              <a:prstTxWarp prst="textNoShape">
                <a:avLst/>
              </a:prstTxWarp>
            </a:bodyPr>
            <a:lstStyle/>
            <a:p>
              <a:pPr algn="ctr"/>
              <a:r>
                <a:rPr lang="en-AU" sz="1591">
                  <a:solidFill>
                    <a:schemeClr val="bg1"/>
                  </a:solidFill>
                  <a:latin typeface="+mj-lt"/>
                </a:rPr>
                <a:t>1</a:t>
              </a:r>
            </a:p>
          </p:txBody>
        </p:sp>
        <p:sp>
          <p:nvSpPr>
            <p:cNvPr id="9" name="Rectangle 149">
              <a:extLst>
                <a:ext uri="{FF2B5EF4-FFF2-40B4-BE49-F238E27FC236}">
                  <a16:creationId xmlns:a16="http://schemas.microsoft.com/office/drawing/2014/main" id="{950FC8EB-6FBF-48EE-9AB1-A2FEBCD3F237}"/>
                </a:ext>
              </a:extLst>
            </p:cNvPr>
            <p:cNvSpPr>
              <a:spLocks noChangeArrowheads="1"/>
            </p:cNvSpPr>
            <p:nvPr/>
          </p:nvSpPr>
          <p:spPr bwMode="auto">
            <a:xfrm>
              <a:off x="3097498" y="1367815"/>
              <a:ext cx="396000" cy="396000"/>
            </a:xfrm>
            <a:prstGeom prst="rect">
              <a:avLst/>
            </a:prstGeom>
            <a:solidFill>
              <a:schemeClr val="accent2"/>
            </a:solidFill>
            <a:ln w="1270">
              <a:solidFill>
                <a:schemeClr val="tx1"/>
              </a:solidFill>
              <a:miter lim="800000"/>
              <a:headEnd/>
              <a:tailEnd/>
            </a:ln>
          </p:spPr>
          <p:txBody>
            <a:bodyPr vert="horz" wrap="square" lIns="0" tIns="0" rIns="0" bIns="0" numCol="1" anchor="ctr" anchorCtr="0" compatLnSpc="1">
              <a:prstTxWarp prst="textNoShape">
                <a:avLst/>
              </a:prstTxWarp>
            </a:bodyPr>
            <a:lstStyle/>
            <a:p>
              <a:pPr algn="ctr"/>
              <a:r>
                <a:rPr lang="en-AU" sz="1591">
                  <a:solidFill>
                    <a:schemeClr val="bg1"/>
                  </a:solidFill>
                  <a:latin typeface="+mj-lt"/>
                </a:rPr>
                <a:t>2</a:t>
              </a:r>
            </a:p>
          </p:txBody>
        </p:sp>
        <p:sp>
          <p:nvSpPr>
            <p:cNvPr id="10" name="Rectangle 149">
              <a:extLst>
                <a:ext uri="{FF2B5EF4-FFF2-40B4-BE49-F238E27FC236}">
                  <a16:creationId xmlns:a16="http://schemas.microsoft.com/office/drawing/2014/main" id="{2B8C8847-AD05-41F0-B576-1A2393E01936}"/>
                </a:ext>
              </a:extLst>
            </p:cNvPr>
            <p:cNvSpPr>
              <a:spLocks noChangeArrowheads="1"/>
            </p:cNvSpPr>
            <p:nvPr/>
          </p:nvSpPr>
          <p:spPr bwMode="auto">
            <a:xfrm>
              <a:off x="3637153" y="1367815"/>
              <a:ext cx="396000" cy="396000"/>
            </a:xfrm>
            <a:prstGeom prst="rect">
              <a:avLst/>
            </a:prstGeom>
            <a:solidFill>
              <a:schemeClr val="accent3"/>
            </a:solidFill>
            <a:ln w="1270">
              <a:solidFill>
                <a:schemeClr val="tx1"/>
              </a:solidFill>
              <a:miter lim="800000"/>
              <a:headEnd/>
              <a:tailEnd/>
            </a:ln>
          </p:spPr>
          <p:txBody>
            <a:bodyPr vert="horz" wrap="square" lIns="0" tIns="0" rIns="0" bIns="0" numCol="1" anchor="ctr" anchorCtr="0" compatLnSpc="1">
              <a:prstTxWarp prst="textNoShape">
                <a:avLst/>
              </a:prstTxWarp>
            </a:bodyPr>
            <a:lstStyle/>
            <a:p>
              <a:pPr algn="ctr"/>
              <a:r>
                <a:rPr lang="en-AU" sz="1591">
                  <a:solidFill>
                    <a:schemeClr val="bg1"/>
                  </a:solidFill>
                  <a:latin typeface="+mj-lt"/>
                </a:rPr>
                <a:t>3</a:t>
              </a:r>
            </a:p>
          </p:txBody>
        </p:sp>
        <p:sp>
          <p:nvSpPr>
            <p:cNvPr id="11" name="Rectangle 149">
              <a:extLst>
                <a:ext uri="{FF2B5EF4-FFF2-40B4-BE49-F238E27FC236}">
                  <a16:creationId xmlns:a16="http://schemas.microsoft.com/office/drawing/2014/main" id="{C131A075-0109-4E27-8E11-FF1BB33D148D}"/>
                </a:ext>
              </a:extLst>
            </p:cNvPr>
            <p:cNvSpPr>
              <a:spLocks noChangeArrowheads="1"/>
            </p:cNvSpPr>
            <p:nvPr/>
          </p:nvSpPr>
          <p:spPr bwMode="auto">
            <a:xfrm>
              <a:off x="4176808" y="1367815"/>
              <a:ext cx="396000" cy="396000"/>
            </a:xfrm>
            <a:prstGeom prst="rect">
              <a:avLst/>
            </a:prstGeom>
            <a:solidFill>
              <a:schemeClr val="accent4"/>
            </a:solidFill>
            <a:ln w="1270">
              <a:solidFill>
                <a:schemeClr val="tx1"/>
              </a:solidFill>
              <a:miter lim="800000"/>
              <a:headEnd/>
              <a:tailEnd/>
            </a:ln>
          </p:spPr>
          <p:txBody>
            <a:bodyPr vert="horz" wrap="square" lIns="0" tIns="0" rIns="0" bIns="0" numCol="1" anchor="ctr" anchorCtr="0" compatLnSpc="1">
              <a:prstTxWarp prst="textNoShape">
                <a:avLst/>
              </a:prstTxWarp>
            </a:bodyPr>
            <a:lstStyle/>
            <a:p>
              <a:pPr algn="ctr"/>
              <a:r>
                <a:rPr lang="en-AU" sz="1591">
                  <a:solidFill>
                    <a:schemeClr val="bg1"/>
                  </a:solidFill>
                  <a:latin typeface="+mj-lt"/>
                </a:rPr>
                <a:t>4</a:t>
              </a:r>
            </a:p>
          </p:txBody>
        </p:sp>
        <p:sp>
          <p:nvSpPr>
            <p:cNvPr id="12" name="Rectangle 149">
              <a:extLst>
                <a:ext uri="{FF2B5EF4-FFF2-40B4-BE49-F238E27FC236}">
                  <a16:creationId xmlns:a16="http://schemas.microsoft.com/office/drawing/2014/main" id="{1DAF2D18-E603-4997-B0C0-46F9D14085F5}"/>
                </a:ext>
              </a:extLst>
            </p:cNvPr>
            <p:cNvSpPr>
              <a:spLocks noChangeArrowheads="1"/>
            </p:cNvSpPr>
            <p:nvPr/>
          </p:nvSpPr>
          <p:spPr bwMode="auto">
            <a:xfrm>
              <a:off x="4716463" y="1367815"/>
              <a:ext cx="396000" cy="396000"/>
            </a:xfrm>
            <a:prstGeom prst="rect">
              <a:avLst/>
            </a:prstGeom>
            <a:solidFill>
              <a:schemeClr val="accent5"/>
            </a:solidFill>
            <a:ln w="1270">
              <a:solidFill>
                <a:schemeClr val="tx1"/>
              </a:solidFill>
              <a:miter lim="800000"/>
              <a:headEnd/>
              <a:tailEnd/>
            </a:ln>
          </p:spPr>
          <p:txBody>
            <a:bodyPr vert="horz" wrap="square" lIns="0" tIns="0" rIns="0" bIns="0" numCol="1" anchor="ctr" anchorCtr="0" compatLnSpc="1">
              <a:prstTxWarp prst="textNoShape">
                <a:avLst/>
              </a:prstTxWarp>
            </a:bodyPr>
            <a:lstStyle/>
            <a:p>
              <a:pPr algn="ctr"/>
              <a:r>
                <a:rPr lang="en-AU" sz="1591">
                  <a:solidFill>
                    <a:schemeClr val="bg2"/>
                  </a:solidFill>
                  <a:latin typeface="+mj-lt"/>
                </a:rPr>
                <a:t>5</a:t>
              </a:r>
            </a:p>
          </p:txBody>
        </p:sp>
        <p:sp>
          <p:nvSpPr>
            <p:cNvPr id="13" name="Rectangle 149">
              <a:extLst>
                <a:ext uri="{FF2B5EF4-FFF2-40B4-BE49-F238E27FC236}">
                  <a16:creationId xmlns:a16="http://schemas.microsoft.com/office/drawing/2014/main" id="{04CCD80E-0024-44DA-8A71-6D1BC689A5B7}"/>
                </a:ext>
              </a:extLst>
            </p:cNvPr>
            <p:cNvSpPr>
              <a:spLocks noChangeArrowheads="1"/>
            </p:cNvSpPr>
            <p:nvPr/>
          </p:nvSpPr>
          <p:spPr bwMode="auto">
            <a:xfrm>
              <a:off x="5256120" y="1367815"/>
              <a:ext cx="396000" cy="396000"/>
            </a:xfrm>
            <a:prstGeom prst="rect">
              <a:avLst/>
            </a:prstGeom>
            <a:solidFill>
              <a:schemeClr val="accent6"/>
            </a:solidFill>
            <a:ln w="1270">
              <a:solidFill>
                <a:schemeClr val="tx1"/>
              </a:solidFill>
              <a:miter lim="800000"/>
              <a:headEnd/>
              <a:tailEnd/>
            </a:ln>
          </p:spPr>
          <p:txBody>
            <a:bodyPr vert="horz" wrap="square" lIns="0" tIns="0" rIns="0" bIns="0" numCol="1" anchor="ctr" anchorCtr="0" compatLnSpc="1">
              <a:prstTxWarp prst="textNoShape">
                <a:avLst/>
              </a:prstTxWarp>
            </a:bodyPr>
            <a:lstStyle/>
            <a:p>
              <a:pPr algn="ctr"/>
              <a:r>
                <a:rPr lang="en-AU" sz="1591">
                  <a:solidFill>
                    <a:schemeClr val="bg2"/>
                  </a:solidFill>
                  <a:latin typeface="+mj-lt"/>
                </a:rPr>
                <a:t>6</a:t>
              </a:r>
            </a:p>
          </p:txBody>
        </p:sp>
        <p:sp>
          <p:nvSpPr>
            <p:cNvPr id="14" name="Rectangle 13">
              <a:extLst>
                <a:ext uri="{FF2B5EF4-FFF2-40B4-BE49-F238E27FC236}">
                  <a16:creationId xmlns:a16="http://schemas.microsoft.com/office/drawing/2014/main" id="{CB31DE46-A2A8-4F56-9CFE-FF1CE81E3C48}"/>
                </a:ext>
              </a:extLst>
            </p:cNvPr>
            <p:cNvSpPr/>
            <p:nvPr/>
          </p:nvSpPr>
          <p:spPr>
            <a:xfrm>
              <a:off x="2462360" y="1253094"/>
              <a:ext cx="3279770" cy="608886"/>
            </a:xfrm>
            <a:prstGeom prst="rect">
              <a:avLst/>
            </a:prstGeom>
            <a:noFill/>
            <a:ln w="127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1114">
                <a:solidFill>
                  <a:schemeClr val="tx2"/>
                </a:solidFill>
                <a:latin typeface="+mj-lt"/>
              </a:endParaRPr>
            </a:p>
          </p:txBody>
        </p:sp>
      </p:grpSp>
      <p:grpSp>
        <p:nvGrpSpPr>
          <p:cNvPr id="15" name="Group 14">
            <a:extLst>
              <a:ext uri="{FF2B5EF4-FFF2-40B4-BE49-F238E27FC236}">
                <a16:creationId xmlns:a16="http://schemas.microsoft.com/office/drawing/2014/main" id="{4CB3C5ED-E566-4937-B30B-9428AD865214}"/>
              </a:ext>
            </a:extLst>
          </p:cNvPr>
          <p:cNvGrpSpPr/>
          <p:nvPr userDrawn="1"/>
        </p:nvGrpSpPr>
        <p:grpSpPr>
          <a:xfrm>
            <a:off x="4911685" y="2404208"/>
            <a:ext cx="1956619" cy="484301"/>
            <a:chOff x="257638" y="1253094"/>
            <a:chExt cx="2248632" cy="608886"/>
          </a:xfrm>
        </p:grpSpPr>
        <p:sp>
          <p:nvSpPr>
            <p:cNvPr id="16" name="Rectangle 149">
              <a:extLst>
                <a:ext uri="{FF2B5EF4-FFF2-40B4-BE49-F238E27FC236}">
                  <a16:creationId xmlns:a16="http://schemas.microsoft.com/office/drawing/2014/main" id="{2D36542A-EC0E-4D22-AE07-BBF92D98F533}"/>
                </a:ext>
              </a:extLst>
            </p:cNvPr>
            <p:cNvSpPr>
              <a:spLocks noChangeArrowheads="1"/>
            </p:cNvSpPr>
            <p:nvPr/>
          </p:nvSpPr>
          <p:spPr bwMode="auto">
            <a:xfrm>
              <a:off x="361135" y="1367815"/>
              <a:ext cx="396000" cy="395999"/>
            </a:xfrm>
            <a:prstGeom prst="rect">
              <a:avLst/>
            </a:prstGeom>
            <a:solidFill>
              <a:schemeClr val="bg1"/>
            </a:solidFill>
            <a:ln w="1270">
              <a:solidFill>
                <a:srgbClr val="000000"/>
              </a:solidFill>
              <a:miter lim="800000"/>
              <a:headEnd/>
              <a:tailEnd/>
            </a:ln>
          </p:spPr>
          <p:txBody>
            <a:bodyPr vert="horz" wrap="square" lIns="0" tIns="0" rIns="0" bIns="0" numCol="1" anchor="ctr" anchorCtr="0" compatLnSpc="1">
              <a:prstTxWarp prst="textNoShape">
                <a:avLst/>
              </a:prstTxWarp>
            </a:bodyPr>
            <a:lstStyle/>
            <a:p>
              <a:pPr algn="ctr"/>
              <a:endParaRPr lang="en-AU" sz="1591">
                <a:solidFill>
                  <a:schemeClr val="tx2"/>
                </a:solidFill>
                <a:latin typeface="+mj-lt"/>
              </a:endParaRPr>
            </a:p>
          </p:txBody>
        </p:sp>
        <p:sp>
          <p:nvSpPr>
            <p:cNvPr id="17" name="Rectangle 149">
              <a:extLst>
                <a:ext uri="{FF2B5EF4-FFF2-40B4-BE49-F238E27FC236}">
                  <a16:creationId xmlns:a16="http://schemas.microsoft.com/office/drawing/2014/main" id="{226A34AB-943C-4917-B788-F95768974004}"/>
                </a:ext>
              </a:extLst>
            </p:cNvPr>
            <p:cNvSpPr>
              <a:spLocks noChangeArrowheads="1"/>
            </p:cNvSpPr>
            <p:nvPr/>
          </p:nvSpPr>
          <p:spPr bwMode="auto">
            <a:xfrm>
              <a:off x="900790" y="1367815"/>
              <a:ext cx="396000" cy="395999"/>
            </a:xfrm>
            <a:prstGeom prst="rect">
              <a:avLst/>
            </a:prstGeom>
            <a:solidFill>
              <a:schemeClr val="tx1"/>
            </a:solidFill>
            <a:ln w="1270">
              <a:solidFill>
                <a:schemeClr val="tx1"/>
              </a:solidFill>
              <a:miter lim="800000"/>
              <a:headEnd/>
              <a:tailEnd/>
            </a:ln>
          </p:spPr>
          <p:txBody>
            <a:bodyPr vert="horz" wrap="square" lIns="0" tIns="0" rIns="0" bIns="0" numCol="1" anchor="ctr" anchorCtr="0" compatLnSpc="1">
              <a:prstTxWarp prst="textNoShape">
                <a:avLst/>
              </a:prstTxWarp>
            </a:bodyPr>
            <a:lstStyle/>
            <a:p>
              <a:pPr algn="ctr"/>
              <a:endParaRPr lang="en-AU" sz="1591">
                <a:solidFill>
                  <a:schemeClr val="tx2"/>
                </a:solidFill>
                <a:latin typeface="+mj-lt"/>
              </a:endParaRPr>
            </a:p>
          </p:txBody>
        </p:sp>
        <p:sp>
          <p:nvSpPr>
            <p:cNvPr id="18" name="Rectangle 149">
              <a:extLst>
                <a:ext uri="{FF2B5EF4-FFF2-40B4-BE49-F238E27FC236}">
                  <a16:creationId xmlns:a16="http://schemas.microsoft.com/office/drawing/2014/main" id="{AC60E1C2-04B0-4CE7-A4E3-8E0183A8F7A5}"/>
                </a:ext>
              </a:extLst>
            </p:cNvPr>
            <p:cNvSpPr>
              <a:spLocks noChangeArrowheads="1"/>
            </p:cNvSpPr>
            <p:nvPr/>
          </p:nvSpPr>
          <p:spPr bwMode="auto">
            <a:xfrm>
              <a:off x="1440445" y="1367815"/>
              <a:ext cx="396000" cy="395999"/>
            </a:xfrm>
            <a:prstGeom prst="rect">
              <a:avLst/>
            </a:prstGeom>
            <a:solidFill>
              <a:schemeClr val="bg2"/>
            </a:solidFill>
            <a:ln w="1270">
              <a:solidFill>
                <a:schemeClr val="tx1"/>
              </a:solidFill>
              <a:miter lim="800000"/>
              <a:headEnd/>
              <a:tailEnd/>
            </a:ln>
          </p:spPr>
          <p:txBody>
            <a:bodyPr vert="horz" wrap="square" lIns="0" tIns="0" rIns="0" bIns="0" numCol="1" anchor="ctr" anchorCtr="0" compatLnSpc="1">
              <a:prstTxWarp prst="textNoShape">
                <a:avLst/>
              </a:prstTxWarp>
            </a:bodyPr>
            <a:lstStyle/>
            <a:p>
              <a:pPr algn="ctr"/>
              <a:endParaRPr lang="en-AU" sz="1591">
                <a:solidFill>
                  <a:schemeClr val="tx2"/>
                </a:solidFill>
                <a:latin typeface="+mj-lt"/>
              </a:endParaRPr>
            </a:p>
          </p:txBody>
        </p:sp>
        <p:sp>
          <p:nvSpPr>
            <p:cNvPr id="19" name="Rectangle 149">
              <a:extLst>
                <a:ext uri="{FF2B5EF4-FFF2-40B4-BE49-F238E27FC236}">
                  <a16:creationId xmlns:a16="http://schemas.microsoft.com/office/drawing/2014/main" id="{FD160983-3D73-4491-BD2B-B92FB49FD9F0}"/>
                </a:ext>
              </a:extLst>
            </p:cNvPr>
            <p:cNvSpPr>
              <a:spLocks noChangeArrowheads="1"/>
            </p:cNvSpPr>
            <p:nvPr/>
          </p:nvSpPr>
          <p:spPr bwMode="auto">
            <a:xfrm>
              <a:off x="1980100" y="1367815"/>
              <a:ext cx="396000" cy="395999"/>
            </a:xfrm>
            <a:prstGeom prst="rect">
              <a:avLst/>
            </a:prstGeom>
            <a:solidFill>
              <a:schemeClr val="tx2"/>
            </a:solidFill>
            <a:ln w="1270">
              <a:solidFill>
                <a:schemeClr val="tx1"/>
              </a:solidFill>
              <a:miter lim="800000"/>
              <a:headEnd/>
              <a:tailEnd/>
            </a:ln>
          </p:spPr>
          <p:txBody>
            <a:bodyPr vert="horz" wrap="square" lIns="0" tIns="0" rIns="0" bIns="0" numCol="1" anchor="ctr" anchorCtr="0" compatLnSpc="1">
              <a:prstTxWarp prst="textNoShape">
                <a:avLst/>
              </a:prstTxWarp>
            </a:bodyPr>
            <a:lstStyle/>
            <a:p>
              <a:pPr algn="ctr"/>
              <a:endParaRPr lang="en-AU" sz="1591">
                <a:solidFill>
                  <a:schemeClr val="tx2"/>
                </a:solidFill>
                <a:latin typeface="+mj-lt"/>
              </a:endParaRPr>
            </a:p>
          </p:txBody>
        </p:sp>
        <p:sp>
          <p:nvSpPr>
            <p:cNvPr id="20" name="Rectangle 19">
              <a:extLst>
                <a:ext uri="{FF2B5EF4-FFF2-40B4-BE49-F238E27FC236}">
                  <a16:creationId xmlns:a16="http://schemas.microsoft.com/office/drawing/2014/main" id="{5A4DC5CF-69F8-40EF-B89E-1D72A234431A}"/>
                </a:ext>
              </a:extLst>
            </p:cNvPr>
            <p:cNvSpPr/>
            <p:nvPr/>
          </p:nvSpPr>
          <p:spPr>
            <a:xfrm>
              <a:off x="257638" y="1253094"/>
              <a:ext cx="2248632" cy="608886"/>
            </a:xfrm>
            <a:prstGeom prst="rect">
              <a:avLst/>
            </a:prstGeom>
            <a:noFill/>
            <a:ln w="127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1114">
                <a:solidFill>
                  <a:schemeClr val="tx2"/>
                </a:solidFill>
                <a:latin typeface="+mj-lt"/>
              </a:endParaRPr>
            </a:p>
          </p:txBody>
        </p:sp>
      </p:grpSp>
      <p:sp>
        <p:nvSpPr>
          <p:cNvPr id="21" name="TextBox 20">
            <a:extLst>
              <a:ext uri="{FF2B5EF4-FFF2-40B4-BE49-F238E27FC236}">
                <a16:creationId xmlns:a16="http://schemas.microsoft.com/office/drawing/2014/main" id="{F22CFAA4-F307-47DA-9F4B-911BCF26A6CC}"/>
              </a:ext>
            </a:extLst>
          </p:cNvPr>
          <p:cNvSpPr txBox="1"/>
          <p:nvPr userDrawn="1"/>
        </p:nvSpPr>
        <p:spPr>
          <a:xfrm>
            <a:off x="4911685" y="2216921"/>
            <a:ext cx="1721296" cy="171457"/>
          </a:xfrm>
          <a:prstGeom prst="rect">
            <a:avLst/>
          </a:prstGeom>
          <a:noFill/>
        </p:spPr>
        <p:txBody>
          <a:bodyPr wrap="square" lIns="0" tIns="0" rIns="0" bIns="0" rtlCol="0">
            <a:spAutoFit/>
          </a:bodyPr>
          <a:lstStyle/>
          <a:p>
            <a:r>
              <a:rPr lang="en-AU" sz="1114" b="1">
                <a:solidFill>
                  <a:schemeClr val="accent1"/>
                </a:solidFill>
                <a:cs typeface="Arial" pitchFamily="34" charset="0"/>
              </a:rPr>
              <a:t>Text, headings or fills</a:t>
            </a:r>
          </a:p>
        </p:txBody>
      </p:sp>
      <p:sp>
        <p:nvSpPr>
          <p:cNvPr id="22" name="TextBox 21">
            <a:extLst>
              <a:ext uri="{FF2B5EF4-FFF2-40B4-BE49-F238E27FC236}">
                <a16:creationId xmlns:a16="http://schemas.microsoft.com/office/drawing/2014/main" id="{9536C780-E9FD-4B39-9071-93262EC0A990}"/>
              </a:ext>
            </a:extLst>
          </p:cNvPr>
          <p:cNvSpPr txBox="1"/>
          <p:nvPr userDrawn="1"/>
        </p:nvSpPr>
        <p:spPr>
          <a:xfrm>
            <a:off x="7496555" y="2216921"/>
            <a:ext cx="1721296" cy="171457"/>
          </a:xfrm>
          <a:prstGeom prst="rect">
            <a:avLst/>
          </a:prstGeom>
          <a:noFill/>
        </p:spPr>
        <p:txBody>
          <a:bodyPr wrap="square" lIns="0" tIns="0" rIns="0" bIns="0" rtlCol="0">
            <a:spAutoFit/>
          </a:bodyPr>
          <a:lstStyle/>
          <a:p>
            <a:r>
              <a:rPr lang="en-AU" sz="1114" b="1">
                <a:solidFill>
                  <a:schemeClr val="accent1"/>
                </a:solidFill>
                <a:cs typeface="Arial" pitchFamily="34" charset="0"/>
              </a:rPr>
              <a:t>Accent Colours</a:t>
            </a:r>
          </a:p>
        </p:txBody>
      </p:sp>
      <p:sp>
        <p:nvSpPr>
          <p:cNvPr id="23" name="Rectangle 22">
            <a:extLst>
              <a:ext uri="{FF2B5EF4-FFF2-40B4-BE49-F238E27FC236}">
                <a16:creationId xmlns:a16="http://schemas.microsoft.com/office/drawing/2014/main" id="{1E15949D-B661-4A35-97AB-9546604EEF53}"/>
              </a:ext>
            </a:extLst>
          </p:cNvPr>
          <p:cNvSpPr/>
          <p:nvPr userDrawn="1"/>
        </p:nvSpPr>
        <p:spPr>
          <a:xfrm>
            <a:off x="4911685" y="2968823"/>
            <a:ext cx="2264435" cy="603242"/>
          </a:xfrm>
          <a:prstGeom prst="rect">
            <a:avLst/>
          </a:prstGeom>
          <a:noFill/>
        </p:spPr>
        <p:txBody>
          <a:bodyPr wrap="square" lIns="0" tIns="0" rIns="0" bIns="0" rtlCol="0">
            <a:spAutoFit/>
          </a:bodyPr>
          <a:lstStyle/>
          <a:p>
            <a:pPr marL="114506" indent="-114506">
              <a:spcAft>
                <a:spcPts val="477"/>
              </a:spcAft>
              <a:buFont typeface="Arial" pitchFamily="34" charset="0"/>
              <a:buChar char="•"/>
            </a:pPr>
            <a:r>
              <a:rPr lang="en-AU" sz="876">
                <a:solidFill>
                  <a:srgbClr val="000000"/>
                </a:solidFill>
                <a:cs typeface="Arial" pitchFamily="34" charset="0"/>
              </a:rPr>
              <a:t>The swatches above are mainly used for headings, body text tables, or other elements.</a:t>
            </a:r>
          </a:p>
          <a:p>
            <a:pPr marL="114506" indent="-114506">
              <a:spcAft>
                <a:spcPts val="477"/>
              </a:spcAft>
              <a:buFont typeface="Arial" pitchFamily="34" charset="0"/>
              <a:buChar char="•"/>
            </a:pPr>
            <a:r>
              <a:rPr lang="en-AU" sz="876">
                <a:solidFill>
                  <a:srgbClr val="000000"/>
                </a:solidFill>
                <a:cs typeface="Arial" pitchFamily="34" charset="0"/>
              </a:rPr>
              <a:t>The colours will not be used automatically when populating charts.</a:t>
            </a:r>
            <a:endParaRPr lang="en-AU" sz="876" b="1">
              <a:solidFill>
                <a:srgbClr val="000000"/>
              </a:solidFill>
              <a:cs typeface="Arial" pitchFamily="34" charset="0"/>
            </a:endParaRPr>
          </a:p>
        </p:txBody>
      </p:sp>
      <p:grpSp>
        <p:nvGrpSpPr>
          <p:cNvPr id="24" name="Group 23">
            <a:extLst>
              <a:ext uri="{FF2B5EF4-FFF2-40B4-BE49-F238E27FC236}">
                <a16:creationId xmlns:a16="http://schemas.microsoft.com/office/drawing/2014/main" id="{A737A8D8-3129-47AF-9CBB-1F2EFF2638BB}"/>
              </a:ext>
            </a:extLst>
          </p:cNvPr>
          <p:cNvGrpSpPr/>
          <p:nvPr userDrawn="1"/>
        </p:nvGrpSpPr>
        <p:grpSpPr>
          <a:xfrm>
            <a:off x="1010400" y="4861594"/>
            <a:ext cx="1508303" cy="141996"/>
            <a:chOff x="398463" y="1935479"/>
            <a:chExt cx="1428708" cy="178523"/>
          </a:xfrm>
        </p:grpSpPr>
        <p:sp>
          <p:nvSpPr>
            <p:cNvPr id="25" name="Rectangle 24">
              <a:extLst>
                <a:ext uri="{FF2B5EF4-FFF2-40B4-BE49-F238E27FC236}">
                  <a16:creationId xmlns:a16="http://schemas.microsoft.com/office/drawing/2014/main" id="{8D8781DF-2188-468A-87C5-A36BAEFA20FB}"/>
                </a:ext>
              </a:extLst>
            </p:cNvPr>
            <p:cNvSpPr/>
            <p:nvPr/>
          </p:nvSpPr>
          <p:spPr>
            <a:xfrm>
              <a:off x="980731" y="1935479"/>
              <a:ext cx="846440" cy="177387"/>
            </a:xfrm>
            <a:prstGeom prst="rect">
              <a:avLst/>
            </a:prstGeom>
            <a:noFill/>
            <a:ln w="127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1114">
                <a:solidFill>
                  <a:schemeClr val="tx2"/>
                </a:solidFill>
                <a:latin typeface="+mj-lt"/>
              </a:endParaRPr>
            </a:p>
          </p:txBody>
        </p:sp>
        <p:sp>
          <p:nvSpPr>
            <p:cNvPr id="26" name="Rectangle 25">
              <a:extLst>
                <a:ext uri="{FF2B5EF4-FFF2-40B4-BE49-F238E27FC236}">
                  <a16:creationId xmlns:a16="http://schemas.microsoft.com/office/drawing/2014/main" id="{B0A34035-CE0F-4A6A-9C45-A8E82D722A1E}"/>
                </a:ext>
              </a:extLst>
            </p:cNvPr>
            <p:cNvSpPr/>
            <p:nvPr/>
          </p:nvSpPr>
          <p:spPr>
            <a:xfrm>
              <a:off x="398463" y="1935479"/>
              <a:ext cx="582268" cy="178523"/>
            </a:xfrm>
            <a:prstGeom prst="rect">
              <a:avLst/>
            </a:prstGeom>
            <a:noFill/>
            <a:ln w="127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1114">
                <a:solidFill>
                  <a:schemeClr val="tx2"/>
                </a:solidFill>
                <a:latin typeface="+mj-lt"/>
              </a:endParaRPr>
            </a:p>
          </p:txBody>
        </p:sp>
      </p:grpSp>
      <p:sp>
        <p:nvSpPr>
          <p:cNvPr id="27" name="Content Placeholder 2">
            <a:extLst>
              <a:ext uri="{FF2B5EF4-FFF2-40B4-BE49-F238E27FC236}">
                <a16:creationId xmlns:a16="http://schemas.microsoft.com/office/drawing/2014/main" id="{D9F16EA8-A5C9-4D3E-B018-498240141789}"/>
              </a:ext>
            </a:extLst>
          </p:cNvPr>
          <p:cNvSpPr txBox="1">
            <a:spLocks/>
          </p:cNvSpPr>
          <p:nvPr userDrawn="1"/>
        </p:nvSpPr>
        <p:spPr>
          <a:xfrm>
            <a:off x="1009800" y="982884"/>
            <a:ext cx="9143563" cy="1305597"/>
          </a:xfrm>
          <a:prstGeom prst="rect">
            <a:avLst/>
          </a:prstGeom>
        </p:spPr>
        <p:txBody>
          <a:bodyPr lIns="0" tIns="0" rIns="0" bIns="0"/>
          <a:lstStyle>
            <a:lvl1pPr marL="0" indent="0" algn="l" defTabSz="914400" rtl="0" eaLnBrk="1" latinLnBrk="0" hangingPunct="1">
              <a:spcBef>
                <a:spcPts val="0"/>
              </a:spcBef>
              <a:buFont typeface="Arial" pitchFamily="34" charset="0"/>
              <a:buNone/>
              <a:defRPr sz="1600" b="1" kern="1200">
                <a:solidFill>
                  <a:schemeClr val="tx2"/>
                </a:solidFill>
                <a:latin typeface="+mn-lt"/>
                <a:ea typeface="+mn-ea"/>
                <a:cs typeface="Arial" pitchFamily="34" charset="0"/>
              </a:defRPr>
            </a:lvl1pPr>
            <a:lvl2pPr marL="0" indent="0" algn="l" defTabSz="914400" rtl="0" eaLnBrk="1" latinLnBrk="0" hangingPunct="1">
              <a:spcBef>
                <a:spcPts val="0"/>
              </a:spcBef>
              <a:buFont typeface="Arial" pitchFamily="34" charset="0"/>
              <a:buNone/>
              <a:defRPr sz="1600" kern="1200">
                <a:solidFill>
                  <a:schemeClr val="tx1"/>
                </a:solidFill>
                <a:latin typeface="+mn-lt"/>
                <a:ea typeface="+mn-ea"/>
                <a:cs typeface="Arial" pitchFamily="34" charset="0"/>
              </a:defRPr>
            </a:lvl2pPr>
            <a:lvl3pPr marL="107950" indent="-10795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3pPr>
            <a:lvl4pPr marL="324000" indent="-108000" algn="l" defTabSz="914400" rtl="0" eaLnBrk="1" latinLnBrk="0" hangingPunct="1">
              <a:spcBef>
                <a:spcPts val="0"/>
              </a:spcBef>
              <a:buClr>
                <a:schemeClr val="tx1"/>
              </a:buClr>
              <a:buFont typeface="Arial" pitchFamily="34" charset="0"/>
              <a:buChar char="•"/>
              <a:defRPr sz="1600" kern="1200">
                <a:solidFill>
                  <a:schemeClr val="tx1"/>
                </a:solidFill>
                <a:latin typeface="+mn-lt"/>
                <a:ea typeface="+mn-ea"/>
                <a:cs typeface="Arial" pitchFamily="34" charset="0"/>
              </a:defRPr>
            </a:lvl4pPr>
            <a:lvl5pPr marL="324000" indent="-108000" algn="l" defTabSz="914400" rtl="0" eaLnBrk="1" latinLnBrk="0" hangingPunct="1">
              <a:spcBef>
                <a:spcPts val="0"/>
              </a:spcBef>
              <a:buClr>
                <a:schemeClr val="tx2"/>
              </a:buClr>
              <a:buFont typeface="Arial" pitchFamily="34" charset="0"/>
              <a:buChar char="•"/>
              <a:defRPr sz="1600" kern="1200" baseline="0">
                <a:solidFill>
                  <a:schemeClr val="tx1"/>
                </a:solidFill>
                <a:latin typeface="+mn-lt"/>
                <a:ea typeface="+mn-ea"/>
                <a:cs typeface="Arial" pitchFamily="34" charset="0"/>
              </a:defRPr>
            </a:lvl5pPr>
            <a:lvl6pPr marL="432000" indent="-108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6pPr>
            <a:lvl7pPr marL="648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7pPr>
            <a:lvl8pPr marL="756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8pPr>
            <a:lvl9pPr marL="864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9pPr>
          </a:lstStyle>
          <a:p>
            <a:r>
              <a:rPr lang="en-AU" sz="1432">
                <a:solidFill>
                  <a:schemeClr val="accent1"/>
                </a:solidFill>
              </a:rPr>
              <a:t>Colour swatches</a:t>
            </a:r>
          </a:p>
          <a:p>
            <a:pPr lvl="1"/>
            <a:r>
              <a:rPr lang="en-AU" sz="1114">
                <a:solidFill>
                  <a:schemeClr val="tx2"/>
                </a:solidFill>
              </a:rPr>
              <a:t>Understanding colour swatches can make all the difference to the efficiency of creating a presentation and the readability for the viewer.</a:t>
            </a:r>
          </a:p>
          <a:p>
            <a:pPr lvl="1"/>
            <a:endParaRPr lang="en-AU" sz="1114">
              <a:solidFill>
                <a:schemeClr val="tx2"/>
              </a:solidFill>
            </a:endParaRPr>
          </a:p>
          <a:p>
            <a:pPr lvl="1"/>
            <a:r>
              <a:rPr lang="en-AU" sz="1114">
                <a:solidFill>
                  <a:schemeClr val="tx2"/>
                </a:solidFill>
              </a:rPr>
              <a:t>The IP Australia corporate colours are available through ‘Theme Colours’. </a:t>
            </a:r>
          </a:p>
          <a:p>
            <a:pPr lvl="1"/>
            <a:r>
              <a:rPr lang="en-AU" sz="1114">
                <a:solidFill>
                  <a:schemeClr val="tx2"/>
                </a:solidFill>
              </a:rPr>
              <a:t>To access these type ‘</a:t>
            </a:r>
            <a:r>
              <a:rPr lang="en-AU" sz="1114" i="1">
                <a:solidFill>
                  <a:schemeClr val="tx2"/>
                </a:solidFill>
              </a:rPr>
              <a:t>Theme</a:t>
            </a:r>
            <a:r>
              <a:rPr lang="en-AU" sz="1114">
                <a:solidFill>
                  <a:schemeClr val="tx2"/>
                </a:solidFill>
              </a:rPr>
              <a:t>’ in the search bar at the top of the application, </a:t>
            </a:r>
            <a:br>
              <a:rPr lang="en-AU" sz="1114">
                <a:solidFill>
                  <a:schemeClr val="tx2"/>
                </a:solidFill>
              </a:rPr>
            </a:br>
            <a:r>
              <a:rPr lang="en-AU" sz="1114">
                <a:solidFill>
                  <a:schemeClr val="tx2"/>
                </a:solidFill>
              </a:rPr>
              <a:t>select ‘</a:t>
            </a:r>
            <a:r>
              <a:rPr lang="en-AU" sz="1114" i="1">
                <a:solidFill>
                  <a:schemeClr val="tx2"/>
                </a:solidFill>
              </a:rPr>
              <a:t>Theme Colours</a:t>
            </a:r>
            <a:r>
              <a:rPr lang="en-AU" sz="1114">
                <a:solidFill>
                  <a:schemeClr val="tx2"/>
                </a:solidFill>
              </a:rPr>
              <a:t>’, select ‘</a:t>
            </a:r>
            <a:r>
              <a:rPr lang="en-AU" sz="1114" i="1" err="1">
                <a:solidFill>
                  <a:schemeClr val="tx2"/>
                </a:solidFill>
              </a:rPr>
              <a:t>IPAustraliaColourTheme</a:t>
            </a:r>
            <a:r>
              <a:rPr lang="en-AU" sz="1114">
                <a:solidFill>
                  <a:schemeClr val="tx2"/>
                </a:solidFill>
              </a:rPr>
              <a:t>’.  </a:t>
            </a:r>
          </a:p>
        </p:txBody>
      </p:sp>
      <p:graphicFrame>
        <p:nvGraphicFramePr>
          <p:cNvPr id="28" name="Chart 27">
            <a:extLst>
              <a:ext uri="{FF2B5EF4-FFF2-40B4-BE49-F238E27FC236}">
                <a16:creationId xmlns:a16="http://schemas.microsoft.com/office/drawing/2014/main" id="{5830899C-DE60-4440-A50B-7A807EAFF962}"/>
              </a:ext>
            </a:extLst>
          </p:cNvPr>
          <p:cNvGraphicFramePr/>
          <p:nvPr userDrawn="1">
            <p:extLst>
              <p:ext uri="{D42A27DB-BD31-4B8C-83A1-F6EECF244321}">
                <p14:modId xmlns:p14="http://schemas.microsoft.com/office/powerpoint/2010/main" val="4017014233"/>
              </p:ext>
            </p:extLst>
          </p:nvPr>
        </p:nvGraphicFramePr>
        <p:xfrm>
          <a:off x="7447859" y="4611779"/>
          <a:ext cx="1588714" cy="4996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9" name="Chart 28">
            <a:extLst>
              <a:ext uri="{FF2B5EF4-FFF2-40B4-BE49-F238E27FC236}">
                <a16:creationId xmlns:a16="http://schemas.microsoft.com/office/drawing/2014/main" id="{0E2A4474-44C7-4AFD-96B3-62316312E892}"/>
              </a:ext>
            </a:extLst>
          </p:cNvPr>
          <p:cNvGraphicFramePr/>
          <p:nvPr userDrawn="1">
            <p:extLst>
              <p:ext uri="{D42A27DB-BD31-4B8C-83A1-F6EECF244321}">
                <p14:modId xmlns:p14="http://schemas.microsoft.com/office/powerpoint/2010/main" val="1390895885"/>
              </p:ext>
            </p:extLst>
          </p:nvPr>
        </p:nvGraphicFramePr>
        <p:xfrm>
          <a:off x="8338011" y="4664041"/>
          <a:ext cx="1588714" cy="4996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0" name="Chart 29">
            <a:extLst>
              <a:ext uri="{FF2B5EF4-FFF2-40B4-BE49-F238E27FC236}">
                <a16:creationId xmlns:a16="http://schemas.microsoft.com/office/drawing/2014/main" id="{039ED58A-8181-482C-823A-171678E92936}"/>
              </a:ext>
            </a:extLst>
          </p:cNvPr>
          <p:cNvGraphicFramePr/>
          <p:nvPr userDrawn="1">
            <p:extLst>
              <p:ext uri="{D42A27DB-BD31-4B8C-83A1-F6EECF244321}">
                <p14:modId xmlns:p14="http://schemas.microsoft.com/office/powerpoint/2010/main" val="116181747"/>
              </p:ext>
            </p:extLst>
          </p:nvPr>
        </p:nvGraphicFramePr>
        <p:xfrm>
          <a:off x="7447859" y="5433943"/>
          <a:ext cx="1588714" cy="1157299"/>
        </p:xfrm>
        <a:graphic>
          <a:graphicData uri="http://schemas.openxmlformats.org/drawingml/2006/chart">
            <c:chart xmlns:c="http://schemas.openxmlformats.org/drawingml/2006/chart" xmlns:r="http://schemas.openxmlformats.org/officeDocument/2006/relationships" r:id="rId5"/>
          </a:graphicData>
        </a:graphic>
      </p:graphicFrame>
      <p:sp>
        <p:nvSpPr>
          <p:cNvPr id="31" name="Rectangle 30">
            <a:extLst>
              <a:ext uri="{FF2B5EF4-FFF2-40B4-BE49-F238E27FC236}">
                <a16:creationId xmlns:a16="http://schemas.microsoft.com/office/drawing/2014/main" id="{1778BAE9-5575-475F-80B6-7D125CC15790}"/>
              </a:ext>
            </a:extLst>
          </p:cNvPr>
          <p:cNvSpPr/>
          <p:nvPr userDrawn="1"/>
        </p:nvSpPr>
        <p:spPr>
          <a:xfrm>
            <a:off x="4911685" y="4055774"/>
            <a:ext cx="1956619" cy="1259086"/>
          </a:xfrm>
          <a:prstGeom prst="rect">
            <a:avLst/>
          </a:prstGeom>
          <a:noFill/>
          <a:ln w="6350">
            <a:solidFill>
              <a:schemeClr val="accent1"/>
            </a:solidFill>
          </a:ln>
        </p:spPr>
        <p:txBody>
          <a:bodyPr wrap="square" lIns="114502" tIns="114502" rIns="114502" bIns="114502" rtlCol="0">
            <a:spAutoFit/>
          </a:bodyPr>
          <a:lstStyle/>
          <a:p>
            <a:r>
              <a:rPr lang="en-AU" sz="954" b="1">
                <a:solidFill>
                  <a:schemeClr val="accent1"/>
                </a:solidFill>
                <a:cs typeface="Arial" pitchFamily="34" charset="0"/>
              </a:rPr>
              <a:t>Important Note: </a:t>
            </a:r>
            <a:br>
              <a:rPr lang="en-AU" sz="954" b="1">
                <a:solidFill>
                  <a:schemeClr val="tx2"/>
                </a:solidFill>
                <a:cs typeface="Arial" pitchFamily="34" charset="0"/>
              </a:rPr>
            </a:br>
            <a:r>
              <a:rPr lang="en-AU" sz="954">
                <a:solidFill>
                  <a:schemeClr val="tx2"/>
                </a:solidFill>
                <a:cs typeface="Arial" pitchFamily="34" charset="0"/>
              </a:rPr>
              <a:t>If copying charts from existing excel workbooks please be aware that the whole spread sheet will be embedded in the presentation. Therefore you may prefer to paste as a picture.</a:t>
            </a:r>
          </a:p>
        </p:txBody>
      </p:sp>
      <p:sp>
        <p:nvSpPr>
          <p:cNvPr id="32" name="Rectangle 31">
            <a:extLst>
              <a:ext uri="{FF2B5EF4-FFF2-40B4-BE49-F238E27FC236}">
                <a16:creationId xmlns:a16="http://schemas.microsoft.com/office/drawing/2014/main" id="{DBB399A5-8FBC-424A-A80D-46A9C56745F0}"/>
              </a:ext>
            </a:extLst>
          </p:cNvPr>
          <p:cNvSpPr/>
          <p:nvPr userDrawn="1"/>
        </p:nvSpPr>
        <p:spPr>
          <a:xfrm>
            <a:off x="7485563" y="2968823"/>
            <a:ext cx="3155006" cy="1360372"/>
          </a:xfrm>
          <a:prstGeom prst="rect">
            <a:avLst/>
          </a:prstGeom>
          <a:noFill/>
        </p:spPr>
        <p:txBody>
          <a:bodyPr wrap="square" lIns="0" tIns="0" rIns="0" bIns="0" rtlCol="0">
            <a:spAutoFit/>
          </a:bodyPr>
          <a:lstStyle/>
          <a:p>
            <a:pPr marL="114506" indent="-114506">
              <a:spcAft>
                <a:spcPts val="477"/>
              </a:spcAft>
              <a:buFont typeface="Arial" pitchFamily="34" charset="0"/>
              <a:buChar char="•"/>
            </a:pPr>
            <a:r>
              <a:rPr lang="en-AU" sz="876">
                <a:solidFill>
                  <a:schemeClr val="tx2"/>
                </a:solidFill>
                <a:cs typeface="Arial" pitchFamily="34" charset="0"/>
              </a:rPr>
              <a:t>Charts will automatically be coloured in the order shown above unless they have been changed manually.</a:t>
            </a:r>
          </a:p>
          <a:p>
            <a:pPr marL="114506" indent="-114506">
              <a:spcBef>
                <a:spcPts val="637"/>
              </a:spcBef>
              <a:spcAft>
                <a:spcPts val="477"/>
              </a:spcAft>
              <a:buFont typeface="Arial" pitchFamily="34" charset="0"/>
              <a:buChar char="•"/>
            </a:pPr>
            <a:r>
              <a:rPr lang="en-AU" sz="876">
                <a:solidFill>
                  <a:schemeClr val="tx2"/>
                </a:solidFill>
                <a:cs typeface="Arial" pitchFamily="34" charset="0"/>
              </a:rPr>
              <a:t>If the colours are not being picked up correctly in this order ensure the data points </a:t>
            </a:r>
            <a:r>
              <a:rPr lang="en-AU" sz="876" b="1">
                <a:solidFill>
                  <a:schemeClr val="tx2"/>
                </a:solidFill>
                <a:cs typeface="Arial" pitchFamily="34" charset="0"/>
              </a:rPr>
              <a:t>Fill </a:t>
            </a:r>
            <a:r>
              <a:rPr lang="en-AU" sz="876">
                <a:solidFill>
                  <a:schemeClr val="tx2"/>
                </a:solidFill>
                <a:cs typeface="Arial" pitchFamily="34" charset="0"/>
              </a:rPr>
              <a:t>colour</a:t>
            </a:r>
            <a:r>
              <a:rPr lang="en-AU" sz="876" b="1">
                <a:solidFill>
                  <a:schemeClr val="tx2"/>
                </a:solidFill>
                <a:cs typeface="Arial" pitchFamily="34" charset="0"/>
              </a:rPr>
              <a:t> </a:t>
            </a:r>
            <a:r>
              <a:rPr lang="en-AU" sz="876">
                <a:solidFill>
                  <a:schemeClr val="tx2"/>
                </a:solidFill>
                <a:cs typeface="Arial" pitchFamily="34" charset="0"/>
              </a:rPr>
              <a:t>is set to </a:t>
            </a:r>
            <a:r>
              <a:rPr lang="en-AU" sz="876" b="1">
                <a:solidFill>
                  <a:schemeClr val="tx2"/>
                </a:solidFill>
                <a:cs typeface="Arial" pitchFamily="34" charset="0"/>
              </a:rPr>
              <a:t>Automatic. </a:t>
            </a:r>
            <a:endParaRPr lang="en-AU" sz="876">
              <a:solidFill>
                <a:schemeClr val="tx2"/>
              </a:solidFill>
              <a:cs typeface="Arial" pitchFamily="34" charset="0"/>
            </a:endParaRPr>
          </a:p>
          <a:p>
            <a:pPr marL="114506" indent="-114506">
              <a:spcBef>
                <a:spcPts val="637"/>
              </a:spcBef>
              <a:spcAft>
                <a:spcPts val="477"/>
              </a:spcAft>
              <a:buFont typeface="Arial" pitchFamily="34" charset="0"/>
              <a:buChar char="•"/>
            </a:pPr>
            <a:r>
              <a:rPr lang="en-AU" sz="876">
                <a:solidFill>
                  <a:schemeClr val="tx2"/>
                </a:solidFill>
                <a:cs typeface="Arial" pitchFamily="34" charset="0"/>
              </a:rPr>
              <a:t>In some circumstances it may be necessary to select the graph, Right Click and “</a:t>
            </a:r>
            <a:r>
              <a:rPr lang="en-AU" sz="876" b="1">
                <a:solidFill>
                  <a:schemeClr val="tx2"/>
                </a:solidFill>
                <a:cs typeface="Arial" pitchFamily="34" charset="0"/>
              </a:rPr>
              <a:t>Reset to match style</a:t>
            </a:r>
            <a:r>
              <a:rPr lang="en-AU" sz="876">
                <a:solidFill>
                  <a:schemeClr val="tx2"/>
                </a:solidFill>
                <a:cs typeface="Arial" pitchFamily="34" charset="0"/>
              </a:rPr>
              <a:t>”</a:t>
            </a:r>
            <a:br>
              <a:rPr lang="en-AU" sz="876">
                <a:solidFill>
                  <a:schemeClr val="tx2"/>
                </a:solidFill>
                <a:cs typeface="Arial" pitchFamily="34" charset="0"/>
              </a:rPr>
            </a:br>
            <a:r>
              <a:rPr lang="en-AU" sz="876" b="1">
                <a:solidFill>
                  <a:schemeClr val="tx2"/>
                </a:solidFill>
                <a:cs typeface="Arial" pitchFamily="34" charset="0"/>
              </a:rPr>
              <a:t>NOTE:</a:t>
            </a:r>
            <a:r>
              <a:rPr lang="en-AU" sz="876">
                <a:solidFill>
                  <a:schemeClr val="tx2"/>
                </a:solidFill>
                <a:cs typeface="Arial" pitchFamily="34" charset="0"/>
              </a:rPr>
              <a:t> Make sure you make a duplicate copy of your slide or  chart as this will remove manual formatting to the graph.</a:t>
            </a:r>
          </a:p>
        </p:txBody>
      </p:sp>
      <p:pic>
        <p:nvPicPr>
          <p:cNvPr id="33" name="Picture 32">
            <a:extLst>
              <a:ext uri="{FF2B5EF4-FFF2-40B4-BE49-F238E27FC236}">
                <a16:creationId xmlns:a16="http://schemas.microsoft.com/office/drawing/2014/main" id="{DCDD23B1-C931-4EF1-8D9F-E7BE7B715E44}"/>
              </a:ext>
            </a:extLst>
          </p:cNvPr>
          <p:cNvPicPr>
            <a:picLocks noChangeAspect="1"/>
          </p:cNvPicPr>
          <p:nvPr userDrawn="1"/>
        </p:nvPicPr>
        <p:blipFill>
          <a:blip r:embed="rId6"/>
          <a:stretch>
            <a:fillRect/>
          </a:stretch>
        </p:blipFill>
        <p:spPr>
          <a:xfrm>
            <a:off x="10848528" y="3356992"/>
            <a:ext cx="1240021" cy="1726994"/>
          </a:xfrm>
          <a:prstGeom prst="rect">
            <a:avLst/>
          </a:prstGeom>
        </p:spPr>
      </p:pic>
      <p:pic>
        <p:nvPicPr>
          <p:cNvPr id="3" name="Picture 2" descr="Graphical user interface, application&#10;&#10;Description automatically generated">
            <a:extLst>
              <a:ext uri="{FF2B5EF4-FFF2-40B4-BE49-F238E27FC236}">
                <a16:creationId xmlns:a16="http://schemas.microsoft.com/office/drawing/2014/main" id="{534D7483-58CB-4DB5-8872-200487C4C47E}"/>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99231" y="3026445"/>
            <a:ext cx="3074194" cy="1221582"/>
          </a:xfrm>
          <a:prstGeom prst="rect">
            <a:avLst/>
          </a:prstGeom>
        </p:spPr>
      </p:pic>
      <p:pic>
        <p:nvPicPr>
          <p:cNvPr id="37" name="Picture 36">
            <a:extLst>
              <a:ext uri="{FF2B5EF4-FFF2-40B4-BE49-F238E27FC236}">
                <a16:creationId xmlns:a16="http://schemas.microsoft.com/office/drawing/2014/main" id="{16F6976E-A0C3-4BCC-8A44-5E1692B86AD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25135" y="2404208"/>
            <a:ext cx="1833563" cy="219075"/>
          </a:xfrm>
          <a:prstGeom prst="rect">
            <a:avLst/>
          </a:prstGeom>
        </p:spPr>
      </p:pic>
      <p:sp>
        <p:nvSpPr>
          <p:cNvPr id="38" name="TextBox 37">
            <a:extLst>
              <a:ext uri="{FF2B5EF4-FFF2-40B4-BE49-F238E27FC236}">
                <a16:creationId xmlns:a16="http://schemas.microsoft.com/office/drawing/2014/main" id="{E93AF3FC-D769-49C6-84F1-51BECAA4A466}"/>
              </a:ext>
            </a:extLst>
          </p:cNvPr>
          <p:cNvSpPr txBox="1"/>
          <p:nvPr userDrawn="1"/>
        </p:nvSpPr>
        <p:spPr>
          <a:xfrm>
            <a:off x="1025135" y="2216921"/>
            <a:ext cx="1721296" cy="138499"/>
          </a:xfrm>
          <a:prstGeom prst="rect">
            <a:avLst/>
          </a:prstGeom>
          <a:noFill/>
        </p:spPr>
        <p:txBody>
          <a:bodyPr wrap="square" lIns="0" tIns="0" rIns="0" bIns="0" rtlCol="0">
            <a:spAutoFit/>
          </a:bodyPr>
          <a:lstStyle/>
          <a:p>
            <a:r>
              <a:rPr lang="en-AU" sz="900" b="0">
                <a:solidFill>
                  <a:schemeClr val="accent1"/>
                </a:solidFill>
                <a:cs typeface="Arial" pitchFamily="34" charset="0"/>
              </a:rPr>
              <a:t>1. Search bar</a:t>
            </a:r>
          </a:p>
        </p:txBody>
      </p:sp>
      <p:sp>
        <p:nvSpPr>
          <p:cNvPr id="39" name="TextBox 38">
            <a:extLst>
              <a:ext uri="{FF2B5EF4-FFF2-40B4-BE49-F238E27FC236}">
                <a16:creationId xmlns:a16="http://schemas.microsoft.com/office/drawing/2014/main" id="{C96C8BC9-83B4-46CF-A22B-BF9F0D074912}"/>
              </a:ext>
            </a:extLst>
          </p:cNvPr>
          <p:cNvSpPr txBox="1"/>
          <p:nvPr userDrawn="1"/>
        </p:nvSpPr>
        <p:spPr>
          <a:xfrm>
            <a:off x="1025135" y="2839158"/>
            <a:ext cx="1721296" cy="138499"/>
          </a:xfrm>
          <a:prstGeom prst="rect">
            <a:avLst/>
          </a:prstGeom>
          <a:noFill/>
        </p:spPr>
        <p:txBody>
          <a:bodyPr wrap="square" lIns="0" tIns="0" rIns="0" bIns="0" rtlCol="0">
            <a:spAutoFit/>
          </a:bodyPr>
          <a:lstStyle/>
          <a:p>
            <a:r>
              <a:rPr lang="en-AU" sz="900" b="0">
                <a:solidFill>
                  <a:schemeClr val="accent1"/>
                </a:solidFill>
                <a:cs typeface="Arial" pitchFamily="34" charset="0"/>
              </a:rPr>
              <a:t>2. Theme Colours</a:t>
            </a:r>
          </a:p>
        </p:txBody>
      </p:sp>
    </p:spTree>
    <p:extLst>
      <p:ext uri="{BB962C8B-B14F-4D97-AF65-F5344CB8AC3E}">
        <p14:creationId xmlns:p14="http://schemas.microsoft.com/office/powerpoint/2010/main" val="2692377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04 Instruction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B7ED183-CEC2-4347-AA01-BC10FF2E7FC0}"/>
              </a:ext>
            </a:extLst>
          </p:cNvPr>
          <p:cNvSpPr/>
          <p:nvPr/>
        </p:nvSpPr>
        <p:spPr>
          <a:xfrm>
            <a:off x="1009800" y="2127049"/>
            <a:ext cx="1076734" cy="605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sp>
        <p:nvSpPr>
          <p:cNvPr id="18" name="Rectangle 17">
            <a:extLst>
              <a:ext uri="{FF2B5EF4-FFF2-40B4-BE49-F238E27FC236}">
                <a16:creationId xmlns:a16="http://schemas.microsoft.com/office/drawing/2014/main" id="{50370F34-734E-4BBB-99A7-9F6183A74CE8}"/>
              </a:ext>
            </a:extLst>
          </p:cNvPr>
          <p:cNvSpPr/>
          <p:nvPr/>
        </p:nvSpPr>
        <p:spPr>
          <a:xfrm>
            <a:off x="1009800" y="5267523"/>
            <a:ext cx="1076734" cy="1031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sp>
        <p:nvSpPr>
          <p:cNvPr id="19" name="Rectangle 18">
            <a:extLst>
              <a:ext uri="{FF2B5EF4-FFF2-40B4-BE49-F238E27FC236}">
                <a16:creationId xmlns:a16="http://schemas.microsoft.com/office/drawing/2014/main" id="{01A12700-1304-4EC0-96A8-F55C849B1502}"/>
              </a:ext>
            </a:extLst>
          </p:cNvPr>
          <p:cNvSpPr/>
          <p:nvPr/>
        </p:nvSpPr>
        <p:spPr>
          <a:xfrm>
            <a:off x="1009800" y="2665416"/>
            <a:ext cx="179456" cy="28264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pic>
        <p:nvPicPr>
          <p:cNvPr id="4" name="Picture 3">
            <a:extLst>
              <a:ext uri="{FF2B5EF4-FFF2-40B4-BE49-F238E27FC236}">
                <a16:creationId xmlns:a16="http://schemas.microsoft.com/office/drawing/2014/main" id="{38D23D31-F0F0-46EC-8340-8C6077DDA459}"/>
              </a:ext>
            </a:extLst>
          </p:cNvPr>
          <p:cNvPicPr>
            <a:picLocks noChangeAspect="1"/>
          </p:cNvPicPr>
          <p:nvPr userDrawn="1"/>
        </p:nvPicPr>
        <p:blipFill>
          <a:blip r:embed="rId2"/>
          <a:stretch>
            <a:fillRect/>
          </a:stretch>
        </p:blipFill>
        <p:spPr>
          <a:xfrm>
            <a:off x="6834288" y="3658303"/>
            <a:ext cx="1318712" cy="916752"/>
          </a:xfrm>
          <a:prstGeom prst="rect">
            <a:avLst/>
          </a:prstGeom>
        </p:spPr>
      </p:pic>
      <p:sp>
        <p:nvSpPr>
          <p:cNvPr id="6" name="TextBox 5">
            <a:extLst>
              <a:ext uri="{FF2B5EF4-FFF2-40B4-BE49-F238E27FC236}">
                <a16:creationId xmlns:a16="http://schemas.microsoft.com/office/drawing/2014/main" id="{95E2D5FD-B783-4503-94A1-4872C1A2584C}"/>
              </a:ext>
            </a:extLst>
          </p:cNvPr>
          <p:cNvSpPr txBox="1"/>
          <p:nvPr userDrawn="1"/>
        </p:nvSpPr>
        <p:spPr>
          <a:xfrm>
            <a:off x="1009800" y="480600"/>
            <a:ext cx="8189931" cy="334360"/>
          </a:xfrm>
          <a:prstGeom prst="rect">
            <a:avLst/>
          </a:prstGeom>
        </p:spPr>
        <p:txBody>
          <a:bodyPr vert="horz" lIns="0" tIns="0" rIns="0" bIns="0" rtlCol="0" anchor="t">
            <a:noAutofit/>
          </a:bodyPr>
          <a:lstStyle>
            <a:lvl1pPr>
              <a:lnSpc>
                <a:spcPct val="80000"/>
              </a:lnSpc>
              <a:spcBef>
                <a:spcPct val="0"/>
              </a:spcBef>
              <a:buNone/>
              <a:defRPr sz="2600" b="1">
                <a:latin typeface="+mj-lt"/>
                <a:ea typeface="+mj-ea"/>
                <a:cs typeface="Arial" pitchFamily="34" charset="0"/>
              </a:defRPr>
            </a:lvl1pPr>
          </a:lstStyle>
          <a:p>
            <a:r>
              <a:rPr lang="en-AU" sz="1909">
                <a:solidFill>
                  <a:schemeClr val="accent1"/>
                </a:solidFill>
                <a:latin typeface="+mn-lt"/>
              </a:rPr>
              <a:t>Applying layouts</a:t>
            </a:r>
          </a:p>
        </p:txBody>
      </p:sp>
      <p:sp>
        <p:nvSpPr>
          <p:cNvPr id="7" name="Content Placeholder 2">
            <a:extLst>
              <a:ext uri="{FF2B5EF4-FFF2-40B4-BE49-F238E27FC236}">
                <a16:creationId xmlns:a16="http://schemas.microsoft.com/office/drawing/2014/main" id="{BC878BE9-CAE9-490F-9197-BA96DAD7DC80}"/>
              </a:ext>
            </a:extLst>
          </p:cNvPr>
          <p:cNvSpPr txBox="1">
            <a:spLocks/>
          </p:cNvSpPr>
          <p:nvPr userDrawn="1"/>
        </p:nvSpPr>
        <p:spPr>
          <a:xfrm>
            <a:off x="1009800" y="964278"/>
            <a:ext cx="8666425" cy="698174"/>
          </a:xfrm>
          <a:prstGeom prst="rect">
            <a:avLst/>
          </a:prstGeom>
        </p:spPr>
        <p:txBody>
          <a:bodyPr lIns="0" tIns="0" rIns="0" bIns="0"/>
          <a:lstStyle>
            <a:lvl1pPr marL="0" indent="0" algn="l" defTabSz="914400" rtl="0" eaLnBrk="1" latinLnBrk="0" hangingPunct="1">
              <a:spcBef>
                <a:spcPts val="0"/>
              </a:spcBef>
              <a:buFont typeface="Arial" pitchFamily="34" charset="0"/>
              <a:buNone/>
              <a:defRPr sz="1600" b="1" kern="1200">
                <a:solidFill>
                  <a:schemeClr val="tx2"/>
                </a:solidFill>
                <a:latin typeface="+mn-lt"/>
                <a:ea typeface="+mn-ea"/>
                <a:cs typeface="Arial" pitchFamily="34" charset="0"/>
              </a:defRPr>
            </a:lvl1pPr>
            <a:lvl2pPr marL="0" indent="0" algn="l" defTabSz="914400" rtl="0" eaLnBrk="1" latinLnBrk="0" hangingPunct="1">
              <a:spcBef>
                <a:spcPts val="0"/>
              </a:spcBef>
              <a:buFont typeface="Arial" pitchFamily="34" charset="0"/>
              <a:buNone/>
              <a:defRPr sz="1600" kern="1200">
                <a:solidFill>
                  <a:schemeClr val="tx1"/>
                </a:solidFill>
                <a:latin typeface="+mn-lt"/>
                <a:ea typeface="+mn-ea"/>
                <a:cs typeface="Arial" pitchFamily="34" charset="0"/>
              </a:defRPr>
            </a:lvl2pPr>
            <a:lvl3pPr marL="107950" indent="-10795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3pPr>
            <a:lvl4pPr marL="324000" indent="-108000" algn="l" defTabSz="914400" rtl="0" eaLnBrk="1" latinLnBrk="0" hangingPunct="1">
              <a:spcBef>
                <a:spcPts val="0"/>
              </a:spcBef>
              <a:buClr>
                <a:schemeClr val="tx1"/>
              </a:buClr>
              <a:buFont typeface="Arial" pitchFamily="34" charset="0"/>
              <a:buChar char="•"/>
              <a:defRPr sz="1600" kern="1200">
                <a:solidFill>
                  <a:schemeClr val="tx1"/>
                </a:solidFill>
                <a:latin typeface="+mn-lt"/>
                <a:ea typeface="+mn-ea"/>
                <a:cs typeface="Arial" pitchFamily="34" charset="0"/>
              </a:defRPr>
            </a:lvl4pPr>
            <a:lvl5pPr marL="324000" indent="-108000" algn="l" defTabSz="914400" rtl="0" eaLnBrk="1" latinLnBrk="0" hangingPunct="1">
              <a:spcBef>
                <a:spcPts val="0"/>
              </a:spcBef>
              <a:buClr>
                <a:schemeClr val="tx2"/>
              </a:buClr>
              <a:buFont typeface="Arial" pitchFamily="34" charset="0"/>
              <a:buChar char="•"/>
              <a:defRPr sz="1600" kern="1200" baseline="0">
                <a:solidFill>
                  <a:schemeClr val="tx1"/>
                </a:solidFill>
                <a:latin typeface="+mn-lt"/>
                <a:ea typeface="+mn-ea"/>
                <a:cs typeface="Arial" pitchFamily="34" charset="0"/>
              </a:defRPr>
            </a:lvl5pPr>
            <a:lvl6pPr marL="432000" indent="-108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6pPr>
            <a:lvl7pPr marL="648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7pPr>
            <a:lvl8pPr marL="756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8pPr>
            <a:lvl9pPr marL="864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9pPr>
          </a:lstStyle>
          <a:p>
            <a:pPr lvl="1">
              <a:spcAft>
                <a:spcPts val="796"/>
              </a:spcAft>
            </a:pPr>
            <a:r>
              <a:rPr lang="en-AU" sz="1114">
                <a:solidFill>
                  <a:schemeClr val="tx2"/>
                </a:solidFill>
              </a:rPr>
              <a:t>Use the </a:t>
            </a:r>
            <a:r>
              <a:rPr lang="en-AU" sz="1114" b="1">
                <a:solidFill>
                  <a:schemeClr val="tx2"/>
                </a:solidFill>
              </a:rPr>
              <a:t>Layout</a:t>
            </a:r>
            <a:r>
              <a:rPr lang="en-AU" sz="1114">
                <a:solidFill>
                  <a:schemeClr val="tx2"/>
                </a:solidFill>
              </a:rPr>
              <a:t> button to change the selected slide to a different slide style. </a:t>
            </a:r>
          </a:p>
          <a:p>
            <a:pPr lvl="1">
              <a:spcAft>
                <a:spcPts val="796"/>
              </a:spcAft>
            </a:pPr>
            <a:r>
              <a:rPr lang="en-AU" sz="1114" i="1">
                <a:solidFill>
                  <a:schemeClr val="tx2"/>
                </a:solidFill>
              </a:rPr>
              <a:t>Note: To access select a slide in the presentation, click on the slide, then click the right mouse button. A pop up menu will appear. Scroll to ‘Layout’ and select style to apply by clicking on the thumbnail.</a:t>
            </a:r>
          </a:p>
          <a:p>
            <a:pPr lvl="1"/>
            <a:r>
              <a:rPr lang="en-AU" sz="1114">
                <a:solidFill>
                  <a:schemeClr val="tx2"/>
                </a:solidFill>
              </a:rPr>
              <a:t>Using the placeholders provided ensures consistent formatting.</a:t>
            </a:r>
          </a:p>
        </p:txBody>
      </p:sp>
      <p:sp>
        <p:nvSpPr>
          <p:cNvPr id="8" name="Rectangle 7">
            <a:extLst>
              <a:ext uri="{FF2B5EF4-FFF2-40B4-BE49-F238E27FC236}">
                <a16:creationId xmlns:a16="http://schemas.microsoft.com/office/drawing/2014/main" id="{969B2FFC-6CCA-4667-A294-BE62FD21F280}"/>
              </a:ext>
            </a:extLst>
          </p:cNvPr>
          <p:cNvSpPr/>
          <p:nvPr userDrawn="1"/>
        </p:nvSpPr>
        <p:spPr>
          <a:xfrm>
            <a:off x="6816080" y="5894635"/>
            <a:ext cx="3682119" cy="770042"/>
          </a:xfrm>
          <a:prstGeom prst="rect">
            <a:avLst/>
          </a:prstGeom>
          <a:noFill/>
          <a:ln w="6350">
            <a:solidFill>
              <a:schemeClr val="accent1"/>
            </a:solidFill>
          </a:ln>
        </p:spPr>
        <p:txBody>
          <a:bodyPr wrap="square" lIns="114502" tIns="114502" rIns="114502" bIns="114502" rtlCol="0">
            <a:spAutoFit/>
          </a:bodyPr>
          <a:lstStyle/>
          <a:p>
            <a:r>
              <a:rPr lang="en-AU" sz="1167" b="1">
                <a:solidFill>
                  <a:schemeClr val="accent1"/>
                </a:solidFill>
                <a:cs typeface="Arial" pitchFamily="34" charset="0"/>
              </a:rPr>
              <a:t>Tip </a:t>
            </a:r>
            <a:br>
              <a:rPr lang="en-AU" sz="1167" b="1">
                <a:solidFill>
                  <a:schemeClr val="tx2"/>
                </a:solidFill>
                <a:cs typeface="Arial" pitchFamily="34" charset="0"/>
              </a:rPr>
            </a:br>
            <a:r>
              <a:rPr lang="en-AU" sz="1167">
                <a:solidFill>
                  <a:schemeClr val="tx2"/>
                </a:solidFill>
                <a:cs typeface="Arial" pitchFamily="34" charset="0"/>
              </a:rPr>
              <a:t>When selecting a different layout via the </a:t>
            </a:r>
            <a:r>
              <a:rPr lang="en-AU" sz="1167" b="1">
                <a:solidFill>
                  <a:schemeClr val="tx2"/>
                </a:solidFill>
                <a:cs typeface="Arial" pitchFamily="34" charset="0"/>
              </a:rPr>
              <a:t>Layout </a:t>
            </a:r>
            <a:r>
              <a:rPr lang="en-AU" sz="1167">
                <a:solidFill>
                  <a:schemeClr val="tx2"/>
                </a:solidFill>
                <a:cs typeface="Arial" pitchFamily="34" charset="0"/>
              </a:rPr>
              <a:t>button, click and drag from the corner to expand the window.</a:t>
            </a:r>
          </a:p>
        </p:txBody>
      </p:sp>
      <p:cxnSp>
        <p:nvCxnSpPr>
          <p:cNvPr id="10" name="Straight Arrow Connector 9">
            <a:extLst>
              <a:ext uri="{FF2B5EF4-FFF2-40B4-BE49-F238E27FC236}">
                <a16:creationId xmlns:a16="http://schemas.microsoft.com/office/drawing/2014/main" id="{4BA0F53E-03D5-472B-8210-14EE3D7F0E8E}"/>
              </a:ext>
            </a:extLst>
          </p:cNvPr>
          <p:cNvCxnSpPr>
            <a:cxnSpLocks/>
            <a:stCxn id="8" idx="1"/>
            <a:endCxn id="9" idx="6"/>
          </p:cNvCxnSpPr>
          <p:nvPr userDrawn="1"/>
        </p:nvCxnSpPr>
        <p:spPr>
          <a:xfrm flipH="1">
            <a:off x="6587542" y="6279656"/>
            <a:ext cx="228538" cy="234185"/>
          </a:xfrm>
          <a:prstGeom prst="straightConnector1">
            <a:avLst/>
          </a:prstGeom>
          <a:ln w="6350">
            <a:solidFill>
              <a:schemeClr val="accent1"/>
            </a:solidFill>
            <a:miter lim="800000"/>
            <a:headEnd w="sm" len="sm"/>
            <a:tailEnd type="none"/>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23B1B822-84F2-4ED7-BCDF-17735F09B155}"/>
              </a:ext>
            </a:extLst>
          </p:cNvPr>
          <p:cNvSpPr txBox="1">
            <a:spLocks/>
          </p:cNvSpPr>
          <p:nvPr userDrawn="1"/>
        </p:nvSpPr>
        <p:spPr>
          <a:xfrm>
            <a:off x="6816080" y="2029824"/>
            <a:ext cx="2512544" cy="1271184"/>
          </a:xfrm>
          <a:prstGeom prst="rect">
            <a:avLst/>
          </a:prstGeom>
        </p:spPr>
        <p:txBody>
          <a:bodyPr lIns="0" tIns="0" rIns="0" bIns="0"/>
          <a:lstStyle>
            <a:lvl1pPr marL="0" indent="0" algn="l" defTabSz="914400" rtl="0" eaLnBrk="1" latinLnBrk="0" hangingPunct="1">
              <a:spcBef>
                <a:spcPts val="0"/>
              </a:spcBef>
              <a:buFont typeface="Arial" pitchFamily="34" charset="0"/>
              <a:buNone/>
              <a:defRPr sz="1600" b="1" kern="1200">
                <a:solidFill>
                  <a:schemeClr val="tx2"/>
                </a:solidFill>
                <a:latin typeface="+mn-lt"/>
                <a:ea typeface="+mn-ea"/>
                <a:cs typeface="Arial" pitchFamily="34" charset="0"/>
              </a:defRPr>
            </a:lvl1pPr>
            <a:lvl2pPr marL="0" indent="0" algn="l" defTabSz="914400" rtl="0" eaLnBrk="1" latinLnBrk="0" hangingPunct="1">
              <a:spcBef>
                <a:spcPts val="0"/>
              </a:spcBef>
              <a:buFont typeface="Arial" pitchFamily="34" charset="0"/>
              <a:buNone/>
              <a:defRPr sz="1600" kern="1200">
                <a:solidFill>
                  <a:schemeClr val="tx1"/>
                </a:solidFill>
                <a:latin typeface="+mn-lt"/>
                <a:ea typeface="+mn-ea"/>
                <a:cs typeface="Arial" pitchFamily="34" charset="0"/>
              </a:defRPr>
            </a:lvl2pPr>
            <a:lvl3pPr marL="107950" indent="-10795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3pPr>
            <a:lvl4pPr marL="324000" indent="-108000" algn="l" defTabSz="914400" rtl="0" eaLnBrk="1" latinLnBrk="0" hangingPunct="1">
              <a:spcBef>
                <a:spcPts val="0"/>
              </a:spcBef>
              <a:buClr>
                <a:schemeClr val="tx1"/>
              </a:buClr>
              <a:buFont typeface="Arial" pitchFamily="34" charset="0"/>
              <a:buChar char="•"/>
              <a:defRPr sz="1600" kern="1200">
                <a:solidFill>
                  <a:schemeClr val="tx1"/>
                </a:solidFill>
                <a:latin typeface="+mn-lt"/>
                <a:ea typeface="+mn-ea"/>
                <a:cs typeface="Arial" pitchFamily="34" charset="0"/>
              </a:defRPr>
            </a:lvl4pPr>
            <a:lvl5pPr marL="324000" indent="-108000" algn="l" defTabSz="914400" rtl="0" eaLnBrk="1" latinLnBrk="0" hangingPunct="1">
              <a:spcBef>
                <a:spcPts val="0"/>
              </a:spcBef>
              <a:buClr>
                <a:schemeClr val="tx2"/>
              </a:buClr>
              <a:buFont typeface="Arial" pitchFamily="34" charset="0"/>
              <a:buChar char="•"/>
              <a:defRPr sz="1600" kern="1200" baseline="0">
                <a:solidFill>
                  <a:schemeClr val="tx1"/>
                </a:solidFill>
                <a:latin typeface="+mn-lt"/>
                <a:ea typeface="+mn-ea"/>
                <a:cs typeface="Arial" pitchFamily="34" charset="0"/>
              </a:defRPr>
            </a:lvl5pPr>
            <a:lvl6pPr marL="432000" indent="-108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6pPr>
            <a:lvl7pPr marL="648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7pPr>
            <a:lvl8pPr marL="756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8pPr>
            <a:lvl9pPr marL="864000" indent="-216000" algn="l" defTabSz="914400" rtl="0" eaLnBrk="1" latinLnBrk="0" hangingPunct="1">
              <a:spcBef>
                <a:spcPts val="0"/>
              </a:spcBef>
              <a:buClr>
                <a:schemeClr val="tx2"/>
              </a:buClr>
              <a:buFont typeface="Arial" pitchFamily="34" charset="0"/>
              <a:buChar char="•"/>
              <a:defRPr sz="1600" kern="1200">
                <a:solidFill>
                  <a:schemeClr val="tx1"/>
                </a:solidFill>
                <a:latin typeface="+mn-lt"/>
                <a:ea typeface="+mn-ea"/>
                <a:cs typeface="Arial" pitchFamily="34" charset="0"/>
              </a:defRPr>
            </a:lvl9pPr>
          </a:lstStyle>
          <a:p>
            <a:pPr lvl="1"/>
            <a:r>
              <a:rPr lang="en-AU" sz="1000">
                <a:solidFill>
                  <a:schemeClr val="tx2"/>
                </a:solidFill>
              </a:rPr>
              <a:t>The presentation has </a:t>
            </a:r>
            <a:r>
              <a:rPr lang="en-AU" sz="1000" b="1">
                <a:solidFill>
                  <a:schemeClr val="tx2"/>
                </a:solidFill>
              </a:rPr>
              <a:t>pre-built</a:t>
            </a:r>
            <a:r>
              <a:rPr lang="en-AU" sz="1000">
                <a:solidFill>
                  <a:schemeClr val="tx2"/>
                </a:solidFill>
              </a:rPr>
              <a:t> slides that are formatted to corporate brand guidelines. Use these slides for your presentation, if pages are not required delete them. However, if running the template again pre-built slides will repopulate. </a:t>
            </a:r>
          </a:p>
          <a:p>
            <a:pPr lvl="1"/>
            <a:endParaRPr lang="en-AU" sz="1000">
              <a:solidFill>
                <a:schemeClr val="tx2"/>
              </a:solidFill>
            </a:endParaRPr>
          </a:p>
          <a:p>
            <a:pPr lvl="1"/>
            <a:r>
              <a:rPr lang="en-AU" sz="1000" b="1">
                <a:solidFill>
                  <a:schemeClr val="tx2"/>
                </a:solidFill>
              </a:rPr>
              <a:t>Copy</a:t>
            </a:r>
            <a:r>
              <a:rPr lang="en-AU" sz="1000">
                <a:solidFill>
                  <a:schemeClr val="tx2"/>
                </a:solidFill>
              </a:rPr>
              <a:t> and </a:t>
            </a:r>
            <a:r>
              <a:rPr lang="en-AU" sz="1000" b="1">
                <a:solidFill>
                  <a:schemeClr val="tx2"/>
                </a:solidFill>
              </a:rPr>
              <a:t>paste</a:t>
            </a:r>
            <a:r>
              <a:rPr lang="en-AU" sz="1000">
                <a:solidFill>
                  <a:schemeClr val="tx2"/>
                </a:solidFill>
              </a:rPr>
              <a:t> any pre-built slides as required.</a:t>
            </a:r>
          </a:p>
        </p:txBody>
      </p:sp>
      <p:sp>
        <p:nvSpPr>
          <p:cNvPr id="12" name="Rectangle 11">
            <a:extLst>
              <a:ext uri="{FF2B5EF4-FFF2-40B4-BE49-F238E27FC236}">
                <a16:creationId xmlns:a16="http://schemas.microsoft.com/office/drawing/2014/main" id="{8FC199A6-0AC0-48C9-B990-613918F7A98B}"/>
              </a:ext>
            </a:extLst>
          </p:cNvPr>
          <p:cNvSpPr/>
          <p:nvPr userDrawn="1"/>
        </p:nvSpPr>
        <p:spPr>
          <a:xfrm>
            <a:off x="8483796" y="3658302"/>
            <a:ext cx="2014403" cy="1405793"/>
          </a:xfrm>
          <a:prstGeom prst="rect">
            <a:avLst/>
          </a:prstGeom>
          <a:noFill/>
          <a:ln w="6350">
            <a:solidFill>
              <a:schemeClr val="accent1"/>
            </a:solidFill>
          </a:ln>
        </p:spPr>
        <p:txBody>
          <a:bodyPr wrap="square" lIns="114502" tIns="114502" rIns="114502" bIns="114502" rtlCol="0">
            <a:spAutoFit/>
          </a:bodyPr>
          <a:lstStyle/>
          <a:p>
            <a:r>
              <a:rPr lang="en-AU" sz="1272" b="1">
                <a:solidFill>
                  <a:schemeClr val="accent1"/>
                </a:solidFill>
                <a:cs typeface="Arial" pitchFamily="34" charset="0"/>
              </a:rPr>
              <a:t>Tip </a:t>
            </a:r>
            <a:br>
              <a:rPr lang="en-AU" sz="1272" b="1">
                <a:solidFill>
                  <a:schemeClr val="tx2"/>
                </a:solidFill>
                <a:cs typeface="Arial" pitchFamily="34" charset="0"/>
              </a:rPr>
            </a:br>
            <a:r>
              <a:rPr lang="en-AU" sz="1272">
                <a:solidFill>
                  <a:schemeClr val="tx2"/>
                </a:solidFill>
                <a:cs typeface="Arial" pitchFamily="34" charset="0"/>
              </a:rPr>
              <a:t>If you have used the placeholders provided, you can click the </a:t>
            </a:r>
            <a:r>
              <a:rPr lang="en-AU" sz="1272" b="1">
                <a:solidFill>
                  <a:schemeClr val="tx2"/>
                </a:solidFill>
                <a:cs typeface="Arial" pitchFamily="34" charset="0"/>
              </a:rPr>
              <a:t>Reset </a:t>
            </a:r>
            <a:r>
              <a:rPr lang="en-AU" sz="1272">
                <a:solidFill>
                  <a:schemeClr val="tx2"/>
                </a:solidFill>
                <a:cs typeface="Arial" pitchFamily="34" charset="0"/>
              </a:rPr>
              <a:t>button to reformat the slide back to the correct formatting. </a:t>
            </a:r>
          </a:p>
        </p:txBody>
      </p:sp>
      <p:sp>
        <p:nvSpPr>
          <p:cNvPr id="13" name="Oval 12">
            <a:extLst>
              <a:ext uri="{FF2B5EF4-FFF2-40B4-BE49-F238E27FC236}">
                <a16:creationId xmlns:a16="http://schemas.microsoft.com/office/drawing/2014/main" id="{130B5835-D21A-4EBC-9484-A9FC1342C99D}"/>
              </a:ext>
            </a:extLst>
          </p:cNvPr>
          <p:cNvSpPr/>
          <p:nvPr userDrawn="1"/>
        </p:nvSpPr>
        <p:spPr>
          <a:xfrm>
            <a:off x="7493644" y="4060659"/>
            <a:ext cx="724464" cy="229846"/>
          </a:xfrm>
          <a:prstGeom prst="ellips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2544">
              <a:solidFill>
                <a:schemeClr val="tx2"/>
              </a:solidFill>
            </a:endParaRPr>
          </a:p>
        </p:txBody>
      </p:sp>
      <p:cxnSp>
        <p:nvCxnSpPr>
          <p:cNvPr id="14" name="Straight Arrow Connector 13">
            <a:extLst>
              <a:ext uri="{FF2B5EF4-FFF2-40B4-BE49-F238E27FC236}">
                <a16:creationId xmlns:a16="http://schemas.microsoft.com/office/drawing/2014/main" id="{A08D993B-6A4E-4763-B221-D42D4EABBAD0}"/>
              </a:ext>
            </a:extLst>
          </p:cNvPr>
          <p:cNvCxnSpPr>
            <a:cxnSpLocks/>
            <a:stCxn id="12" idx="1"/>
            <a:endCxn id="13" idx="6"/>
          </p:cNvCxnSpPr>
          <p:nvPr userDrawn="1"/>
        </p:nvCxnSpPr>
        <p:spPr>
          <a:xfrm flipH="1" flipV="1">
            <a:off x="8218108" y="4175582"/>
            <a:ext cx="265688" cy="185617"/>
          </a:xfrm>
          <a:prstGeom prst="straightConnector1">
            <a:avLst/>
          </a:prstGeom>
          <a:ln w="6350">
            <a:solidFill>
              <a:schemeClr val="accent1"/>
            </a:solidFill>
            <a:miter lim="800000"/>
            <a:headEnd w="sm" len="sm"/>
            <a:tailEnd type="none"/>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Description automatically generated">
            <a:extLst>
              <a:ext uri="{FF2B5EF4-FFF2-40B4-BE49-F238E27FC236}">
                <a16:creationId xmlns:a16="http://schemas.microsoft.com/office/drawing/2014/main" id="{9357B0D4-151B-4041-DA25-2A11A921414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9800" y="2024844"/>
            <a:ext cx="5494831" cy="4577444"/>
          </a:xfrm>
          <a:prstGeom prst="rect">
            <a:avLst/>
          </a:prstGeom>
        </p:spPr>
      </p:pic>
      <p:sp>
        <p:nvSpPr>
          <p:cNvPr id="9" name="Oval 8">
            <a:extLst>
              <a:ext uri="{FF2B5EF4-FFF2-40B4-BE49-F238E27FC236}">
                <a16:creationId xmlns:a16="http://schemas.microsoft.com/office/drawing/2014/main" id="{953F06E4-8723-423D-807D-9D488AF24B83}"/>
              </a:ext>
            </a:extLst>
          </p:cNvPr>
          <p:cNvSpPr/>
          <p:nvPr userDrawn="1"/>
        </p:nvSpPr>
        <p:spPr>
          <a:xfrm>
            <a:off x="6301258" y="6367145"/>
            <a:ext cx="286284" cy="293391"/>
          </a:xfrm>
          <a:prstGeom prst="ellips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2544">
              <a:solidFill>
                <a:schemeClr val="tx2"/>
              </a:solidFill>
            </a:endParaRPr>
          </a:p>
        </p:txBody>
      </p:sp>
    </p:spTree>
    <p:extLst>
      <p:ext uri="{BB962C8B-B14F-4D97-AF65-F5344CB8AC3E}">
        <p14:creationId xmlns:p14="http://schemas.microsoft.com/office/powerpoint/2010/main" val="3614242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33F55C-B142-467D-B542-54CFF8CB55BF}"/>
              </a:ext>
            </a:extLst>
          </p:cNvPr>
          <p:cNvSpPr/>
          <p:nvPr userDrawn="1"/>
        </p:nvSpPr>
        <p:spPr>
          <a:xfrm>
            <a:off x="6096000" y="428"/>
            <a:ext cx="6096000" cy="6857572"/>
          </a:xfrm>
          <a:prstGeom prst="rect">
            <a:avLst/>
          </a:prstGeom>
          <a:solidFill>
            <a:srgbClr val="323E4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1000">
              <a:solidFill>
                <a:schemeClr val="tx1"/>
              </a:solidFill>
            </a:endParaRPr>
          </a:p>
        </p:txBody>
      </p:sp>
      <p:sp>
        <p:nvSpPr>
          <p:cNvPr id="2" name="Title 1">
            <a:extLst>
              <a:ext uri="{FF2B5EF4-FFF2-40B4-BE49-F238E27FC236}">
                <a16:creationId xmlns:a16="http://schemas.microsoft.com/office/drawing/2014/main" id="{7E45A9AD-8EC8-4201-AB71-2C938C931E8B}"/>
              </a:ext>
            </a:extLst>
          </p:cNvPr>
          <p:cNvSpPr>
            <a:spLocks noGrp="1"/>
          </p:cNvSpPr>
          <p:nvPr>
            <p:ph type="title" hasCustomPrompt="1"/>
          </p:nvPr>
        </p:nvSpPr>
        <p:spPr>
          <a:xfrm>
            <a:off x="630000" y="548055"/>
            <a:ext cx="4781924" cy="807261"/>
          </a:xfrm>
        </p:spPr>
        <p:txBody>
          <a:bodyPr/>
          <a:lstStyle/>
          <a:p>
            <a:r>
              <a:rPr lang="en-US"/>
              <a:t>Single-column page</a:t>
            </a:r>
            <a:endParaRPr lang="en-AU"/>
          </a:p>
        </p:txBody>
      </p:sp>
      <p:sp>
        <p:nvSpPr>
          <p:cNvPr id="8" name="Content Placeholder 7">
            <a:extLst>
              <a:ext uri="{FF2B5EF4-FFF2-40B4-BE49-F238E27FC236}">
                <a16:creationId xmlns:a16="http://schemas.microsoft.com/office/drawing/2014/main" id="{9DB76266-5E58-49F5-8966-29630A02C597}"/>
              </a:ext>
            </a:extLst>
          </p:cNvPr>
          <p:cNvSpPr>
            <a:spLocks noGrp="1"/>
          </p:cNvSpPr>
          <p:nvPr>
            <p:ph sz="quarter" idx="12" hasCustomPrompt="1"/>
          </p:nvPr>
        </p:nvSpPr>
        <p:spPr>
          <a:xfrm>
            <a:off x="630000" y="1693629"/>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30" name="Picture Placeholder 10">
            <a:extLst>
              <a:ext uri="{FF2B5EF4-FFF2-40B4-BE49-F238E27FC236}">
                <a16:creationId xmlns:a16="http://schemas.microsoft.com/office/drawing/2014/main" id="{258A7F8D-41C2-4530-804B-6510325FA957}"/>
              </a:ext>
            </a:extLst>
          </p:cNvPr>
          <p:cNvSpPr>
            <a:spLocks noGrp="1"/>
          </p:cNvSpPr>
          <p:nvPr>
            <p:ph type="pic" sz="quarter" idx="29"/>
          </p:nvPr>
        </p:nvSpPr>
        <p:spPr>
          <a:xfrm>
            <a:off x="6096299" y="-1343"/>
            <a:ext cx="6095702" cy="6836400"/>
          </a:xfrm>
        </p:spPr>
        <p:txBody>
          <a:bodyPr anchor="ctr" anchorCtr="0"/>
          <a:lstStyle>
            <a:lvl1pPr algn="ctr">
              <a:defRPr sz="1000">
                <a:solidFill>
                  <a:schemeClr val="bg1"/>
                </a:solidFill>
                <a:latin typeface="+mn-lt"/>
              </a:defRPr>
            </a:lvl1pPr>
          </a:lstStyle>
          <a:p>
            <a:endParaRPr lang="en-US"/>
          </a:p>
          <a:p>
            <a:r>
              <a:rPr lang="en-US"/>
              <a:t>Click to insert picture</a:t>
            </a:r>
            <a:endParaRPr lang="en-AU"/>
          </a:p>
        </p:txBody>
      </p:sp>
    </p:spTree>
    <p:extLst>
      <p:ext uri="{BB962C8B-B14F-4D97-AF65-F5344CB8AC3E}">
        <p14:creationId xmlns:p14="http://schemas.microsoft.com/office/powerpoint/2010/main" val="40514682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lumn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019D-E1A0-4DD6-A047-3CCA1A6288E6}"/>
              </a:ext>
            </a:extLst>
          </p:cNvPr>
          <p:cNvSpPr>
            <a:spLocks noGrp="1"/>
          </p:cNvSpPr>
          <p:nvPr>
            <p:ph type="title" hasCustomPrompt="1"/>
          </p:nvPr>
        </p:nvSpPr>
        <p:spPr>
          <a:xfrm>
            <a:off x="630000" y="548055"/>
            <a:ext cx="10506560" cy="807261"/>
          </a:xfrm>
        </p:spPr>
        <p:txBody>
          <a:bodyPr/>
          <a:lstStyle>
            <a:lvl1pPr>
              <a:defRPr/>
            </a:lvl1pPr>
          </a:lstStyle>
          <a:p>
            <a:r>
              <a:rPr lang="en-US"/>
              <a:t>Double-column page</a:t>
            </a:r>
            <a:endParaRPr lang="en-AU"/>
          </a:p>
        </p:txBody>
      </p:sp>
      <p:sp>
        <p:nvSpPr>
          <p:cNvPr id="8" name="Content Placeholder 7">
            <a:extLst>
              <a:ext uri="{FF2B5EF4-FFF2-40B4-BE49-F238E27FC236}">
                <a16:creationId xmlns:a16="http://schemas.microsoft.com/office/drawing/2014/main" id="{E0EFD8B2-D136-4F81-A5DD-3562D240B2BF}"/>
              </a:ext>
            </a:extLst>
          </p:cNvPr>
          <p:cNvSpPr>
            <a:spLocks noGrp="1"/>
          </p:cNvSpPr>
          <p:nvPr>
            <p:ph sz="quarter" idx="13" hasCustomPrompt="1"/>
          </p:nvPr>
        </p:nvSpPr>
        <p:spPr>
          <a:xfrm>
            <a:off x="630000" y="1696244"/>
            <a:ext cx="10506560" cy="4073016"/>
          </a:xfrm>
        </p:spPr>
        <p:txBody>
          <a:bodyPr numCol="2" spcCol="360000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678253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ingle col page ">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A801C29D-10AF-48DA-B289-439F9D8DA4D8}"/>
              </a:ext>
            </a:extLst>
          </p:cNvPr>
          <p:cNvSpPr>
            <a:spLocks noGrp="1"/>
          </p:cNvSpPr>
          <p:nvPr>
            <p:ph type="pic" sz="quarter" idx="12"/>
          </p:nvPr>
        </p:nvSpPr>
        <p:spPr>
          <a:xfrm>
            <a:off x="6096000" y="0"/>
            <a:ext cx="6096000" cy="6858000"/>
          </a:xfrm>
        </p:spPr>
        <p:txBody>
          <a:bodyPr anchor="ctr" anchorCtr="0"/>
          <a:lstStyle>
            <a:lvl1pPr algn="ctr">
              <a:defRPr>
                <a:latin typeface="+mn-lt"/>
              </a:defRPr>
            </a:lvl1pPr>
          </a:lstStyle>
          <a:p>
            <a:endParaRPr lang="en-US"/>
          </a:p>
          <a:p>
            <a:r>
              <a:rPr lang="en-US"/>
              <a:t>Click to insert picture</a:t>
            </a:r>
            <a:endParaRPr lang="en-AU"/>
          </a:p>
        </p:txBody>
      </p:sp>
      <p:sp>
        <p:nvSpPr>
          <p:cNvPr id="4" name="Title 1">
            <a:extLst>
              <a:ext uri="{FF2B5EF4-FFF2-40B4-BE49-F238E27FC236}">
                <a16:creationId xmlns:a16="http://schemas.microsoft.com/office/drawing/2014/main" id="{B4BCD50B-D059-B0A7-910E-4FE330866460}"/>
              </a:ext>
            </a:extLst>
          </p:cNvPr>
          <p:cNvSpPr>
            <a:spLocks noGrp="1"/>
          </p:cNvSpPr>
          <p:nvPr>
            <p:ph type="title" hasCustomPrompt="1"/>
          </p:nvPr>
        </p:nvSpPr>
        <p:spPr>
          <a:xfrm>
            <a:off x="630000" y="548055"/>
            <a:ext cx="4781924" cy="807261"/>
          </a:xfrm>
        </p:spPr>
        <p:txBody>
          <a:bodyPr/>
          <a:lstStyle/>
          <a:p>
            <a:r>
              <a:rPr lang="en-US"/>
              <a:t>Single-column page</a:t>
            </a:r>
            <a:endParaRPr lang="en-AU"/>
          </a:p>
        </p:txBody>
      </p:sp>
      <p:sp>
        <p:nvSpPr>
          <p:cNvPr id="2" name="Content Placeholder 7">
            <a:extLst>
              <a:ext uri="{FF2B5EF4-FFF2-40B4-BE49-F238E27FC236}">
                <a16:creationId xmlns:a16="http://schemas.microsoft.com/office/drawing/2014/main" id="{E929272A-409E-768F-3139-9C8049547E05}"/>
              </a:ext>
            </a:extLst>
          </p:cNvPr>
          <p:cNvSpPr>
            <a:spLocks noGrp="1"/>
          </p:cNvSpPr>
          <p:nvPr>
            <p:ph sz="quarter" idx="13" hasCustomPrompt="1"/>
          </p:nvPr>
        </p:nvSpPr>
        <p:spPr>
          <a:xfrm>
            <a:off x="630000" y="1693629"/>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8135400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ingle col page 6 image">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A801C29D-10AF-48DA-B289-439F9D8DA4D8}"/>
              </a:ext>
            </a:extLst>
          </p:cNvPr>
          <p:cNvSpPr>
            <a:spLocks noGrp="1"/>
          </p:cNvSpPr>
          <p:nvPr>
            <p:ph type="pic" sz="quarter" idx="12"/>
          </p:nvPr>
        </p:nvSpPr>
        <p:spPr>
          <a:xfrm>
            <a:off x="6096000" y="0"/>
            <a:ext cx="3049200" cy="2286000"/>
          </a:xfrm>
        </p:spPr>
        <p:txBody>
          <a:bodyPr anchor="ctr" anchorCtr="0"/>
          <a:lstStyle>
            <a:lvl1pPr algn="ctr">
              <a:defRPr>
                <a:latin typeface="+mn-lt"/>
              </a:defRPr>
            </a:lvl1pPr>
          </a:lstStyle>
          <a:p>
            <a:endParaRPr lang="en-US"/>
          </a:p>
          <a:p>
            <a:r>
              <a:rPr lang="en-US"/>
              <a:t>Click to insert picture</a:t>
            </a:r>
            <a:endParaRPr lang="en-AU"/>
          </a:p>
        </p:txBody>
      </p:sp>
      <p:sp>
        <p:nvSpPr>
          <p:cNvPr id="9" name="Picture Placeholder 10">
            <a:extLst>
              <a:ext uri="{FF2B5EF4-FFF2-40B4-BE49-F238E27FC236}">
                <a16:creationId xmlns:a16="http://schemas.microsoft.com/office/drawing/2014/main" id="{EC6620A7-9B9D-447E-9AC3-901298A16A3A}"/>
              </a:ext>
            </a:extLst>
          </p:cNvPr>
          <p:cNvSpPr>
            <a:spLocks noGrp="1"/>
          </p:cNvSpPr>
          <p:nvPr>
            <p:ph type="pic" sz="quarter" idx="14"/>
          </p:nvPr>
        </p:nvSpPr>
        <p:spPr>
          <a:xfrm>
            <a:off x="9145200" y="0"/>
            <a:ext cx="3045288" cy="2286000"/>
          </a:xfrm>
        </p:spPr>
        <p:txBody>
          <a:bodyPr anchor="ctr" anchorCtr="0"/>
          <a:lstStyle>
            <a:lvl1pPr algn="ctr">
              <a:defRPr>
                <a:latin typeface="+mn-lt"/>
              </a:defRPr>
            </a:lvl1pPr>
          </a:lstStyle>
          <a:p>
            <a:endParaRPr lang="en-US"/>
          </a:p>
          <a:p>
            <a:r>
              <a:rPr lang="en-US"/>
              <a:t>Click to insert picture</a:t>
            </a:r>
            <a:endParaRPr lang="en-AU"/>
          </a:p>
        </p:txBody>
      </p:sp>
      <p:sp>
        <p:nvSpPr>
          <p:cNvPr id="18" name="Picture Placeholder 10">
            <a:extLst>
              <a:ext uri="{FF2B5EF4-FFF2-40B4-BE49-F238E27FC236}">
                <a16:creationId xmlns:a16="http://schemas.microsoft.com/office/drawing/2014/main" id="{D6CE8703-B809-448A-9B13-A65A4871E8E8}"/>
              </a:ext>
            </a:extLst>
          </p:cNvPr>
          <p:cNvSpPr>
            <a:spLocks noGrp="1"/>
          </p:cNvSpPr>
          <p:nvPr>
            <p:ph type="pic" sz="quarter" idx="15"/>
          </p:nvPr>
        </p:nvSpPr>
        <p:spPr>
          <a:xfrm>
            <a:off x="6096000" y="2286263"/>
            <a:ext cx="3049200" cy="2286000"/>
          </a:xfrm>
        </p:spPr>
        <p:txBody>
          <a:bodyPr anchor="ctr" anchorCtr="0"/>
          <a:lstStyle>
            <a:lvl1pPr algn="ctr">
              <a:defRPr>
                <a:latin typeface="+mn-lt"/>
              </a:defRPr>
            </a:lvl1pPr>
          </a:lstStyle>
          <a:p>
            <a:endParaRPr lang="en-US"/>
          </a:p>
          <a:p>
            <a:r>
              <a:rPr lang="en-US"/>
              <a:t>Click to insert picture</a:t>
            </a:r>
            <a:endParaRPr lang="en-AU"/>
          </a:p>
        </p:txBody>
      </p:sp>
      <p:sp>
        <p:nvSpPr>
          <p:cNvPr id="19" name="Picture Placeholder 10">
            <a:extLst>
              <a:ext uri="{FF2B5EF4-FFF2-40B4-BE49-F238E27FC236}">
                <a16:creationId xmlns:a16="http://schemas.microsoft.com/office/drawing/2014/main" id="{4C3AEED1-6387-40FD-8AAE-E56D0A3505BA}"/>
              </a:ext>
            </a:extLst>
          </p:cNvPr>
          <p:cNvSpPr>
            <a:spLocks noGrp="1"/>
          </p:cNvSpPr>
          <p:nvPr>
            <p:ph type="pic" sz="quarter" idx="16"/>
          </p:nvPr>
        </p:nvSpPr>
        <p:spPr>
          <a:xfrm>
            <a:off x="9145200" y="2286263"/>
            <a:ext cx="3045288" cy="2286000"/>
          </a:xfrm>
        </p:spPr>
        <p:txBody>
          <a:bodyPr anchor="ctr" anchorCtr="0"/>
          <a:lstStyle>
            <a:lvl1pPr algn="ctr">
              <a:defRPr>
                <a:latin typeface="+mn-lt"/>
              </a:defRPr>
            </a:lvl1pPr>
          </a:lstStyle>
          <a:p>
            <a:endParaRPr lang="en-US"/>
          </a:p>
          <a:p>
            <a:r>
              <a:rPr lang="en-US"/>
              <a:t>Click to insert picture</a:t>
            </a:r>
            <a:endParaRPr lang="en-AU"/>
          </a:p>
        </p:txBody>
      </p:sp>
      <p:sp>
        <p:nvSpPr>
          <p:cNvPr id="20" name="Picture Placeholder 10">
            <a:extLst>
              <a:ext uri="{FF2B5EF4-FFF2-40B4-BE49-F238E27FC236}">
                <a16:creationId xmlns:a16="http://schemas.microsoft.com/office/drawing/2014/main" id="{5842F514-096D-43EC-A670-E5550DFB5F82}"/>
              </a:ext>
            </a:extLst>
          </p:cNvPr>
          <p:cNvSpPr>
            <a:spLocks noGrp="1"/>
          </p:cNvSpPr>
          <p:nvPr>
            <p:ph type="pic" sz="quarter" idx="17"/>
          </p:nvPr>
        </p:nvSpPr>
        <p:spPr>
          <a:xfrm>
            <a:off x="6096000" y="4572526"/>
            <a:ext cx="3049200" cy="2286000"/>
          </a:xfrm>
        </p:spPr>
        <p:txBody>
          <a:bodyPr anchor="ctr" anchorCtr="0"/>
          <a:lstStyle>
            <a:lvl1pPr algn="ctr">
              <a:defRPr>
                <a:latin typeface="+mn-lt"/>
              </a:defRPr>
            </a:lvl1pPr>
          </a:lstStyle>
          <a:p>
            <a:endParaRPr lang="en-US"/>
          </a:p>
          <a:p>
            <a:r>
              <a:rPr lang="en-US"/>
              <a:t>Click to insert picture</a:t>
            </a:r>
            <a:endParaRPr lang="en-AU"/>
          </a:p>
        </p:txBody>
      </p:sp>
      <p:sp>
        <p:nvSpPr>
          <p:cNvPr id="21" name="Picture Placeholder 10">
            <a:extLst>
              <a:ext uri="{FF2B5EF4-FFF2-40B4-BE49-F238E27FC236}">
                <a16:creationId xmlns:a16="http://schemas.microsoft.com/office/drawing/2014/main" id="{23D925E6-EBC8-40B7-94AC-55946294709F}"/>
              </a:ext>
            </a:extLst>
          </p:cNvPr>
          <p:cNvSpPr>
            <a:spLocks noGrp="1"/>
          </p:cNvSpPr>
          <p:nvPr>
            <p:ph type="pic" sz="quarter" idx="18"/>
          </p:nvPr>
        </p:nvSpPr>
        <p:spPr>
          <a:xfrm>
            <a:off x="9145200" y="4572526"/>
            <a:ext cx="3045288" cy="2286000"/>
          </a:xfrm>
        </p:spPr>
        <p:txBody>
          <a:bodyPr anchor="ctr" anchorCtr="0"/>
          <a:lstStyle>
            <a:lvl1pPr algn="ctr">
              <a:defRPr>
                <a:latin typeface="+mn-lt"/>
              </a:defRPr>
            </a:lvl1pPr>
          </a:lstStyle>
          <a:p>
            <a:endParaRPr lang="en-US"/>
          </a:p>
          <a:p>
            <a:r>
              <a:rPr lang="en-US"/>
              <a:t>Click to insert picture</a:t>
            </a:r>
            <a:endParaRPr lang="en-AU"/>
          </a:p>
        </p:txBody>
      </p:sp>
      <p:sp>
        <p:nvSpPr>
          <p:cNvPr id="4" name="Title 1">
            <a:extLst>
              <a:ext uri="{FF2B5EF4-FFF2-40B4-BE49-F238E27FC236}">
                <a16:creationId xmlns:a16="http://schemas.microsoft.com/office/drawing/2014/main" id="{AC379075-3AB0-EABF-8F79-3C2C4F87D652}"/>
              </a:ext>
            </a:extLst>
          </p:cNvPr>
          <p:cNvSpPr>
            <a:spLocks noGrp="1"/>
          </p:cNvSpPr>
          <p:nvPr>
            <p:ph type="title" hasCustomPrompt="1"/>
          </p:nvPr>
        </p:nvSpPr>
        <p:spPr>
          <a:xfrm>
            <a:off x="630000" y="548055"/>
            <a:ext cx="4781924" cy="807261"/>
          </a:xfrm>
        </p:spPr>
        <p:txBody>
          <a:bodyPr/>
          <a:lstStyle/>
          <a:p>
            <a:r>
              <a:rPr lang="en-US"/>
              <a:t>Single-column page</a:t>
            </a:r>
            <a:endParaRPr lang="en-AU"/>
          </a:p>
        </p:txBody>
      </p:sp>
      <p:sp>
        <p:nvSpPr>
          <p:cNvPr id="2" name="Content Placeholder 7">
            <a:extLst>
              <a:ext uri="{FF2B5EF4-FFF2-40B4-BE49-F238E27FC236}">
                <a16:creationId xmlns:a16="http://schemas.microsoft.com/office/drawing/2014/main" id="{CEEBB0A4-A556-7146-3BD8-0B97CDDC68D7}"/>
              </a:ext>
            </a:extLst>
          </p:cNvPr>
          <p:cNvSpPr>
            <a:spLocks noGrp="1"/>
          </p:cNvSpPr>
          <p:nvPr>
            <p:ph sz="quarter" idx="19" hasCustomPrompt="1"/>
          </p:nvPr>
        </p:nvSpPr>
        <p:spPr>
          <a:xfrm>
            <a:off x="630000" y="1693629"/>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532790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wo column page 2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019D-E1A0-4DD6-A047-3CCA1A6288E6}"/>
              </a:ext>
            </a:extLst>
          </p:cNvPr>
          <p:cNvSpPr>
            <a:spLocks noGrp="1"/>
          </p:cNvSpPr>
          <p:nvPr>
            <p:ph type="title" hasCustomPrompt="1"/>
          </p:nvPr>
        </p:nvSpPr>
        <p:spPr>
          <a:xfrm>
            <a:off x="630000" y="548055"/>
            <a:ext cx="10162840" cy="807261"/>
          </a:xfrm>
        </p:spPr>
        <p:txBody>
          <a:bodyPr/>
          <a:lstStyle>
            <a:lvl1pPr>
              <a:defRPr/>
            </a:lvl1pPr>
          </a:lstStyle>
          <a:p>
            <a:r>
              <a:rPr lang="en-US"/>
              <a:t>Double-column page</a:t>
            </a:r>
            <a:endParaRPr lang="en-AU"/>
          </a:p>
        </p:txBody>
      </p:sp>
      <p:sp>
        <p:nvSpPr>
          <p:cNvPr id="8" name="Content Placeholder 7">
            <a:extLst>
              <a:ext uri="{FF2B5EF4-FFF2-40B4-BE49-F238E27FC236}">
                <a16:creationId xmlns:a16="http://schemas.microsoft.com/office/drawing/2014/main" id="{E0EFD8B2-D136-4F81-A5DD-3562D240B2BF}"/>
              </a:ext>
            </a:extLst>
          </p:cNvPr>
          <p:cNvSpPr>
            <a:spLocks noGrp="1"/>
          </p:cNvSpPr>
          <p:nvPr>
            <p:ph sz="quarter" idx="13" hasCustomPrompt="1"/>
          </p:nvPr>
        </p:nvSpPr>
        <p:spPr>
          <a:xfrm>
            <a:off x="629850" y="1696244"/>
            <a:ext cx="4838823" cy="4073016"/>
          </a:xfrm>
        </p:spPr>
        <p:txBody>
          <a:bodyPr numCol="1" spcCol="360000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9" name="Content Placeholder 7">
            <a:extLst>
              <a:ext uri="{FF2B5EF4-FFF2-40B4-BE49-F238E27FC236}">
                <a16:creationId xmlns:a16="http://schemas.microsoft.com/office/drawing/2014/main" id="{E12FD1B6-0669-4463-A3C8-B9BAE0581E8E}"/>
              </a:ext>
            </a:extLst>
          </p:cNvPr>
          <p:cNvSpPr>
            <a:spLocks noGrp="1"/>
          </p:cNvSpPr>
          <p:nvPr>
            <p:ph sz="quarter" idx="14" hasCustomPrompt="1"/>
          </p:nvPr>
        </p:nvSpPr>
        <p:spPr>
          <a:xfrm>
            <a:off x="5954016" y="1696244"/>
            <a:ext cx="4838823" cy="4073016"/>
          </a:xfrm>
        </p:spPr>
        <p:txBody>
          <a:bodyPr numCol="1" spcCol="360000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2499460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Blank base">
    <p:spTree>
      <p:nvGrpSpPr>
        <p:cNvPr id="1" name=""/>
        <p:cNvGrpSpPr/>
        <p:nvPr/>
      </p:nvGrpSpPr>
      <p:grpSpPr>
        <a:xfrm>
          <a:off x="0" y="0"/>
          <a:ext cx="0" cy="0"/>
          <a:chOff x="0" y="0"/>
          <a:chExt cx="0" cy="0"/>
        </a:xfrm>
      </p:grpSpPr>
      <p:pic>
        <p:nvPicPr>
          <p:cNvPr id="4" name="Picture 3" descr="Shape&#10;&#10;Description automatically generated with medium confidence">
            <a:extLst>
              <a:ext uri="{FF2B5EF4-FFF2-40B4-BE49-F238E27FC236}">
                <a16:creationId xmlns:a16="http://schemas.microsoft.com/office/drawing/2014/main" id="{9853127F-96F5-4393-90F6-F4E5BE06F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0000" y="481172"/>
            <a:ext cx="1235967" cy="816866"/>
          </a:xfrm>
          <a:prstGeom prst="rect">
            <a:avLst/>
          </a:prstGeom>
        </p:spPr>
      </p:pic>
    </p:spTree>
    <p:extLst>
      <p:ext uri="{BB962C8B-B14F-4D97-AF65-F5344CB8AC3E}">
        <p14:creationId xmlns:p14="http://schemas.microsoft.com/office/powerpoint/2010/main" val="25023029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30000" y="548680"/>
            <a:ext cx="10866600" cy="5288088"/>
          </a:xfrm>
        </p:spPr>
        <p:txBody>
          <a:bodyPr anchor="ctr" anchorCtr="0"/>
          <a:lstStyle>
            <a:lvl1pPr algn="l">
              <a:lnSpc>
                <a:spcPct val="100000"/>
              </a:lnSpc>
              <a:spcAft>
                <a:spcPts val="600"/>
              </a:spcAft>
              <a:defRPr sz="6300" b="0">
                <a:solidFill>
                  <a:schemeClr val="bg2"/>
                </a:solidFill>
                <a:latin typeface="+mn-lt"/>
              </a:defRPr>
            </a:lvl1pPr>
          </a:lstStyle>
          <a:p>
            <a:r>
              <a:rPr lang="en-US" noProof="0"/>
              <a:t>Click to edit text</a:t>
            </a:r>
          </a:p>
        </p:txBody>
      </p:sp>
      <p:pic>
        <p:nvPicPr>
          <p:cNvPr id="13" name="Picture 12" descr="Logo&#10;&#10;Description automatically generated">
            <a:extLst>
              <a:ext uri="{FF2B5EF4-FFF2-40B4-BE49-F238E27FC236}">
                <a16:creationId xmlns:a16="http://schemas.microsoft.com/office/drawing/2014/main" id="{91484A36-ADAE-45FE-B29D-28B55530F9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9800" y="6344701"/>
            <a:ext cx="1342647" cy="260605"/>
          </a:xfrm>
          <a:prstGeom prst="rect">
            <a:avLst/>
          </a:prstGeom>
        </p:spPr>
      </p:pic>
    </p:spTree>
    <p:extLst>
      <p:ext uri="{BB962C8B-B14F-4D97-AF65-F5344CB8AC3E}">
        <p14:creationId xmlns:p14="http://schemas.microsoft.com/office/powerpoint/2010/main" val="5161012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44"/>
        <p:cNvGrpSpPr/>
        <p:nvPr/>
      </p:nvGrpSpPr>
      <p:grpSpPr>
        <a:xfrm>
          <a:off x="0" y="0"/>
          <a:ext cx="0" cy="0"/>
          <a:chOff x="0" y="0"/>
          <a:chExt cx="0" cy="0"/>
        </a:xfrm>
      </p:grpSpPr>
      <p:sp>
        <p:nvSpPr>
          <p:cNvPr id="145" name="Google Shape;145;p8"/>
          <p:cNvSpPr txBox="1">
            <a:spLocks noGrp="1"/>
          </p:cNvSpPr>
          <p:nvPr>
            <p:ph type="ftr" idx="11"/>
          </p:nvPr>
        </p:nvSpPr>
        <p:spPr>
          <a:xfrm>
            <a:off x="628800" y="6502818"/>
            <a:ext cx="10936200" cy="174600"/>
          </a:xfrm>
          <a:prstGeom prst="rect">
            <a:avLst/>
          </a:prstGeom>
          <a:noFill/>
          <a:ln>
            <a:noFill/>
          </a:ln>
        </p:spPr>
        <p:txBody>
          <a:bodyPr spcFirstLastPara="1" wrap="square" lIns="0" tIns="45700" rIns="0" bIns="45700" anchor="ctr" anchorCtr="0">
            <a:noAutofit/>
          </a:bodyPr>
          <a:lstStyle>
            <a:lvl1pPr marR="0" lvl="0" algn="l">
              <a:lnSpc>
                <a:spcPct val="90000"/>
              </a:lnSpc>
              <a:spcBef>
                <a:spcPts val="0"/>
              </a:spcBef>
              <a:spcAft>
                <a:spcPts val="0"/>
              </a:spcAft>
              <a:buClr>
                <a:schemeClr val="accent4"/>
              </a:buClr>
              <a:buSzPts val="700"/>
              <a:buFont typeface="Arial"/>
              <a:buNone/>
              <a:defRPr sz="700" b="0">
                <a:solidFill>
                  <a:schemeClr val="accent4"/>
                </a:solidFill>
                <a:latin typeface="Century Gothic"/>
                <a:ea typeface="Century Gothic"/>
                <a:cs typeface="Century Gothic"/>
                <a:sym typeface="Century Gothic"/>
              </a:defRPr>
            </a:lvl1pPr>
            <a:lvl2pPr lvl="1" algn="l">
              <a:lnSpc>
                <a:spcPct val="100000"/>
              </a:lnSpc>
              <a:spcBef>
                <a:spcPts val="4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8"/>
          <p:cNvSpPr txBox="1">
            <a:spLocks noGrp="1"/>
          </p:cNvSpPr>
          <p:nvPr>
            <p:ph type="title"/>
          </p:nvPr>
        </p:nvSpPr>
        <p:spPr>
          <a:xfrm>
            <a:off x="628800" y="537323"/>
            <a:ext cx="10972800" cy="441900"/>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SzPts val="1400"/>
              <a:buNone/>
              <a:defRPr>
                <a:latin typeface="Century Gothic"/>
                <a:ea typeface="Century Gothic"/>
                <a:cs typeface="Century Gothic"/>
                <a:sym typeface="Century Gothic"/>
              </a:defRPr>
            </a:lvl1pPr>
            <a:lvl2pPr lvl="1" algn="l">
              <a:lnSpc>
                <a:spcPct val="95000"/>
              </a:lnSpc>
              <a:spcBef>
                <a:spcPts val="0"/>
              </a:spcBef>
              <a:spcAft>
                <a:spcPts val="0"/>
              </a:spcAft>
              <a:buSzPts val="1400"/>
              <a:buNone/>
              <a:defRPr/>
            </a:lvl2pPr>
            <a:lvl3pPr lvl="2" algn="l">
              <a:lnSpc>
                <a:spcPct val="95000"/>
              </a:lnSpc>
              <a:spcBef>
                <a:spcPts val="0"/>
              </a:spcBef>
              <a:spcAft>
                <a:spcPts val="0"/>
              </a:spcAft>
              <a:buSzPts val="1400"/>
              <a:buNone/>
              <a:defRPr/>
            </a:lvl3pPr>
            <a:lvl4pPr lvl="3" algn="l">
              <a:lnSpc>
                <a:spcPct val="95000"/>
              </a:lnSpc>
              <a:spcBef>
                <a:spcPts val="0"/>
              </a:spcBef>
              <a:spcAft>
                <a:spcPts val="0"/>
              </a:spcAft>
              <a:buSzPts val="1400"/>
              <a:buNone/>
              <a:defRPr/>
            </a:lvl4pPr>
            <a:lvl5pPr lvl="4" algn="l">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9519107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56F26-04D2-8A8F-AC7D-48AF55C1AF1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23C2ABC-53B6-C491-1897-926F456EB8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7AC2710-E3BF-F0FD-1591-BD50ADFAB4F2}"/>
              </a:ext>
            </a:extLst>
          </p:cNvPr>
          <p:cNvSpPr>
            <a:spLocks noGrp="1"/>
          </p:cNvSpPr>
          <p:nvPr>
            <p:ph type="dt" sz="half" idx="10"/>
          </p:nvPr>
        </p:nvSpPr>
        <p:spPr/>
        <p:txBody>
          <a:bodyPr/>
          <a:lstStyle/>
          <a:p>
            <a:fld id="{5BCDF2B7-B0FE-4A9E-A2DD-8FEF12C68798}" type="datetimeFigureOut">
              <a:rPr lang="en-AU" smtClean="0"/>
              <a:t>22/07/2026</a:t>
            </a:fld>
            <a:endParaRPr lang="en-AU"/>
          </a:p>
        </p:txBody>
      </p:sp>
      <p:sp>
        <p:nvSpPr>
          <p:cNvPr id="5" name="Footer Placeholder 4">
            <a:extLst>
              <a:ext uri="{FF2B5EF4-FFF2-40B4-BE49-F238E27FC236}">
                <a16:creationId xmlns:a16="http://schemas.microsoft.com/office/drawing/2014/main" id="{005FF0B1-C117-0E42-0675-BDB2C1DE9A2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48CA2C8-5327-288A-E4A6-D85B9D65088C}"/>
              </a:ext>
            </a:extLst>
          </p:cNvPr>
          <p:cNvSpPr>
            <a:spLocks noGrp="1"/>
          </p:cNvSpPr>
          <p:nvPr>
            <p:ph type="sldNum" sz="quarter" idx="12"/>
          </p:nvPr>
        </p:nvSpPr>
        <p:spPr/>
        <p:txBody>
          <a:bodyPr/>
          <a:lstStyle/>
          <a:p>
            <a:fld id="{B532BF4E-F818-4C62-9460-DFCF78D44395}" type="slidenum">
              <a:rPr lang="en-AU" smtClean="0"/>
              <a:t>‹#›</a:t>
            </a:fld>
            <a:endParaRPr lang="en-AU"/>
          </a:p>
        </p:txBody>
      </p:sp>
    </p:spTree>
    <p:extLst>
      <p:ext uri="{BB962C8B-B14F-4D97-AF65-F5344CB8AC3E}">
        <p14:creationId xmlns:p14="http://schemas.microsoft.com/office/powerpoint/2010/main" val="26229223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Four colum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019D-E1A0-4DD6-A047-3CCA1A6288E6}"/>
              </a:ext>
            </a:extLst>
          </p:cNvPr>
          <p:cNvSpPr>
            <a:spLocks noGrp="1"/>
          </p:cNvSpPr>
          <p:nvPr>
            <p:ph type="title" hasCustomPrompt="1"/>
          </p:nvPr>
        </p:nvSpPr>
        <p:spPr>
          <a:xfrm>
            <a:off x="630000" y="548055"/>
            <a:ext cx="10194818" cy="807261"/>
          </a:xfrm>
        </p:spPr>
        <p:txBody>
          <a:bodyPr/>
          <a:lstStyle>
            <a:lvl1pPr>
              <a:defRPr/>
            </a:lvl1pPr>
          </a:lstStyle>
          <a:p>
            <a:r>
              <a:rPr lang="en-US"/>
              <a:t>Click to edit text</a:t>
            </a:r>
            <a:endParaRPr lang="en-AU"/>
          </a:p>
        </p:txBody>
      </p:sp>
      <p:sp>
        <p:nvSpPr>
          <p:cNvPr id="8" name="Content Placeholder 7">
            <a:extLst>
              <a:ext uri="{FF2B5EF4-FFF2-40B4-BE49-F238E27FC236}">
                <a16:creationId xmlns:a16="http://schemas.microsoft.com/office/drawing/2014/main" id="{E0EFD8B2-D136-4F81-A5DD-3562D240B2BF}"/>
              </a:ext>
            </a:extLst>
          </p:cNvPr>
          <p:cNvSpPr>
            <a:spLocks noGrp="1"/>
          </p:cNvSpPr>
          <p:nvPr>
            <p:ph sz="quarter" idx="13" hasCustomPrompt="1"/>
          </p:nvPr>
        </p:nvSpPr>
        <p:spPr>
          <a:xfrm>
            <a:off x="629850" y="3166807"/>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Picture Placeholder 10">
            <a:extLst>
              <a:ext uri="{FF2B5EF4-FFF2-40B4-BE49-F238E27FC236}">
                <a16:creationId xmlns:a16="http://schemas.microsoft.com/office/drawing/2014/main" id="{19A72D37-FB6D-4434-803B-3F0D81B7FB84}"/>
              </a:ext>
            </a:extLst>
          </p:cNvPr>
          <p:cNvSpPr>
            <a:spLocks noGrp="1"/>
          </p:cNvSpPr>
          <p:nvPr>
            <p:ph type="pic" sz="quarter" idx="12"/>
          </p:nvPr>
        </p:nvSpPr>
        <p:spPr>
          <a:xfrm>
            <a:off x="630000" y="1902942"/>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
        <p:nvSpPr>
          <p:cNvPr id="11" name="Content Placeholder 7">
            <a:extLst>
              <a:ext uri="{FF2B5EF4-FFF2-40B4-BE49-F238E27FC236}">
                <a16:creationId xmlns:a16="http://schemas.microsoft.com/office/drawing/2014/main" id="{D7E352CC-626C-41E6-83EC-4F5C3ADD8C14}"/>
              </a:ext>
            </a:extLst>
          </p:cNvPr>
          <p:cNvSpPr>
            <a:spLocks noGrp="1"/>
          </p:cNvSpPr>
          <p:nvPr>
            <p:ph sz="quarter" idx="14" hasCustomPrompt="1"/>
          </p:nvPr>
        </p:nvSpPr>
        <p:spPr>
          <a:xfrm>
            <a:off x="3309140" y="3166807"/>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Picture Placeholder 10">
            <a:extLst>
              <a:ext uri="{FF2B5EF4-FFF2-40B4-BE49-F238E27FC236}">
                <a16:creationId xmlns:a16="http://schemas.microsoft.com/office/drawing/2014/main" id="{72B1A4BB-E43B-4A04-8826-9DADB93591FE}"/>
              </a:ext>
            </a:extLst>
          </p:cNvPr>
          <p:cNvSpPr>
            <a:spLocks noGrp="1"/>
          </p:cNvSpPr>
          <p:nvPr>
            <p:ph type="pic" sz="quarter" idx="15"/>
          </p:nvPr>
        </p:nvSpPr>
        <p:spPr>
          <a:xfrm>
            <a:off x="3309240" y="1902942"/>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
        <p:nvSpPr>
          <p:cNvPr id="13" name="Content Placeholder 7">
            <a:extLst>
              <a:ext uri="{FF2B5EF4-FFF2-40B4-BE49-F238E27FC236}">
                <a16:creationId xmlns:a16="http://schemas.microsoft.com/office/drawing/2014/main" id="{03970B2F-29CB-404A-9891-6B0911E83583}"/>
              </a:ext>
            </a:extLst>
          </p:cNvPr>
          <p:cNvSpPr>
            <a:spLocks noGrp="1"/>
          </p:cNvSpPr>
          <p:nvPr>
            <p:ph sz="quarter" idx="16" hasCustomPrompt="1"/>
          </p:nvPr>
        </p:nvSpPr>
        <p:spPr>
          <a:xfrm>
            <a:off x="5988431" y="3166807"/>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Picture Placeholder 10">
            <a:extLst>
              <a:ext uri="{FF2B5EF4-FFF2-40B4-BE49-F238E27FC236}">
                <a16:creationId xmlns:a16="http://schemas.microsoft.com/office/drawing/2014/main" id="{6C03BE3A-8DFC-42FB-98CF-8E3A432F70EA}"/>
              </a:ext>
            </a:extLst>
          </p:cNvPr>
          <p:cNvSpPr>
            <a:spLocks noGrp="1"/>
          </p:cNvSpPr>
          <p:nvPr>
            <p:ph type="pic" sz="quarter" idx="17"/>
          </p:nvPr>
        </p:nvSpPr>
        <p:spPr>
          <a:xfrm>
            <a:off x="5988480" y="1902942"/>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
        <p:nvSpPr>
          <p:cNvPr id="15" name="Content Placeholder 7">
            <a:extLst>
              <a:ext uri="{FF2B5EF4-FFF2-40B4-BE49-F238E27FC236}">
                <a16:creationId xmlns:a16="http://schemas.microsoft.com/office/drawing/2014/main" id="{70D91C31-B0BF-4FB4-86C9-4FE9AE3003FC}"/>
              </a:ext>
            </a:extLst>
          </p:cNvPr>
          <p:cNvSpPr>
            <a:spLocks noGrp="1"/>
          </p:cNvSpPr>
          <p:nvPr>
            <p:ph sz="quarter" idx="18" hasCustomPrompt="1"/>
          </p:nvPr>
        </p:nvSpPr>
        <p:spPr>
          <a:xfrm>
            <a:off x="8667721" y="3166807"/>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Picture Placeholder 10">
            <a:extLst>
              <a:ext uri="{FF2B5EF4-FFF2-40B4-BE49-F238E27FC236}">
                <a16:creationId xmlns:a16="http://schemas.microsoft.com/office/drawing/2014/main" id="{70A8C560-9BD4-4357-AFF1-A59380404937}"/>
              </a:ext>
            </a:extLst>
          </p:cNvPr>
          <p:cNvSpPr>
            <a:spLocks noGrp="1"/>
          </p:cNvSpPr>
          <p:nvPr>
            <p:ph type="pic" sz="quarter" idx="19"/>
          </p:nvPr>
        </p:nvSpPr>
        <p:spPr>
          <a:xfrm>
            <a:off x="8667721" y="1902942"/>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Tree>
    <p:extLst>
      <p:ext uri="{BB962C8B-B14F-4D97-AF65-F5344CB8AC3E}">
        <p14:creationId xmlns:p14="http://schemas.microsoft.com/office/powerpoint/2010/main" val="854480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Single col page - split co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060360-2F6C-439F-812C-4ADACADDA58A}"/>
              </a:ext>
            </a:extLst>
          </p:cNvPr>
          <p:cNvSpPr/>
          <p:nvPr userDrawn="1"/>
        </p:nvSpPr>
        <p:spPr>
          <a:xfrm>
            <a:off x="6096000" y="428"/>
            <a:ext cx="6096000" cy="68575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sp>
        <p:nvSpPr>
          <p:cNvPr id="7" name="Content Placeholder 6">
            <a:extLst>
              <a:ext uri="{FF2B5EF4-FFF2-40B4-BE49-F238E27FC236}">
                <a16:creationId xmlns:a16="http://schemas.microsoft.com/office/drawing/2014/main" id="{7020D987-E371-4FD8-8801-F6EF790DABE6}"/>
              </a:ext>
            </a:extLst>
          </p:cNvPr>
          <p:cNvSpPr>
            <a:spLocks noGrp="1"/>
          </p:cNvSpPr>
          <p:nvPr>
            <p:ph sz="quarter" idx="14" hasCustomPrompt="1"/>
          </p:nvPr>
        </p:nvSpPr>
        <p:spPr>
          <a:xfrm>
            <a:off x="6591055" y="931223"/>
            <a:ext cx="5265585" cy="5413478"/>
          </a:xfrm>
        </p:spPr>
        <p:txBody>
          <a:bodyPr/>
          <a:lstStyle>
            <a:lvl1pPr>
              <a:spcAft>
                <a:spcPts val="600"/>
              </a:spcAft>
              <a:defRPr>
                <a:solidFill>
                  <a:schemeClr val="bg2"/>
                </a:solidFill>
                <a:latin typeface="+mn-lt"/>
              </a:defRPr>
            </a:lvl1pPr>
            <a:lvl2pPr>
              <a:spcAft>
                <a:spcPts val="600"/>
              </a:spcAft>
              <a:defRPr>
                <a:solidFill>
                  <a:schemeClr val="bg2"/>
                </a:solidFill>
                <a:latin typeface="+mn-lt"/>
              </a:defRPr>
            </a:lvl2pPr>
            <a:lvl3pPr>
              <a:spcAft>
                <a:spcPts val="600"/>
              </a:spcAft>
              <a:defRPr>
                <a:solidFill>
                  <a:schemeClr val="bg2"/>
                </a:solidFill>
                <a:latin typeface="+mn-lt"/>
              </a:defRPr>
            </a:lvl3pPr>
            <a:lvl4pPr>
              <a:spcAft>
                <a:spcPts val="600"/>
              </a:spcAft>
              <a:defRPr>
                <a:solidFill>
                  <a:schemeClr val="bg2"/>
                </a:solidFill>
                <a:latin typeface="+mn-lt"/>
              </a:defRPr>
            </a:lvl4pPr>
            <a:lvl5pPr>
              <a:spcAft>
                <a:spcPts val="600"/>
              </a:spcAft>
              <a:defRPr>
                <a:solidFill>
                  <a:schemeClr val="bg2"/>
                </a:solidFill>
                <a:latin typeface="+mn-lt"/>
              </a:defRPr>
            </a:lvl5pPr>
            <a:lvl6pPr>
              <a:spcAft>
                <a:spcPts val="350"/>
              </a:spcAft>
              <a:defRPr>
                <a:solidFill>
                  <a:schemeClr val="bg2"/>
                </a:solidFill>
              </a:defRPr>
            </a:lvl6pPr>
            <a:lvl7pPr>
              <a:spcAft>
                <a:spcPts val="350"/>
              </a:spcAft>
              <a:defRPr>
                <a:solidFill>
                  <a:schemeClr val="bg2"/>
                </a:solidFill>
              </a:defRPr>
            </a:lvl7pPr>
            <a:lvl8pPr>
              <a:spcAft>
                <a:spcPts val="350"/>
              </a:spcAft>
              <a:defRPr>
                <a:solidFill>
                  <a:schemeClr val="bg2"/>
                </a:solidFill>
              </a:defRPr>
            </a:lvl8pPr>
            <a:lvl9pPr>
              <a:spcAft>
                <a:spcPts val="350"/>
              </a:spcAft>
              <a:defRPr>
                <a:solidFill>
                  <a:schemeClr val="bg2"/>
                </a:solidFill>
              </a:defRPr>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itle 1">
            <a:extLst>
              <a:ext uri="{FF2B5EF4-FFF2-40B4-BE49-F238E27FC236}">
                <a16:creationId xmlns:a16="http://schemas.microsoft.com/office/drawing/2014/main" id="{A07AF681-7167-4F1A-8A37-003D6C5CDB49}"/>
              </a:ext>
            </a:extLst>
          </p:cNvPr>
          <p:cNvSpPr>
            <a:spLocks noGrp="1"/>
          </p:cNvSpPr>
          <p:nvPr>
            <p:ph type="title" hasCustomPrompt="1"/>
          </p:nvPr>
        </p:nvSpPr>
        <p:spPr>
          <a:xfrm>
            <a:off x="630000" y="548055"/>
            <a:ext cx="4781924" cy="807261"/>
          </a:xfrm>
        </p:spPr>
        <p:txBody>
          <a:bodyPr/>
          <a:lstStyle/>
          <a:p>
            <a:r>
              <a:rPr lang="en-US"/>
              <a:t>Single-column page</a:t>
            </a:r>
            <a:endParaRPr lang="en-AU"/>
          </a:p>
        </p:txBody>
      </p:sp>
      <p:sp>
        <p:nvSpPr>
          <p:cNvPr id="2" name="Content Placeholder 7">
            <a:extLst>
              <a:ext uri="{FF2B5EF4-FFF2-40B4-BE49-F238E27FC236}">
                <a16:creationId xmlns:a16="http://schemas.microsoft.com/office/drawing/2014/main" id="{2797246A-0F5A-DB0C-29F6-2B6C1DAB7091}"/>
              </a:ext>
            </a:extLst>
          </p:cNvPr>
          <p:cNvSpPr>
            <a:spLocks noGrp="1"/>
          </p:cNvSpPr>
          <p:nvPr>
            <p:ph sz="quarter" idx="12" hasCustomPrompt="1"/>
          </p:nvPr>
        </p:nvSpPr>
        <p:spPr>
          <a:xfrm>
            <a:off x="630000" y="1693629"/>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7063347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13" name="Picture 12" descr="Logo&#10;&#10;Description automatically generated">
            <a:extLst>
              <a:ext uri="{FF2B5EF4-FFF2-40B4-BE49-F238E27FC236}">
                <a16:creationId xmlns:a16="http://schemas.microsoft.com/office/drawing/2014/main" id="{91484A36-ADAE-45FE-B29D-28B55530F9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0000" y="6344701"/>
            <a:ext cx="1342647" cy="260605"/>
          </a:xfrm>
          <a:prstGeom prst="rect">
            <a:avLst/>
          </a:prstGeom>
        </p:spPr>
      </p:pic>
      <p:pic>
        <p:nvPicPr>
          <p:cNvPr id="7" name="Picture 6" descr="Text&#10;&#10;Description automatically generated">
            <a:extLst>
              <a:ext uri="{FF2B5EF4-FFF2-40B4-BE49-F238E27FC236}">
                <a16:creationId xmlns:a16="http://schemas.microsoft.com/office/drawing/2014/main" id="{B2C16797-CD24-4D7A-8FAE-F11A2AF4338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0000" y="481172"/>
            <a:ext cx="1235967" cy="816866"/>
          </a:xfrm>
          <a:prstGeom prst="rect">
            <a:avLst/>
          </a:prstGeom>
        </p:spPr>
      </p:pic>
      <p:sp>
        <p:nvSpPr>
          <p:cNvPr id="9" name="Text Placeholder 6">
            <a:extLst>
              <a:ext uri="{FF2B5EF4-FFF2-40B4-BE49-F238E27FC236}">
                <a16:creationId xmlns:a16="http://schemas.microsoft.com/office/drawing/2014/main" id="{27674A77-9AC3-40B5-9B04-EA1930C91BFE}"/>
              </a:ext>
            </a:extLst>
          </p:cNvPr>
          <p:cNvSpPr>
            <a:spLocks noGrp="1"/>
          </p:cNvSpPr>
          <p:nvPr>
            <p:ph type="body" sz="quarter" idx="10" hasCustomPrompt="1"/>
          </p:nvPr>
        </p:nvSpPr>
        <p:spPr>
          <a:xfrm>
            <a:off x="630000" y="3085194"/>
            <a:ext cx="7043918" cy="497112"/>
          </a:xfrm>
        </p:spPr>
        <p:txBody>
          <a:bodyPr/>
          <a:lstStyle>
            <a:lvl1pPr marL="0" algn="l">
              <a:lnSpc>
                <a:spcPts val="3600"/>
              </a:lnSpc>
              <a:spcAft>
                <a:spcPts val="0"/>
              </a:spcAft>
              <a:defRPr sz="2800" b="1">
                <a:solidFill>
                  <a:schemeClr val="bg1"/>
                </a:solidFill>
                <a:latin typeface="+mj-lt"/>
                <a:ea typeface="Open Sans SemiBold" pitchFamily="2" charset="0"/>
                <a:cs typeface="Open Sans SemiBold" pitchFamily="2" charset="0"/>
              </a:defRPr>
            </a:lvl1pPr>
            <a:lvl2pPr marL="0" algn="l">
              <a:lnSpc>
                <a:spcPts val="3600"/>
              </a:lnSpc>
              <a:spcAft>
                <a:spcPts val="0"/>
              </a:spcAft>
              <a:defRPr sz="2800" b="1">
                <a:solidFill>
                  <a:schemeClr val="bg1"/>
                </a:solidFill>
                <a:latin typeface="+mj-lt"/>
              </a:defRPr>
            </a:lvl2pPr>
            <a:lvl3pPr marL="0" indent="0" algn="l">
              <a:lnSpc>
                <a:spcPts val="3600"/>
              </a:lnSpc>
              <a:spcAft>
                <a:spcPts val="0"/>
              </a:spcAft>
              <a:buNone/>
              <a:defRPr sz="2800" b="1">
                <a:solidFill>
                  <a:schemeClr val="bg1"/>
                </a:solidFill>
                <a:latin typeface="+mj-lt"/>
              </a:defRPr>
            </a:lvl3pPr>
            <a:lvl4pPr marL="0" indent="0" algn="l">
              <a:lnSpc>
                <a:spcPts val="3600"/>
              </a:lnSpc>
              <a:spcAft>
                <a:spcPts val="0"/>
              </a:spcAft>
              <a:buNone/>
              <a:defRPr sz="2800" b="1">
                <a:solidFill>
                  <a:schemeClr val="bg1"/>
                </a:solidFill>
                <a:latin typeface="+mj-lt"/>
              </a:defRPr>
            </a:lvl4pPr>
            <a:lvl5pPr marL="0" indent="0" algn="l">
              <a:lnSpc>
                <a:spcPts val="3600"/>
              </a:lnSpc>
              <a:spcAft>
                <a:spcPts val="0"/>
              </a:spcAft>
              <a:buNone/>
              <a:defRPr sz="2800" b="1">
                <a:solidFill>
                  <a:schemeClr val="bg1"/>
                </a:solidFill>
                <a:latin typeface="+mj-lt"/>
              </a:defRPr>
            </a:lvl5pPr>
            <a:lvl6pPr marL="0" indent="0" algn="l">
              <a:lnSpc>
                <a:spcPts val="3600"/>
              </a:lnSpc>
              <a:spcAft>
                <a:spcPts val="0"/>
              </a:spcAft>
              <a:buNone/>
              <a:defRPr sz="2800" b="1">
                <a:solidFill>
                  <a:schemeClr val="bg1"/>
                </a:solidFill>
                <a:latin typeface="+mj-lt"/>
              </a:defRPr>
            </a:lvl6pPr>
            <a:lvl7pPr marL="0" indent="0" algn="l">
              <a:lnSpc>
                <a:spcPts val="3600"/>
              </a:lnSpc>
              <a:spcAft>
                <a:spcPts val="0"/>
              </a:spcAft>
              <a:buNone/>
              <a:defRPr sz="2800" b="1">
                <a:solidFill>
                  <a:schemeClr val="bg1"/>
                </a:solidFill>
                <a:latin typeface="+mj-lt"/>
              </a:defRPr>
            </a:lvl7pPr>
            <a:lvl8pPr marL="0" indent="0" algn="l">
              <a:lnSpc>
                <a:spcPts val="3600"/>
              </a:lnSpc>
              <a:spcAft>
                <a:spcPts val="0"/>
              </a:spcAft>
              <a:buNone/>
              <a:defRPr sz="2800" b="1">
                <a:solidFill>
                  <a:schemeClr val="bg1"/>
                </a:solidFill>
                <a:latin typeface="+mj-lt"/>
              </a:defRPr>
            </a:lvl8pPr>
            <a:lvl9pPr marL="0" indent="0" algn="l">
              <a:lnSpc>
                <a:spcPts val="3600"/>
              </a:lnSpc>
              <a:spcAft>
                <a:spcPts val="0"/>
              </a:spcAft>
              <a:buNone/>
              <a:defRPr sz="2800" b="1">
                <a:solidFill>
                  <a:schemeClr val="bg1"/>
                </a:solidFill>
                <a:latin typeface="+mj-lt"/>
              </a:defRPr>
            </a:lvl9pPr>
          </a:lstStyle>
          <a:p>
            <a:pPr lvl="0"/>
            <a:r>
              <a:rPr lang="en-US"/>
              <a:t>Click to edit text</a:t>
            </a:r>
          </a:p>
        </p:txBody>
      </p:sp>
      <p:sp>
        <p:nvSpPr>
          <p:cNvPr id="5" name="Content Placeholder 4">
            <a:extLst>
              <a:ext uri="{FF2B5EF4-FFF2-40B4-BE49-F238E27FC236}">
                <a16:creationId xmlns:a16="http://schemas.microsoft.com/office/drawing/2014/main" id="{488F7348-E56C-4CDA-A2D9-474D8773965B}"/>
              </a:ext>
            </a:extLst>
          </p:cNvPr>
          <p:cNvSpPr>
            <a:spLocks noGrp="1"/>
          </p:cNvSpPr>
          <p:nvPr>
            <p:ph sz="quarter" idx="11" hasCustomPrompt="1"/>
          </p:nvPr>
        </p:nvSpPr>
        <p:spPr>
          <a:xfrm>
            <a:off x="630000" y="3721894"/>
            <a:ext cx="7042944" cy="2024856"/>
          </a:xfrm>
        </p:spPr>
        <p:txBody>
          <a:bodyPr/>
          <a:lstStyle>
            <a:lvl1pPr>
              <a:lnSpc>
                <a:spcPct val="100000"/>
              </a:lnSpc>
              <a:spcAft>
                <a:spcPts val="600"/>
              </a:spcAft>
              <a:defRPr sz="1250">
                <a:solidFill>
                  <a:schemeClr val="bg2"/>
                </a:solidFill>
                <a:latin typeface="+mn-lt"/>
              </a:defRPr>
            </a:lvl1pPr>
            <a:lvl2pPr>
              <a:lnSpc>
                <a:spcPct val="100000"/>
              </a:lnSpc>
              <a:defRPr>
                <a:solidFill>
                  <a:schemeClr val="bg2"/>
                </a:solidFill>
              </a:defRPr>
            </a:lvl2pPr>
            <a:lvl3pPr>
              <a:lnSpc>
                <a:spcPct val="100000"/>
              </a:lnSpc>
              <a:defRPr>
                <a:solidFill>
                  <a:schemeClr val="bg2"/>
                </a:solidFill>
              </a:defRPr>
            </a:lvl3pPr>
            <a:lvl4pPr>
              <a:lnSpc>
                <a:spcPct val="100000"/>
              </a:lnSpc>
              <a:defRPr>
                <a:solidFill>
                  <a:schemeClr val="bg2"/>
                </a:solidFill>
              </a:defRPr>
            </a:lvl4pPr>
            <a:lvl5pPr>
              <a:lnSpc>
                <a:spcPct val="100000"/>
              </a:lnSpc>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2729991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69479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33F55C-B142-467D-B542-54CFF8CB55BF}"/>
              </a:ext>
            </a:extLst>
          </p:cNvPr>
          <p:cNvSpPr/>
          <p:nvPr userDrawn="1"/>
        </p:nvSpPr>
        <p:spPr>
          <a:xfrm>
            <a:off x="6096000" y="428"/>
            <a:ext cx="6096000" cy="6857572"/>
          </a:xfrm>
          <a:prstGeom prst="rect">
            <a:avLst/>
          </a:prstGeom>
          <a:solidFill>
            <a:srgbClr val="323E4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1000">
              <a:solidFill>
                <a:schemeClr val="tx1"/>
              </a:solidFill>
            </a:endParaRPr>
          </a:p>
        </p:txBody>
      </p:sp>
      <p:sp>
        <p:nvSpPr>
          <p:cNvPr id="2" name="Title 1">
            <a:extLst>
              <a:ext uri="{FF2B5EF4-FFF2-40B4-BE49-F238E27FC236}">
                <a16:creationId xmlns:a16="http://schemas.microsoft.com/office/drawing/2014/main" id="{7E45A9AD-8EC8-4201-AB71-2C938C931E8B}"/>
              </a:ext>
            </a:extLst>
          </p:cNvPr>
          <p:cNvSpPr>
            <a:spLocks noGrp="1"/>
          </p:cNvSpPr>
          <p:nvPr>
            <p:ph type="title" hasCustomPrompt="1"/>
          </p:nvPr>
        </p:nvSpPr>
        <p:spPr>
          <a:xfrm>
            <a:off x="630000" y="440669"/>
            <a:ext cx="4781924" cy="807261"/>
          </a:xfrm>
        </p:spPr>
        <p:txBody>
          <a:bodyPr anchor="ctr"/>
          <a:lstStyle/>
          <a:p>
            <a:r>
              <a:rPr lang="en-US"/>
              <a:t>Single-column page</a:t>
            </a:r>
            <a:endParaRPr lang="en-AU"/>
          </a:p>
        </p:txBody>
      </p:sp>
      <p:sp>
        <p:nvSpPr>
          <p:cNvPr id="8" name="Content Placeholder 7">
            <a:extLst>
              <a:ext uri="{FF2B5EF4-FFF2-40B4-BE49-F238E27FC236}">
                <a16:creationId xmlns:a16="http://schemas.microsoft.com/office/drawing/2014/main" id="{9DB76266-5E58-49F5-8966-29630A02C597}"/>
              </a:ext>
            </a:extLst>
          </p:cNvPr>
          <p:cNvSpPr>
            <a:spLocks noGrp="1"/>
          </p:cNvSpPr>
          <p:nvPr>
            <p:ph sz="quarter" idx="12" hasCustomPrompt="1"/>
          </p:nvPr>
        </p:nvSpPr>
        <p:spPr>
          <a:xfrm>
            <a:off x="630000" y="1623852"/>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30" name="Picture Placeholder 10">
            <a:extLst>
              <a:ext uri="{FF2B5EF4-FFF2-40B4-BE49-F238E27FC236}">
                <a16:creationId xmlns:a16="http://schemas.microsoft.com/office/drawing/2014/main" id="{258A7F8D-41C2-4530-804B-6510325FA957}"/>
              </a:ext>
            </a:extLst>
          </p:cNvPr>
          <p:cNvSpPr>
            <a:spLocks noGrp="1"/>
          </p:cNvSpPr>
          <p:nvPr>
            <p:ph type="pic" sz="quarter" idx="29"/>
          </p:nvPr>
        </p:nvSpPr>
        <p:spPr>
          <a:xfrm>
            <a:off x="6096299" y="-1343"/>
            <a:ext cx="6095702" cy="6836400"/>
          </a:xfrm>
        </p:spPr>
        <p:txBody>
          <a:bodyPr anchor="ctr" anchorCtr="0"/>
          <a:lstStyle>
            <a:lvl1pPr algn="ctr">
              <a:defRPr sz="1000">
                <a:solidFill>
                  <a:schemeClr val="bg1"/>
                </a:solidFill>
                <a:latin typeface="+mn-lt"/>
              </a:defRPr>
            </a:lvl1pPr>
          </a:lstStyle>
          <a:p>
            <a:endParaRPr lang="en-US"/>
          </a:p>
          <a:p>
            <a:r>
              <a:rPr lang="en-US"/>
              <a:t>Click to insert picture</a:t>
            </a:r>
            <a:endParaRPr lang="en-AU"/>
          </a:p>
        </p:txBody>
      </p:sp>
    </p:spTree>
    <p:extLst>
      <p:ext uri="{BB962C8B-B14F-4D97-AF65-F5344CB8AC3E}">
        <p14:creationId xmlns:p14="http://schemas.microsoft.com/office/powerpoint/2010/main" val="14358797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ngle col page ">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A801C29D-10AF-48DA-B289-439F9D8DA4D8}"/>
              </a:ext>
            </a:extLst>
          </p:cNvPr>
          <p:cNvSpPr>
            <a:spLocks noGrp="1"/>
          </p:cNvSpPr>
          <p:nvPr>
            <p:ph type="pic" sz="quarter" idx="12"/>
          </p:nvPr>
        </p:nvSpPr>
        <p:spPr>
          <a:xfrm>
            <a:off x="6096000" y="0"/>
            <a:ext cx="6096000" cy="6858000"/>
          </a:xfrm>
        </p:spPr>
        <p:txBody>
          <a:bodyPr anchor="ctr" anchorCtr="0"/>
          <a:lstStyle>
            <a:lvl1pPr algn="ctr">
              <a:defRPr>
                <a:latin typeface="+mn-lt"/>
              </a:defRPr>
            </a:lvl1pPr>
          </a:lstStyle>
          <a:p>
            <a:endParaRPr lang="en-US"/>
          </a:p>
          <a:p>
            <a:r>
              <a:rPr lang="en-US"/>
              <a:t>Click to insert picture</a:t>
            </a:r>
            <a:endParaRPr lang="en-AU"/>
          </a:p>
        </p:txBody>
      </p:sp>
      <p:sp>
        <p:nvSpPr>
          <p:cNvPr id="4" name="Title 1">
            <a:extLst>
              <a:ext uri="{FF2B5EF4-FFF2-40B4-BE49-F238E27FC236}">
                <a16:creationId xmlns:a16="http://schemas.microsoft.com/office/drawing/2014/main" id="{B4BCD50B-D059-B0A7-910E-4FE330866460}"/>
              </a:ext>
            </a:extLst>
          </p:cNvPr>
          <p:cNvSpPr>
            <a:spLocks noGrp="1"/>
          </p:cNvSpPr>
          <p:nvPr>
            <p:ph type="title" hasCustomPrompt="1"/>
          </p:nvPr>
        </p:nvSpPr>
        <p:spPr>
          <a:xfrm>
            <a:off x="630000" y="440669"/>
            <a:ext cx="4781924" cy="807261"/>
          </a:xfrm>
        </p:spPr>
        <p:txBody>
          <a:bodyPr anchor="ctr"/>
          <a:lstStyle/>
          <a:p>
            <a:r>
              <a:rPr lang="en-US"/>
              <a:t>Single-column page</a:t>
            </a:r>
            <a:endParaRPr lang="en-AU"/>
          </a:p>
        </p:txBody>
      </p:sp>
      <p:sp>
        <p:nvSpPr>
          <p:cNvPr id="2" name="Content Placeholder 7">
            <a:extLst>
              <a:ext uri="{FF2B5EF4-FFF2-40B4-BE49-F238E27FC236}">
                <a16:creationId xmlns:a16="http://schemas.microsoft.com/office/drawing/2014/main" id="{E929272A-409E-768F-3139-9C8049547E05}"/>
              </a:ext>
            </a:extLst>
          </p:cNvPr>
          <p:cNvSpPr>
            <a:spLocks noGrp="1"/>
          </p:cNvSpPr>
          <p:nvPr>
            <p:ph sz="quarter" idx="13" hasCustomPrompt="1"/>
          </p:nvPr>
        </p:nvSpPr>
        <p:spPr>
          <a:xfrm>
            <a:off x="630000" y="1628800"/>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7514889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ngle col page 4 image">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A801C29D-10AF-48DA-B289-439F9D8DA4D8}"/>
              </a:ext>
            </a:extLst>
          </p:cNvPr>
          <p:cNvSpPr>
            <a:spLocks noGrp="1"/>
          </p:cNvSpPr>
          <p:nvPr>
            <p:ph type="pic" sz="quarter" idx="12"/>
          </p:nvPr>
        </p:nvSpPr>
        <p:spPr>
          <a:xfrm>
            <a:off x="6096000" y="0"/>
            <a:ext cx="3049200" cy="3429000"/>
          </a:xfrm>
        </p:spPr>
        <p:txBody>
          <a:bodyPr anchor="ctr" anchorCtr="0"/>
          <a:lstStyle>
            <a:lvl1pPr algn="ctr">
              <a:defRPr>
                <a:latin typeface="+mn-lt"/>
              </a:defRPr>
            </a:lvl1pPr>
          </a:lstStyle>
          <a:p>
            <a:endParaRPr lang="en-US"/>
          </a:p>
          <a:p>
            <a:r>
              <a:rPr lang="en-US"/>
              <a:t>Click to insert picture</a:t>
            </a:r>
            <a:endParaRPr lang="en-AU"/>
          </a:p>
        </p:txBody>
      </p:sp>
      <p:sp>
        <p:nvSpPr>
          <p:cNvPr id="9" name="Picture Placeholder 10">
            <a:extLst>
              <a:ext uri="{FF2B5EF4-FFF2-40B4-BE49-F238E27FC236}">
                <a16:creationId xmlns:a16="http://schemas.microsoft.com/office/drawing/2014/main" id="{EC6620A7-9B9D-447E-9AC3-901298A16A3A}"/>
              </a:ext>
            </a:extLst>
          </p:cNvPr>
          <p:cNvSpPr>
            <a:spLocks noGrp="1"/>
          </p:cNvSpPr>
          <p:nvPr>
            <p:ph type="pic" sz="quarter" idx="14"/>
          </p:nvPr>
        </p:nvSpPr>
        <p:spPr>
          <a:xfrm>
            <a:off x="9145200" y="0"/>
            <a:ext cx="3045288" cy="3429000"/>
          </a:xfrm>
        </p:spPr>
        <p:txBody>
          <a:bodyPr anchor="ctr" anchorCtr="0"/>
          <a:lstStyle>
            <a:lvl1pPr algn="ctr">
              <a:defRPr>
                <a:latin typeface="+mn-lt"/>
              </a:defRPr>
            </a:lvl1pPr>
          </a:lstStyle>
          <a:p>
            <a:endParaRPr lang="en-US"/>
          </a:p>
          <a:p>
            <a:r>
              <a:rPr lang="en-US"/>
              <a:t>Click to insert picture</a:t>
            </a:r>
            <a:endParaRPr lang="en-AU"/>
          </a:p>
        </p:txBody>
      </p:sp>
      <p:sp>
        <p:nvSpPr>
          <p:cNvPr id="10" name="Picture Placeholder 10">
            <a:extLst>
              <a:ext uri="{FF2B5EF4-FFF2-40B4-BE49-F238E27FC236}">
                <a16:creationId xmlns:a16="http://schemas.microsoft.com/office/drawing/2014/main" id="{0C8F3431-0B4F-4A3B-8092-05EB1E43F31D}"/>
              </a:ext>
            </a:extLst>
          </p:cNvPr>
          <p:cNvSpPr>
            <a:spLocks noGrp="1"/>
          </p:cNvSpPr>
          <p:nvPr>
            <p:ph type="pic" sz="quarter" idx="15"/>
          </p:nvPr>
        </p:nvSpPr>
        <p:spPr>
          <a:xfrm>
            <a:off x="6096000" y="3421392"/>
            <a:ext cx="3049200" cy="3429000"/>
          </a:xfrm>
        </p:spPr>
        <p:txBody>
          <a:bodyPr anchor="ctr" anchorCtr="0"/>
          <a:lstStyle>
            <a:lvl1pPr algn="ctr">
              <a:defRPr>
                <a:latin typeface="+mn-lt"/>
              </a:defRPr>
            </a:lvl1pPr>
          </a:lstStyle>
          <a:p>
            <a:endParaRPr lang="en-US"/>
          </a:p>
          <a:p>
            <a:r>
              <a:rPr lang="en-US"/>
              <a:t>Click to insert picture</a:t>
            </a:r>
            <a:endParaRPr lang="en-AU"/>
          </a:p>
        </p:txBody>
      </p:sp>
      <p:sp>
        <p:nvSpPr>
          <p:cNvPr id="11" name="Picture Placeholder 10">
            <a:extLst>
              <a:ext uri="{FF2B5EF4-FFF2-40B4-BE49-F238E27FC236}">
                <a16:creationId xmlns:a16="http://schemas.microsoft.com/office/drawing/2014/main" id="{35671E3D-AEB6-4D19-B3C4-E93C5AFE03CE}"/>
              </a:ext>
            </a:extLst>
          </p:cNvPr>
          <p:cNvSpPr>
            <a:spLocks noGrp="1"/>
          </p:cNvSpPr>
          <p:nvPr>
            <p:ph type="pic" sz="quarter" idx="16"/>
          </p:nvPr>
        </p:nvSpPr>
        <p:spPr>
          <a:xfrm>
            <a:off x="9145200" y="3421392"/>
            <a:ext cx="3045288" cy="3429000"/>
          </a:xfrm>
        </p:spPr>
        <p:txBody>
          <a:bodyPr anchor="ctr" anchorCtr="0"/>
          <a:lstStyle>
            <a:lvl1pPr algn="ctr">
              <a:defRPr>
                <a:latin typeface="+mn-lt"/>
              </a:defRPr>
            </a:lvl1pPr>
          </a:lstStyle>
          <a:p>
            <a:endParaRPr lang="en-US"/>
          </a:p>
          <a:p>
            <a:r>
              <a:rPr lang="en-US"/>
              <a:t>Click to insert picture</a:t>
            </a:r>
            <a:endParaRPr lang="en-AU"/>
          </a:p>
        </p:txBody>
      </p:sp>
      <p:sp>
        <p:nvSpPr>
          <p:cNvPr id="4" name="Title 1">
            <a:extLst>
              <a:ext uri="{FF2B5EF4-FFF2-40B4-BE49-F238E27FC236}">
                <a16:creationId xmlns:a16="http://schemas.microsoft.com/office/drawing/2014/main" id="{10E802BF-3C8E-81D7-92AA-1F623F01D390}"/>
              </a:ext>
            </a:extLst>
          </p:cNvPr>
          <p:cNvSpPr>
            <a:spLocks noGrp="1"/>
          </p:cNvSpPr>
          <p:nvPr>
            <p:ph type="title" hasCustomPrompt="1"/>
          </p:nvPr>
        </p:nvSpPr>
        <p:spPr>
          <a:xfrm>
            <a:off x="630000" y="440669"/>
            <a:ext cx="4781924" cy="807261"/>
          </a:xfrm>
        </p:spPr>
        <p:txBody>
          <a:bodyPr anchor="ctr"/>
          <a:lstStyle/>
          <a:p>
            <a:r>
              <a:rPr lang="en-US"/>
              <a:t>Single-column page</a:t>
            </a:r>
            <a:endParaRPr lang="en-AU"/>
          </a:p>
        </p:txBody>
      </p:sp>
      <p:sp>
        <p:nvSpPr>
          <p:cNvPr id="2" name="Content Placeholder 7">
            <a:extLst>
              <a:ext uri="{FF2B5EF4-FFF2-40B4-BE49-F238E27FC236}">
                <a16:creationId xmlns:a16="http://schemas.microsoft.com/office/drawing/2014/main" id="{36D22127-01D1-BDA0-B1E9-8B2920DE960B}"/>
              </a:ext>
            </a:extLst>
          </p:cNvPr>
          <p:cNvSpPr>
            <a:spLocks noGrp="1"/>
          </p:cNvSpPr>
          <p:nvPr>
            <p:ph sz="quarter" idx="17" hasCustomPrompt="1"/>
          </p:nvPr>
        </p:nvSpPr>
        <p:spPr>
          <a:xfrm>
            <a:off x="630000" y="1628800"/>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2121344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ingle col page 6 image">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A801C29D-10AF-48DA-B289-439F9D8DA4D8}"/>
              </a:ext>
            </a:extLst>
          </p:cNvPr>
          <p:cNvSpPr>
            <a:spLocks noGrp="1"/>
          </p:cNvSpPr>
          <p:nvPr>
            <p:ph type="pic" sz="quarter" idx="12"/>
          </p:nvPr>
        </p:nvSpPr>
        <p:spPr>
          <a:xfrm>
            <a:off x="6096000" y="0"/>
            <a:ext cx="3049200" cy="2286000"/>
          </a:xfrm>
        </p:spPr>
        <p:txBody>
          <a:bodyPr anchor="ctr" anchorCtr="0"/>
          <a:lstStyle>
            <a:lvl1pPr algn="ctr">
              <a:defRPr>
                <a:latin typeface="+mn-lt"/>
              </a:defRPr>
            </a:lvl1pPr>
          </a:lstStyle>
          <a:p>
            <a:endParaRPr lang="en-US"/>
          </a:p>
          <a:p>
            <a:r>
              <a:rPr lang="en-US"/>
              <a:t>Click to insert picture</a:t>
            </a:r>
            <a:endParaRPr lang="en-AU"/>
          </a:p>
        </p:txBody>
      </p:sp>
      <p:sp>
        <p:nvSpPr>
          <p:cNvPr id="9" name="Picture Placeholder 10">
            <a:extLst>
              <a:ext uri="{FF2B5EF4-FFF2-40B4-BE49-F238E27FC236}">
                <a16:creationId xmlns:a16="http://schemas.microsoft.com/office/drawing/2014/main" id="{EC6620A7-9B9D-447E-9AC3-901298A16A3A}"/>
              </a:ext>
            </a:extLst>
          </p:cNvPr>
          <p:cNvSpPr>
            <a:spLocks noGrp="1"/>
          </p:cNvSpPr>
          <p:nvPr>
            <p:ph type="pic" sz="quarter" idx="14"/>
          </p:nvPr>
        </p:nvSpPr>
        <p:spPr>
          <a:xfrm>
            <a:off x="9145200" y="0"/>
            <a:ext cx="3045288" cy="2286000"/>
          </a:xfrm>
        </p:spPr>
        <p:txBody>
          <a:bodyPr anchor="ctr" anchorCtr="0"/>
          <a:lstStyle>
            <a:lvl1pPr algn="ctr">
              <a:defRPr>
                <a:latin typeface="+mn-lt"/>
              </a:defRPr>
            </a:lvl1pPr>
          </a:lstStyle>
          <a:p>
            <a:endParaRPr lang="en-US"/>
          </a:p>
          <a:p>
            <a:r>
              <a:rPr lang="en-US"/>
              <a:t>Click to insert picture</a:t>
            </a:r>
            <a:endParaRPr lang="en-AU"/>
          </a:p>
        </p:txBody>
      </p:sp>
      <p:sp>
        <p:nvSpPr>
          <p:cNvPr id="18" name="Picture Placeholder 10">
            <a:extLst>
              <a:ext uri="{FF2B5EF4-FFF2-40B4-BE49-F238E27FC236}">
                <a16:creationId xmlns:a16="http://schemas.microsoft.com/office/drawing/2014/main" id="{D6CE8703-B809-448A-9B13-A65A4871E8E8}"/>
              </a:ext>
            </a:extLst>
          </p:cNvPr>
          <p:cNvSpPr>
            <a:spLocks noGrp="1"/>
          </p:cNvSpPr>
          <p:nvPr>
            <p:ph type="pic" sz="quarter" idx="15"/>
          </p:nvPr>
        </p:nvSpPr>
        <p:spPr>
          <a:xfrm>
            <a:off x="6096000" y="2286263"/>
            <a:ext cx="3049200" cy="2286000"/>
          </a:xfrm>
        </p:spPr>
        <p:txBody>
          <a:bodyPr anchor="ctr" anchorCtr="0"/>
          <a:lstStyle>
            <a:lvl1pPr algn="ctr">
              <a:defRPr>
                <a:latin typeface="+mn-lt"/>
              </a:defRPr>
            </a:lvl1pPr>
          </a:lstStyle>
          <a:p>
            <a:endParaRPr lang="en-US"/>
          </a:p>
          <a:p>
            <a:r>
              <a:rPr lang="en-US"/>
              <a:t>Click to insert picture</a:t>
            </a:r>
            <a:endParaRPr lang="en-AU"/>
          </a:p>
        </p:txBody>
      </p:sp>
      <p:sp>
        <p:nvSpPr>
          <p:cNvPr id="19" name="Picture Placeholder 10">
            <a:extLst>
              <a:ext uri="{FF2B5EF4-FFF2-40B4-BE49-F238E27FC236}">
                <a16:creationId xmlns:a16="http://schemas.microsoft.com/office/drawing/2014/main" id="{4C3AEED1-6387-40FD-8AAE-E56D0A3505BA}"/>
              </a:ext>
            </a:extLst>
          </p:cNvPr>
          <p:cNvSpPr>
            <a:spLocks noGrp="1"/>
          </p:cNvSpPr>
          <p:nvPr>
            <p:ph type="pic" sz="quarter" idx="16"/>
          </p:nvPr>
        </p:nvSpPr>
        <p:spPr>
          <a:xfrm>
            <a:off x="9145200" y="2286263"/>
            <a:ext cx="3045288" cy="2286000"/>
          </a:xfrm>
        </p:spPr>
        <p:txBody>
          <a:bodyPr anchor="ctr" anchorCtr="0"/>
          <a:lstStyle>
            <a:lvl1pPr algn="ctr">
              <a:defRPr>
                <a:latin typeface="+mn-lt"/>
              </a:defRPr>
            </a:lvl1pPr>
          </a:lstStyle>
          <a:p>
            <a:endParaRPr lang="en-US"/>
          </a:p>
          <a:p>
            <a:r>
              <a:rPr lang="en-US"/>
              <a:t>Click to insert picture</a:t>
            </a:r>
            <a:endParaRPr lang="en-AU"/>
          </a:p>
        </p:txBody>
      </p:sp>
      <p:sp>
        <p:nvSpPr>
          <p:cNvPr id="20" name="Picture Placeholder 10">
            <a:extLst>
              <a:ext uri="{FF2B5EF4-FFF2-40B4-BE49-F238E27FC236}">
                <a16:creationId xmlns:a16="http://schemas.microsoft.com/office/drawing/2014/main" id="{5842F514-096D-43EC-A670-E5550DFB5F82}"/>
              </a:ext>
            </a:extLst>
          </p:cNvPr>
          <p:cNvSpPr>
            <a:spLocks noGrp="1"/>
          </p:cNvSpPr>
          <p:nvPr>
            <p:ph type="pic" sz="quarter" idx="17"/>
          </p:nvPr>
        </p:nvSpPr>
        <p:spPr>
          <a:xfrm>
            <a:off x="6096000" y="4572526"/>
            <a:ext cx="3049200" cy="2286000"/>
          </a:xfrm>
        </p:spPr>
        <p:txBody>
          <a:bodyPr anchor="ctr" anchorCtr="0"/>
          <a:lstStyle>
            <a:lvl1pPr algn="ctr">
              <a:defRPr>
                <a:latin typeface="+mn-lt"/>
              </a:defRPr>
            </a:lvl1pPr>
          </a:lstStyle>
          <a:p>
            <a:endParaRPr lang="en-US"/>
          </a:p>
          <a:p>
            <a:r>
              <a:rPr lang="en-US"/>
              <a:t>Click to insert picture</a:t>
            </a:r>
            <a:endParaRPr lang="en-AU"/>
          </a:p>
        </p:txBody>
      </p:sp>
      <p:sp>
        <p:nvSpPr>
          <p:cNvPr id="21" name="Picture Placeholder 10">
            <a:extLst>
              <a:ext uri="{FF2B5EF4-FFF2-40B4-BE49-F238E27FC236}">
                <a16:creationId xmlns:a16="http://schemas.microsoft.com/office/drawing/2014/main" id="{23D925E6-EBC8-40B7-94AC-55946294709F}"/>
              </a:ext>
            </a:extLst>
          </p:cNvPr>
          <p:cNvSpPr>
            <a:spLocks noGrp="1"/>
          </p:cNvSpPr>
          <p:nvPr>
            <p:ph type="pic" sz="quarter" idx="18"/>
          </p:nvPr>
        </p:nvSpPr>
        <p:spPr>
          <a:xfrm>
            <a:off x="9145200" y="4572526"/>
            <a:ext cx="3045288" cy="2286000"/>
          </a:xfrm>
        </p:spPr>
        <p:txBody>
          <a:bodyPr anchor="ctr" anchorCtr="0"/>
          <a:lstStyle>
            <a:lvl1pPr algn="ctr">
              <a:defRPr>
                <a:latin typeface="+mn-lt"/>
              </a:defRPr>
            </a:lvl1pPr>
          </a:lstStyle>
          <a:p>
            <a:endParaRPr lang="en-US"/>
          </a:p>
          <a:p>
            <a:r>
              <a:rPr lang="en-US"/>
              <a:t>Click to insert picture</a:t>
            </a:r>
            <a:endParaRPr lang="en-AU"/>
          </a:p>
        </p:txBody>
      </p:sp>
      <p:sp>
        <p:nvSpPr>
          <p:cNvPr id="2" name="Content Placeholder 7">
            <a:extLst>
              <a:ext uri="{FF2B5EF4-FFF2-40B4-BE49-F238E27FC236}">
                <a16:creationId xmlns:a16="http://schemas.microsoft.com/office/drawing/2014/main" id="{CEEBB0A4-A556-7146-3BD8-0B97CDDC68D7}"/>
              </a:ext>
            </a:extLst>
          </p:cNvPr>
          <p:cNvSpPr>
            <a:spLocks noGrp="1"/>
          </p:cNvSpPr>
          <p:nvPr>
            <p:ph sz="quarter" idx="19" hasCustomPrompt="1"/>
          </p:nvPr>
        </p:nvSpPr>
        <p:spPr>
          <a:xfrm>
            <a:off x="630000" y="1628800"/>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3" name="Title 2">
            <a:extLst>
              <a:ext uri="{FF2B5EF4-FFF2-40B4-BE49-F238E27FC236}">
                <a16:creationId xmlns:a16="http://schemas.microsoft.com/office/drawing/2014/main" id="{0B2539AD-D0AE-FB18-7945-C321E7AAD02C}"/>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11755842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ingle col page with message box">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060360-2F6C-439F-812C-4ADACADDA58A}"/>
              </a:ext>
            </a:extLst>
          </p:cNvPr>
          <p:cNvSpPr/>
          <p:nvPr userDrawn="1"/>
        </p:nvSpPr>
        <p:spPr>
          <a:xfrm>
            <a:off x="6096000" y="428"/>
            <a:ext cx="6096000" cy="6857572"/>
          </a:xfrm>
          <a:prstGeom prst="rect">
            <a:avLst/>
          </a:prstGeom>
          <a:solidFill>
            <a:srgbClr val="DEE0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sp>
        <p:nvSpPr>
          <p:cNvPr id="12" name="Text Placeholder 11">
            <a:extLst>
              <a:ext uri="{FF2B5EF4-FFF2-40B4-BE49-F238E27FC236}">
                <a16:creationId xmlns:a16="http://schemas.microsoft.com/office/drawing/2014/main" id="{696570A1-629B-4E02-9292-3B45994284EA}"/>
              </a:ext>
            </a:extLst>
          </p:cNvPr>
          <p:cNvSpPr>
            <a:spLocks noGrp="1"/>
          </p:cNvSpPr>
          <p:nvPr>
            <p:ph type="body" sz="quarter" idx="14" hasCustomPrompt="1"/>
          </p:nvPr>
        </p:nvSpPr>
        <p:spPr>
          <a:xfrm>
            <a:off x="6096000" y="1"/>
            <a:ext cx="6096000" cy="6857207"/>
          </a:xfrm>
        </p:spPr>
        <p:txBody>
          <a:bodyPr lIns="1044000" rIns="1224000" anchor="ctr" anchorCtr="0"/>
          <a:lstStyle>
            <a:lvl1pPr algn="l">
              <a:lnSpc>
                <a:spcPts val="6500"/>
              </a:lnSpc>
              <a:spcAft>
                <a:spcPts val="0"/>
              </a:spcAft>
              <a:defRPr sz="5500" b="0">
                <a:solidFill>
                  <a:schemeClr val="accent1"/>
                </a:solidFill>
                <a:latin typeface="+mn-lt"/>
              </a:defRPr>
            </a:lvl1pPr>
            <a:lvl2pPr algn="ctr">
              <a:lnSpc>
                <a:spcPts val="6500"/>
              </a:lnSpc>
              <a:spcAft>
                <a:spcPts val="0"/>
              </a:spcAft>
              <a:defRPr sz="5500" b="0">
                <a:solidFill>
                  <a:schemeClr val="accent1"/>
                </a:solidFill>
                <a:latin typeface="+mn-lt"/>
              </a:defRPr>
            </a:lvl2pPr>
            <a:lvl3pPr algn="ctr">
              <a:lnSpc>
                <a:spcPts val="6500"/>
              </a:lnSpc>
              <a:spcAft>
                <a:spcPts val="0"/>
              </a:spcAft>
              <a:defRPr sz="5500" b="0">
                <a:solidFill>
                  <a:schemeClr val="accent1"/>
                </a:solidFill>
                <a:latin typeface="+mn-lt"/>
              </a:defRPr>
            </a:lvl3pPr>
            <a:lvl4pPr algn="ctr">
              <a:lnSpc>
                <a:spcPts val="6500"/>
              </a:lnSpc>
              <a:spcAft>
                <a:spcPts val="0"/>
              </a:spcAft>
              <a:defRPr sz="5500" b="0">
                <a:solidFill>
                  <a:schemeClr val="accent1"/>
                </a:solidFill>
                <a:latin typeface="+mn-lt"/>
              </a:defRPr>
            </a:lvl4pPr>
            <a:lvl5pPr algn="ctr">
              <a:lnSpc>
                <a:spcPts val="6500"/>
              </a:lnSpc>
              <a:spcAft>
                <a:spcPts val="0"/>
              </a:spcAft>
              <a:defRPr sz="5500" b="0">
                <a:solidFill>
                  <a:schemeClr val="accent1"/>
                </a:solidFill>
                <a:latin typeface="+mn-lt"/>
              </a:defRPr>
            </a:lvl5pPr>
            <a:lvl6pPr algn="ctr">
              <a:lnSpc>
                <a:spcPts val="6500"/>
              </a:lnSpc>
              <a:spcAft>
                <a:spcPts val="0"/>
              </a:spcAft>
              <a:defRPr sz="5500" b="0">
                <a:solidFill>
                  <a:schemeClr val="accent1"/>
                </a:solidFill>
                <a:latin typeface="+mn-lt"/>
              </a:defRPr>
            </a:lvl6pPr>
            <a:lvl7pPr algn="ctr">
              <a:lnSpc>
                <a:spcPts val="6500"/>
              </a:lnSpc>
              <a:spcAft>
                <a:spcPts val="0"/>
              </a:spcAft>
              <a:defRPr sz="5500" b="0">
                <a:solidFill>
                  <a:schemeClr val="accent1"/>
                </a:solidFill>
                <a:latin typeface="+mn-lt"/>
              </a:defRPr>
            </a:lvl7pPr>
            <a:lvl8pPr algn="ctr">
              <a:lnSpc>
                <a:spcPts val="6500"/>
              </a:lnSpc>
              <a:spcAft>
                <a:spcPts val="0"/>
              </a:spcAft>
              <a:defRPr sz="5500" b="0">
                <a:solidFill>
                  <a:schemeClr val="accent1"/>
                </a:solidFill>
                <a:latin typeface="+mn-lt"/>
              </a:defRPr>
            </a:lvl8pPr>
            <a:lvl9pPr algn="ctr">
              <a:lnSpc>
                <a:spcPts val="6500"/>
              </a:lnSpc>
              <a:spcAft>
                <a:spcPts val="0"/>
              </a:spcAft>
              <a:defRPr sz="5500" b="0">
                <a:solidFill>
                  <a:schemeClr val="accent1"/>
                </a:solidFill>
                <a:latin typeface="+mn-lt"/>
              </a:defRPr>
            </a:lvl9pPr>
          </a:lstStyle>
          <a:p>
            <a:pPr lvl="0"/>
            <a:r>
              <a:rPr lang="en-US"/>
              <a:t>Click to edit text</a:t>
            </a:r>
          </a:p>
        </p:txBody>
      </p:sp>
      <p:sp>
        <p:nvSpPr>
          <p:cNvPr id="4" name="Title 1">
            <a:extLst>
              <a:ext uri="{FF2B5EF4-FFF2-40B4-BE49-F238E27FC236}">
                <a16:creationId xmlns:a16="http://schemas.microsoft.com/office/drawing/2014/main" id="{B15018A5-BBE2-ECF6-BAFF-4B33D2262C1B}"/>
              </a:ext>
            </a:extLst>
          </p:cNvPr>
          <p:cNvSpPr>
            <a:spLocks noGrp="1"/>
          </p:cNvSpPr>
          <p:nvPr>
            <p:ph type="title" hasCustomPrompt="1"/>
          </p:nvPr>
        </p:nvSpPr>
        <p:spPr>
          <a:xfrm>
            <a:off x="630000" y="440669"/>
            <a:ext cx="4781924" cy="807261"/>
          </a:xfrm>
        </p:spPr>
        <p:txBody>
          <a:bodyPr anchor="ctr"/>
          <a:lstStyle/>
          <a:p>
            <a:r>
              <a:rPr lang="en-US"/>
              <a:t>Single-column page</a:t>
            </a:r>
            <a:endParaRPr lang="en-AU"/>
          </a:p>
        </p:txBody>
      </p:sp>
      <p:sp>
        <p:nvSpPr>
          <p:cNvPr id="2" name="Content Placeholder 7">
            <a:extLst>
              <a:ext uri="{FF2B5EF4-FFF2-40B4-BE49-F238E27FC236}">
                <a16:creationId xmlns:a16="http://schemas.microsoft.com/office/drawing/2014/main" id="{62640620-A776-007F-8179-DE857EF4B8C1}"/>
              </a:ext>
            </a:extLst>
          </p:cNvPr>
          <p:cNvSpPr>
            <a:spLocks noGrp="1"/>
          </p:cNvSpPr>
          <p:nvPr>
            <p:ph sz="quarter" idx="12" hasCustomPrompt="1"/>
          </p:nvPr>
        </p:nvSpPr>
        <p:spPr>
          <a:xfrm>
            <a:off x="630000" y="1628800"/>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4935868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ingle col page - split co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060360-2F6C-439F-812C-4ADACADDA58A}"/>
              </a:ext>
            </a:extLst>
          </p:cNvPr>
          <p:cNvSpPr/>
          <p:nvPr userDrawn="1"/>
        </p:nvSpPr>
        <p:spPr>
          <a:xfrm>
            <a:off x="6096000" y="428"/>
            <a:ext cx="6096000" cy="68575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sp>
        <p:nvSpPr>
          <p:cNvPr id="7" name="Content Placeholder 6">
            <a:extLst>
              <a:ext uri="{FF2B5EF4-FFF2-40B4-BE49-F238E27FC236}">
                <a16:creationId xmlns:a16="http://schemas.microsoft.com/office/drawing/2014/main" id="{7020D987-E371-4FD8-8801-F6EF790DABE6}"/>
              </a:ext>
            </a:extLst>
          </p:cNvPr>
          <p:cNvSpPr>
            <a:spLocks noGrp="1"/>
          </p:cNvSpPr>
          <p:nvPr>
            <p:ph sz="quarter" idx="14" hasCustomPrompt="1"/>
          </p:nvPr>
        </p:nvSpPr>
        <p:spPr>
          <a:xfrm>
            <a:off x="6591056" y="931223"/>
            <a:ext cx="5265585" cy="5413478"/>
          </a:xfrm>
        </p:spPr>
        <p:txBody>
          <a:bodyPr/>
          <a:lstStyle>
            <a:lvl1pPr>
              <a:spcAft>
                <a:spcPts val="600"/>
              </a:spcAft>
              <a:defRPr>
                <a:solidFill>
                  <a:schemeClr val="bg2"/>
                </a:solidFill>
                <a:latin typeface="+mn-lt"/>
              </a:defRPr>
            </a:lvl1pPr>
            <a:lvl2pPr>
              <a:spcAft>
                <a:spcPts val="600"/>
              </a:spcAft>
              <a:defRPr>
                <a:solidFill>
                  <a:schemeClr val="bg2"/>
                </a:solidFill>
                <a:latin typeface="+mn-lt"/>
              </a:defRPr>
            </a:lvl2pPr>
            <a:lvl3pPr>
              <a:spcAft>
                <a:spcPts val="600"/>
              </a:spcAft>
              <a:defRPr>
                <a:solidFill>
                  <a:schemeClr val="bg2"/>
                </a:solidFill>
                <a:latin typeface="+mn-lt"/>
              </a:defRPr>
            </a:lvl3pPr>
            <a:lvl4pPr>
              <a:spcAft>
                <a:spcPts val="600"/>
              </a:spcAft>
              <a:defRPr>
                <a:solidFill>
                  <a:schemeClr val="bg2"/>
                </a:solidFill>
                <a:latin typeface="+mn-lt"/>
              </a:defRPr>
            </a:lvl4pPr>
            <a:lvl5pPr>
              <a:spcAft>
                <a:spcPts val="600"/>
              </a:spcAft>
              <a:defRPr>
                <a:solidFill>
                  <a:schemeClr val="bg2"/>
                </a:solidFill>
                <a:latin typeface="+mn-lt"/>
              </a:defRPr>
            </a:lvl5pPr>
            <a:lvl6pPr>
              <a:spcAft>
                <a:spcPts val="350"/>
              </a:spcAft>
              <a:defRPr>
                <a:solidFill>
                  <a:schemeClr val="bg2"/>
                </a:solidFill>
              </a:defRPr>
            </a:lvl6pPr>
            <a:lvl7pPr>
              <a:spcAft>
                <a:spcPts val="350"/>
              </a:spcAft>
              <a:defRPr>
                <a:solidFill>
                  <a:schemeClr val="bg2"/>
                </a:solidFill>
              </a:defRPr>
            </a:lvl7pPr>
            <a:lvl8pPr>
              <a:spcAft>
                <a:spcPts val="350"/>
              </a:spcAft>
              <a:defRPr>
                <a:solidFill>
                  <a:schemeClr val="bg2"/>
                </a:solidFill>
              </a:defRPr>
            </a:lvl8pPr>
            <a:lvl9pPr>
              <a:spcAft>
                <a:spcPts val="350"/>
              </a:spcAft>
              <a:defRPr>
                <a:solidFill>
                  <a:schemeClr val="bg2"/>
                </a:solidFill>
              </a:defRPr>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itle 1">
            <a:extLst>
              <a:ext uri="{FF2B5EF4-FFF2-40B4-BE49-F238E27FC236}">
                <a16:creationId xmlns:a16="http://schemas.microsoft.com/office/drawing/2014/main" id="{A07AF681-7167-4F1A-8A37-003D6C5CDB49}"/>
              </a:ext>
            </a:extLst>
          </p:cNvPr>
          <p:cNvSpPr>
            <a:spLocks noGrp="1"/>
          </p:cNvSpPr>
          <p:nvPr>
            <p:ph type="title" hasCustomPrompt="1"/>
          </p:nvPr>
        </p:nvSpPr>
        <p:spPr>
          <a:xfrm>
            <a:off x="630000" y="440669"/>
            <a:ext cx="4781924" cy="807261"/>
          </a:xfrm>
        </p:spPr>
        <p:txBody>
          <a:bodyPr anchor="ctr"/>
          <a:lstStyle/>
          <a:p>
            <a:r>
              <a:rPr lang="en-US"/>
              <a:t>Single-column page</a:t>
            </a:r>
            <a:endParaRPr lang="en-AU"/>
          </a:p>
        </p:txBody>
      </p:sp>
      <p:sp>
        <p:nvSpPr>
          <p:cNvPr id="2" name="Content Placeholder 7">
            <a:extLst>
              <a:ext uri="{FF2B5EF4-FFF2-40B4-BE49-F238E27FC236}">
                <a16:creationId xmlns:a16="http://schemas.microsoft.com/office/drawing/2014/main" id="{2797246A-0F5A-DB0C-29F6-2B6C1DAB7091}"/>
              </a:ext>
            </a:extLst>
          </p:cNvPr>
          <p:cNvSpPr>
            <a:spLocks noGrp="1"/>
          </p:cNvSpPr>
          <p:nvPr>
            <p:ph sz="quarter" idx="12" hasCustomPrompt="1"/>
          </p:nvPr>
        </p:nvSpPr>
        <p:spPr>
          <a:xfrm>
            <a:off x="630000" y="1628800"/>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7953832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019D-E1A0-4DD6-A047-3CCA1A6288E6}"/>
              </a:ext>
            </a:extLst>
          </p:cNvPr>
          <p:cNvSpPr>
            <a:spLocks noGrp="1"/>
          </p:cNvSpPr>
          <p:nvPr>
            <p:ph type="title" hasCustomPrompt="1"/>
          </p:nvPr>
        </p:nvSpPr>
        <p:spPr>
          <a:xfrm>
            <a:off x="630000" y="440669"/>
            <a:ext cx="10506560" cy="807261"/>
          </a:xfrm>
        </p:spPr>
        <p:txBody>
          <a:bodyPr anchor="ctr"/>
          <a:lstStyle>
            <a:lvl1pPr>
              <a:defRPr/>
            </a:lvl1pPr>
          </a:lstStyle>
          <a:p>
            <a:r>
              <a:rPr lang="en-US"/>
              <a:t>Double-column page</a:t>
            </a:r>
            <a:endParaRPr lang="en-AU"/>
          </a:p>
        </p:txBody>
      </p:sp>
      <p:sp>
        <p:nvSpPr>
          <p:cNvPr id="8" name="Content Placeholder 7">
            <a:extLst>
              <a:ext uri="{FF2B5EF4-FFF2-40B4-BE49-F238E27FC236}">
                <a16:creationId xmlns:a16="http://schemas.microsoft.com/office/drawing/2014/main" id="{E0EFD8B2-D136-4F81-A5DD-3562D240B2BF}"/>
              </a:ext>
            </a:extLst>
          </p:cNvPr>
          <p:cNvSpPr>
            <a:spLocks noGrp="1"/>
          </p:cNvSpPr>
          <p:nvPr>
            <p:ph sz="quarter" idx="13" hasCustomPrompt="1"/>
          </p:nvPr>
        </p:nvSpPr>
        <p:spPr>
          <a:xfrm>
            <a:off x="630000" y="1628800"/>
            <a:ext cx="10506560" cy="4073016"/>
          </a:xfrm>
        </p:spPr>
        <p:txBody>
          <a:bodyPr numCol="2" spcCol="360000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4011613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 page 2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019D-E1A0-4DD6-A047-3CCA1A6288E6}"/>
              </a:ext>
            </a:extLst>
          </p:cNvPr>
          <p:cNvSpPr>
            <a:spLocks noGrp="1"/>
          </p:cNvSpPr>
          <p:nvPr>
            <p:ph type="title" hasCustomPrompt="1"/>
          </p:nvPr>
        </p:nvSpPr>
        <p:spPr>
          <a:xfrm>
            <a:off x="630000" y="440669"/>
            <a:ext cx="10162840" cy="807261"/>
          </a:xfrm>
        </p:spPr>
        <p:txBody>
          <a:bodyPr anchor="ctr"/>
          <a:lstStyle>
            <a:lvl1pPr>
              <a:defRPr/>
            </a:lvl1pPr>
          </a:lstStyle>
          <a:p>
            <a:r>
              <a:rPr lang="en-US"/>
              <a:t>Double-column page</a:t>
            </a:r>
            <a:endParaRPr lang="en-AU"/>
          </a:p>
        </p:txBody>
      </p:sp>
      <p:sp>
        <p:nvSpPr>
          <p:cNvPr id="8" name="Content Placeholder 7">
            <a:extLst>
              <a:ext uri="{FF2B5EF4-FFF2-40B4-BE49-F238E27FC236}">
                <a16:creationId xmlns:a16="http://schemas.microsoft.com/office/drawing/2014/main" id="{E0EFD8B2-D136-4F81-A5DD-3562D240B2BF}"/>
              </a:ext>
            </a:extLst>
          </p:cNvPr>
          <p:cNvSpPr>
            <a:spLocks noGrp="1"/>
          </p:cNvSpPr>
          <p:nvPr>
            <p:ph sz="quarter" idx="13" hasCustomPrompt="1"/>
          </p:nvPr>
        </p:nvSpPr>
        <p:spPr>
          <a:xfrm>
            <a:off x="629851" y="1628800"/>
            <a:ext cx="4838823" cy="4073016"/>
          </a:xfrm>
        </p:spPr>
        <p:txBody>
          <a:bodyPr numCol="1" spcCol="360000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9" name="Content Placeholder 7">
            <a:extLst>
              <a:ext uri="{FF2B5EF4-FFF2-40B4-BE49-F238E27FC236}">
                <a16:creationId xmlns:a16="http://schemas.microsoft.com/office/drawing/2014/main" id="{E12FD1B6-0669-4463-A3C8-B9BAE0581E8E}"/>
              </a:ext>
            </a:extLst>
          </p:cNvPr>
          <p:cNvSpPr>
            <a:spLocks noGrp="1"/>
          </p:cNvSpPr>
          <p:nvPr>
            <p:ph sz="quarter" idx="14" hasCustomPrompt="1"/>
          </p:nvPr>
        </p:nvSpPr>
        <p:spPr>
          <a:xfrm>
            <a:off x="5954016" y="1628800"/>
            <a:ext cx="4838823" cy="4073016"/>
          </a:xfrm>
        </p:spPr>
        <p:txBody>
          <a:bodyPr numCol="1" spcCol="360000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0219592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lum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019D-E1A0-4DD6-A047-3CCA1A6288E6}"/>
              </a:ext>
            </a:extLst>
          </p:cNvPr>
          <p:cNvSpPr>
            <a:spLocks noGrp="1"/>
          </p:cNvSpPr>
          <p:nvPr>
            <p:ph type="title" hasCustomPrompt="1"/>
          </p:nvPr>
        </p:nvSpPr>
        <p:spPr>
          <a:xfrm>
            <a:off x="630000" y="440669"/>
            <a:ext cx="10194818" cy="807261"/>
          </a:xfrm>
        </p:spPr>
        <p:txBody>
          <a:bodyPr anchor="ctr"/>
          <a:lstStyle>
            <a:lvl1pPr>
              <a:defRPr/>
            </a:lvl1pPr>
          </a:lstStyle>
          <a:p>
            <a:r>
              <a:rPr lang="en-US"/>
              <a:t>Click to edit text</a:t>
            </a:r>
            <a:endParaRPr lang="en-AU"/>
          </a:p>
        </p:txBody>
      </p:sp>
      <p:sp>
        <p:nvSpPr>
          <p:cNvPr id="8" name="Content Placeholder 7">
            <a:extLst>
              <a:ext uri="{FF2B5EF4-FFF2-40B4-BE49-F238E27FC236}">
                <a16:creationId xmlns:a16="http://schemas.microsoft.com/office/drawing/2014/main" id="{E0EFD8B2-D136-4F81-A5DD-3562D240B2BF}"/>
              </a:ext>
            </a:extLst>
          </p:cNvPr>
          <p:cNvSpPr>
            <a:spLocks noGrp="1"/>
          </p:cNvSpPr>
          <p:nvPr>
            <p:ph sz="quarter" idx="13" hasCustomPrompt="1"/>
          </p:nvPr>
        </p:nvSpPr>
        <p:spPr>
          <a:xfrm>
            <a:off x="629850" y="3108688"/>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Picture Placeholder 10">
            <a:extLst>
              <a:ext uri="{FF2B5EF4-FFF2-40B4-BE49-F238E27FC236}">
                <a16:creationId xmlns:a16="http://schemas.microsoft.com/office/drawing/2014/main" id="{19A72D37-FB6D-4434-803B-3F0D81B7FB84}"/>
              </a:ext>
            </a:extLst>
          </p:cNvPr>
          <p:cNvSpPr>
            <a:spLocks noGrp="1"/>
          </p:cNvSpPr>
          <p:nvPr>
            <p:ph type="pic" sz="quarter" idx="12"/>
          </p:nvPr>
        </p:nvSpPr>
        <p:spPr>
          <a:xfrm>
            <a:off x="630001" y="1844824"/>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
        <p:nvSpPr>
          <p:cNvPr id="11" name="Content Placeholder 7">
            <a:extLst>
              <a:ext uri="{FF2B5EF4-FFF2-40B4-BE49-F238E27FC236}">
                <a16:creationId xmlns:a16="http://schemas.microsoft.com/office/drawing/2014/main" id="{D7E352CC-626C-41E6-83EC-4F5C3ADD8C14}"/>
              </a:ext>
            </a:extLst>
          </p:cNvPr>
          <p:cNvSpPr>
            <a:spLocks noGrp="1"/>
          </p:cNvSpPr>
          <p:nvPr>
            <p:ph sz="quarter" idx="14" hasCustomPrompt="1"/>
          </p:nvPr>
        </p:nvSpPr>
        <p:spPr>
          <a:xfrm>
            <a:off x="3309140" y="3108688"/>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Picture Placeholder 10">
            <a:extLst>
              <a:ext uri="{FF2B5EF4-FFF2-40B4-BE49-F238E27FC236}">
                <a16:creationId xmlns:a16="http://schemas.microsoft.com/office/drawing/2014/main" id="{72B1A4BB-E43B-4A04-8826-9DADB93591FE}"/>
              </a:ext>
            </a:extLst>
          </p:cNvPr>
          <p:cNvSpPr>
            <a:spLocks noGrp="1"/>
          </p:cNvSpPr>
          <p:nvPr>
            <p:ph type="pic" sz="quarter" idx="15"/>
          </p:nvPr>
        </p:nvSpPr>
        <p:spPr>
          <a:xfrm>
            <a:off x="3309241" y="1844824"/>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
        <p:nvSpPr>
          <p:cNvPr id="13" name="Content Placeholder 7">
            <a:extLst>
              <a:ext uri="{FF2B5EF4-FFF2-40B4-BE49-F238E27FC236}">
                <a16:creationId xmlns:a16="http://schemas.microsoft.com/office/drawing/2014/main" id="{03970B2F-29CB-404A-9891-6B0911E83583}"/>
              </a:ext>
            </a:extLst>
          </p:cNvPr>
          <p:cNvSpPr>
            <a:spLocks noGrp="1"/>
          </p:cNvSpPr>
          <p:nvPr>
            <p:ph sz="quarter" idx="16" hasCustomPrompt="1"/>
          </p:nvPr>
        </p:nvSpPr>
        <p:spPr>
          <a:xfrm>
            <a:off x="5988431" y="3108688"/>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Picture Placeholder 10">
            <a:extLst>
              <a:ext uri="{FF2B5EF4-FFF2-40B4-BE49-F238E27FC236}">
                <a16:creationId xmlns:a16="http://schemas.microsoft.com/office/drawing/2014/main" id="{6C03BE3A-8DFC-42FB-98CF-8E3A432F70EA}"/>
              </a:ext>
            </a:extLst>
          </p:cNvPr>
          <p:cNvSpPr>
            <a:spLocks noGrp="1"/>
          </p:cNvSpPr>
          <p:nvPr>
            <p:ph type="pic" sz="quarter" idx="17"/>
          </p:nvPr>
        </p:nvSpPr>
        <p:spPr>
          <a:xfrm>
            <a:off x="5988481" y="1844824"/>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
        <p:nvSpPr>
          <p:cNvPr id="15" name="Content Placeholder 7">
            <a:extLst>
              <a:ext uri="{FF2B5EF4-FFF2-40B4-BE49-F238E27FC236}">
                <a16:creationId xmlns:a16="http://schemas.microsoft.com/office/drawing/2014/main" id="{70D91C31-B0BF-4FB4-86C9-4FE9AE3003FC}"/>
              </a:ext>
            </a:extLst>
          </p:cNvPr>
          <p:cNvSpPr>
            <a:spLocks noGrp="1"/>
          </p:cNvSpPr>
          <p:nvPr>
            <p:ph sz="quarter" idx="18" hasCustomPrompt="1"/>
          </p:nvPr>
        </p:nvSpPr>
        <p:spPr>
          <a:xfrm>
            <a:off x="8667721" y="3108688"/>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Picture Placeholder 10">
            <a:extLst>
              <a:ext uri="{FF2B5EF4-FFF2-40B4-BE49-F238E27FC236}">
                <a16:creationId xmlns:a16="http://schemas.microsoft.com/office/drawing/2014/main" id="{70A8C560-9BD4-4357-AFF1-A59380404937}"/>
              </a:ext>
            </a:extLst>
          </p:cNvPr>
          <p:cNvSpPr>
            <a:spLocks noGrp="1"/>
          </p:cNvSpPr>
          <p:nvPr>
            <p:ph type="pic" sz="quarter" idx="19"/>
          </p:nvPr>
        </p:nvSpPr>
        <p:spPr>
          <a:xfrm>
            <a:off x="8667722" y="1844824"/>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Tree>
    <p:extLst>
      <p:ext uri="{BB962C8B-B14F-4D97-AF65-F5344CB8AC3E}">
        <p14:creationId xmlns:p14="http://schemas.microsoft.com/office/powerpoint/2010/main" val="9776256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30000" y="548680"/>
            <a:ext cx="10866600" cy="5288088"/>
          </a:xfrm>
        </p:spPr>
        <p:txBody>
          <a:bodyPr anchor="ctr" anchorCtr="0"/>
          <a:lstStyle>
            <a:lvl1pPr algn="l">
              <a:lnSpc>
                <a:spcPct val="100000"/>
              </a:lnSpc>
              <a:spcAft>
                <a:spcPts val="600"/>
              </a:spcAft>
              <a:defRPr sz="6300" b="0">
                <a:solidFill>
                  <a:schemeClr val="bg2"/>
                </a:solidFill>
                <a:latin typeface="+mn-lt"/>
              </a:defRPr>
            </a:lvl1pPr>
          </a:lstStyle>
          <a:p>
            <a:r>
              <a:rPr lang="en-US" noProof="0"/>
              <a:t>Click to edit text</a:t>
            </a:r>
          </a:p>
        </p:txBody>
      </p:sp>
      <p:pic>
        <p:nvPicPr>
          <p:cNvPr id="13" name="Picture 12" descr="Logo&#10;&#10;Description automatically generated">
            <a:extLst>
              <a:ext uri="{FF2B5EF4-FFF2-40B4-BE49-F238E27FC236}">
                <a16:creationId xmlns:a16="http://schemas.microsoft.com/office/drawing/2014/main" id="{91484A36-ADAE-45FE-B29D-28B55530F9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9801" y="6344702"/>
            <a:ext cx="1342647" cy="260605"/>
          </a:xfrm>
          <a:prstGeom prst="rect">
            <a:avLst/>
          </a:prstGeom>
        </p:spPr>
      </p:pic>
    </p:spTree>
    <p:extLst>
      <p:ext uri="{BB962C8B-B14F-4D97-AF65-F5344CB8AC3E}">
        <p14:creationId xmlns:p14="http://schemas.microsoft.com/office/powerpoint/2010/main" val="3009440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13" name="Picture 12" descr="Logo&#10;&#10;Description automatically generated">
            <a:extLst>
              <a:ext uri="{FF2B5EF4-FFF2-40B4-BE49-F238E27FC236}">
                <a16:creationId xmlns:a16="http://schemas.microsoft.com/office/drawing/2014/main" id="{91484A36-ADAE-45FE-B29D-28B55530F9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0001" y="6344702"/>
            <a:ext cx="1342647" cy="260605"/>
          </a:xfrm>
          <a:prstGeom prst="rect">
            <a:avLst/>
          </a:prstGeom>
        </p:spPr>
      </p:pic>
      <p:pic>
        <p:nvPicPr>
          <p:cNvPr id="7" name="Picture 6" descr="Text&#10;&#10;Description automatically generated">
            <a:extLst>
              <a:ext uri="{FF2B5EF4-FFF2-40B4-BE49-F238E27FC236}">
                <a16:creationId xmlns:a16="http://schemas.microsoft.com/office/drawing/2014/main" id="{B2C16797-CD24-4D7A-8FAE-F11A2AF4338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0001" y="481172"/>
            <a:ext cx="1235967" cy="816866"/>
          </a:xfrm>
          <a:prstGeom prst="rect">
            <a:avLst/>
          </a:prstGeom>
        </p:spPr>
      </p:pic>
      <p:sp>
        <p:nvSpPr>
          <p:cNvPr id="9" name="Text Placeholder 6">
            <a:extLst>
              <a:ext uri="{FF2B5EF4-FFF2-40B4-BE49-F238E27FC236}">
                <a16:creationId xmlns:a16="http://schemas.microsoft.com/office/drawing/2014/main" id="{27674A77-9AC3-40B5-9B04-EA1930C91BFE}"/>
              </a:ext>
            </a:extLst>
          </p:cNvPr>
          <p:cNvSpPr>
            <a:spLocks noGrp="1"/>
          </p:cNvSpPr>
          <p:nvPr>
            <p:ph type="body" sz="quarter" idx="10" hasCustomPrompt="1"/>
          </p:nvPr>
        </p:nvSpPr>
        <p:spPr>
          <a:xfrm>
            <a:off x="630000" y="3085194"/>
            <a:ext cx="7043918" cy="497112"/>
          </a:xfrm>
        </p:spPr>
        <p:txBody>
          <a:bodyPr/>
          <a:lstStyle>
            <a:lvl1pPr marL="0" algn="l">
              <a:lnSpc>
                <a:spcPts val="3600"/>
              </a:lnSpc>
              <a:spcAft>
                <a:spcPts val="0"/>
              </a:spcAft>
              <a:defRPr sz="2800" b="1">
                <a:solidFill>
                  <a:schemeClr val="bg1"/>
                </a:solidFill>
                <a:latin typeface="+mj-lt"/>
                <a:ea typeface="Open Sans SemiBold" pitchFamily="2" charset="0"/>
                <a:cs typeface="Open Sans SemiBold" pitchFamily="2" charset="0"/>
              </a:defRPr>
            </a:lvl1pPr>
            <a:lvl2pPr marL="0" algn="l">
              <a:lnSpc>
                <a:spcPts val="3600"/>
              </a:lnSpc>
              <a:spcAft>
                <a:spcPts val="0"/>
              </a:spcAft>
              <a:defRPr sz="2800" b="1">
                <a:solidFill>
                  <a:schemeClr val="bg1"/>
                </a:solidFill>
                <a:latin typeface="+mj-lt"/>
              </a:defRPr>
            </a:lvl2pPr>
            <a:lvl3pPr marL="0" indent="0" algn="l">
              <a:lnSpc>
                <a:spcPts val="3600"/>
              </a:lnSpc>
              <a:spcAft>
                <a:spcPts val="0"/>
              </a:spcAft>
              <a:buNone/>
              <a:defRPr sz="2800" b="1">
                <a:solidFill>
                  <a:schemeClr val="bg1"/>
                </a:solidFill>
                <a:latin typeface="+mj-lt"/>
              </a:defRPr>
            </a:lvl3pPr>
            <a:lvl4pPr marL="0" indent="0" algn="l">
              <a:lnSpc>
                <a:spcPts val="3600"/>
              </a:lnSpc>
              <a:spcAft>
                <a:spcPts val="0"/>
              </a:spcAft>
              <a:buNone/>
              <a:defRPr sz="2800" b="1">
                <a:solidFill>
                  <a:schemeClr val="bg1"/>
                </a:solidFill>
                <a:latin typeface="+mj-lt"/>
              </a:defRPr>
            </a:lvl4pPr>
            <a:lvl5pPr marL="0" indent="0" algn="l">
              <a:lnSpc>
                <a:spcPts val="3600"/>
              </a:lnSpc>
              <a:spcAft>
                <a:spcPts val="0"/>
              </a:spcAft>
              <a:buNone/>
              <a:defRPr sz="2800" b="1">
                <a:solidFill>
                  <a:schemeClr val="bg1"/>
                </a:solidFill>
                <a:latin typeface="+mj-lt"/>
              </a:defRPr>
            </a:lvl5pPr>
            <a:lvl6pPr marL="0" indent="0" algn="l">
              <a:lnSpc>
                <a:spcPts val="3600"/>
              </a:lnSpc>
              <a:spcAft>
                <a:spcPts val="0"/>
              </a:spcAft>
              <a:buNone/>
              <a:defRPr sz="2800" b="1">
                <a:solidFill>
                  <a:schemeClr val="bg1"/>
                </a:solidFill>
                <a:latin typeface="+mj-lt"/>
              </a:defRPr>
            </a:lvl6pPr>
            <a:lvl7pPr marL="0" indent="0" algn="l">
              <a:lnSpc>
                <a:spcPts val="3600"/>
              </a:lnSpc>
              <a:spcAft>
                <a:spcPts val="0"/>
              </a:spcAft>
              <a:buNone/>
              <a:defRPr sz="2800" b="1">
                <a:solidFill>
                  <a:schemeClr val="bg1"/>
                </a:solidFill>
                <a:latin typeface="+mj-lt"/>
              </a:defRPr>
            </a:lvl7pPr>
            <a:lvl8pPr marL="0" indent="0" algn="l">
              <a:lnSpc>
                <a:spcPts val="3600"/>
              </a:lnSpc>
              <a:spcAft>
                <a:spcPts val="0"/>
              </a:spcAft>
              <a:buNone/>
              <a:defRPr sz="2800" b="1">
                <a:solidFill>
                  <a:schemeClr val="bg1"/>
                </a:solidFill>
                <a:latin typeface="+mj-lt"/>
              </a:defRPr>
            </a:lvl8pPr>
            <a:lvl9pPr marL="0" indent="0" algn="l">
              <a:lnSpc>
                <a:spcPts val="3600"/>
              </a:lnSpc>
              <a:spcAft>
                <a:spcPts val="0"/>
              </a:spcAft>
              <a:buNone/>
              <a:defRPr sz="2800" b="1">
                <a:solidFill>
                  <a:schemeClr val="bg1"/>
                </a:solidFill>
                <a:latin typeface="+mj-lt"/>
              </a:defRPr>
            </a:lvl9pPr>
          </a:lstStyle>
          <a:p>
            <a:pPr lvl="0"/>
            <a:r>
              <a:rPr lang="en-US"/>
              <a:t>Click to edit text</a:t>
            </a:r>
          </a:p>
        </p:txBody>
      </p:sp>
      <p:sp>
        <p:nvSpPr>
          <p:cNvPr id="5" name="Content Placeholder 4">
            <a:extLst>
              <a:ext uri="{FF2B5EF4-FFF2-40B4-BE49-F238E27FC236}">
                <a16:creationId xmlns:a16="http://schemas.microsoft.com/office/drawing/2014/main" id="{488F7348-E56C-4CDA-A2D9-474D8773965B}"/>
              </a:ext>
            </a:extLst>
          </p:cNvPr>
          <p:cNvSpPr>
            <a:spLocks noGrp="1"/>
          </p:cNvSpPr>
          <p:nvPr>
            <p:ph sz="quarter" idx="11" hasCustomPrompt="1"/>
          </p:nvPr>
        </p:nvSpPr>
        <p:spPr>
          <a:xfrm>
            <a:off x="630000" y="3721894"/>
            <a:ext cx="7042944" cy="2024856"/>
          </a:xfrm>
        </p:spPr>
        <p:txBody>
          <a:bodyPr/>
          <a:lstStyle>
            <a:lvl1pPr>
              <a:lnSpc>
                <a:spcPct val="100000"/>
              </a:lnSpc>
              <a:spcAft>
                <a:spcPts val="600"/>
              </a:spcAft>
              <a:defRPr sz="1250">
                <a:solidFill>
                  <a:schemeClr val="bg2"/>
                </a:solidFill>
                <a:latin typeface="+mn-lt"/>
              </a:defRPr>
            </a:lvl1pPr>
            <a:lvl2pPr>
              <a:lnSpc>
                <a:spcPct val="100000"/>
              </a:lnSpc>
              <a:defRPr>
                <a:solidFill>
                  <a:schemeClr val="bg2"/>
                </a:solidFill>
              </a:defRPr>
            </a:lvl2pPr>
            <a:lvl3pPr>
              <a:lnSpc>
                <a:spcPct val="100000"/>
              </a:lnSpc>
              <a:defRPr>
                <a:solidFill>
                  <a:schemeClr val="bg2"/>
                </a:solidFill>
              </a:defRPr>
            </a:lvl3pPr>
            <a:lvl4pPr>
              <a:lnSpc>
                <a:spcPct val="100000"/>
              </a:lnSpc>
              <a:defRPr>
                <a:solidFill>
                  <a:schemeClr val="bg2"/>
                </a:solidFill>
              </a:defRPr>
            </a:lvl4pPr>
            <a:lvl5pPr>
              <a:lnSpc>
                <a:spcPct val="100000"/>
              </a:lnSpc>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3664217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base">
    <p:spTree>
      <p:nvGrpSpPr>
        <p:cNvPr id="1" name=""/>
        <p:cNvGrpSpPr/>
        <p:nvPr/>
      </p:nvGrpSpPr>
      <p:grpSpPr>
        <a:xfrm>
          <a:off x="0" y="0"/>
          <a:ext cx="0" cy="0"/>
          <a:chOff x="0" y="0"/>
          <a:chExt cx="0" cy="0"/>
        </a:xfrm>
      </p:grpSpPr>
      <p:pic>
        <p:nvPicPr>
          <p:cNvPr id="4" name="Picture 3" descr="Shape&#10;&#10;Description automatically generated with medium confidence">
            <a:extLst>
              <a:ext uri="{FF2B5EF4-FFF2-40B4-BE49-F238E27FC236}">
                <a16:creationId xmlns:a16="http://schemas.microsoft.com/office/drawing/2014/main" id="{9853127F-96F5-4393-90F6-F4E5BE06F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0001" y="481172"/>
            <a:ext cx="1235967" cy="816866"/>
          </a:xfrm>
          <a:prstGeom prst="rect">
            <a:avLst/>
          </a:prstGeom>
        </p:spPr>
      </p:pic>
    </p:spTree>
    <p:extLst>
      <p:ext uri="{BB962C8B-B14F-4D97-AF65-F5344CB8AC3E}">
        <p14:creationId xmlns:p14="http://schemas.microsoft.com/office/powerpoint/2010/main" val="7476989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Opening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30000" y="2191364"/>
            <a:ext cx="4745920" cy="1305145"/>
          </a:xfrm>
        </p:spPr>
        <p:txBody>
          <a:bodyPr anchor="b"/>
          <a:lstStyle>
            <a:lvl1pPr algn="l">
              <a:lnSpc>
                <a:spcPct val="100000"/>
              </a:lnSpc>
              <a:spcAft>
                <a:spcPts val="600"/>
              </a:spcAft>
              <a:defRPr>
                <a:solidFill>
                  <a:schemeClr val="bg2"/>
                </a:solidFill>
                <a:latin typeface="+mj-lt"/>
              </a:defRPr>
            </a:lvl1pPr>
          </a:lstStyle>
          <a:p>
            <a:r>
              <a:rPr lang="en-US" noProof="0"/>
              <a:t>Click to edit text</a:t>
            </a:r>
          </a:p>
        </p:txBody>
      </p:sp>
      <p:sp>
        <p:nvSpPr>
          <p:cNvPr id="7" name="Text Placeholder 6">
            <a:extLst>
              <a:ext uri="{FF2B5EF4-FFF2-40B4-BE49-F238E27FC236}">
                <a16:creationId xmlns:a16="http://schemas.microsoft.com/office/drawing/2014/main" id="{AF18CD02-94C3-483C-9553-4062A72523E8}"/>
              </a:ext>
            </a:extLst>
          </p:cNvPr>
          <p:cNvSpPr>
            <a:spLocks noGrp="1"/>
          </p:cNvSpPr>
          <p:nvPr>
            <p:ph type="body" sz="quarter" idx="10" hasCustomPrompt="1"/>
          </p:nvPr>
        </p:nvSpPr>
        <p:spPr>
          <a:xfrm>
            <a:off x="630000" y="3786983"/>
            <a:ext cx="4745920" cy="1020480"/>
          </a:xfrm>
        </p:spPr>
        <p:txBody>
          <a:bodyPr/>
          <a:lstStyle>
            <a:lvl1pPr marL="0" algn="l">
              <a:lnSpc>
                <a:spcPct val="100000"/>
              </a:lnSpc>
              <a:spcAft>
                <a:spcPts val="600"/>
              </a:spcAft>
              <a:defRPr sz="1800" b="0">
                <a:solidFill>
                  <a:schemeClr val="bg1"/>
                </a:solidFill>
                <a:latin typeface="+mn-lt"/>
                <a:ea typeface="Open Sans SemiBold" pitchFamily="2" charset="0"/>
                <a:cs typeface="Open Sans SemiBold" pitchFamily="2" charset="0"/>
              </a:defRPr>
            </a:lvl1pPr>
            <a:lvl2pPr marL="0" algn="l">
              <a:lnSpc>
                <a:spcPct val="100000"/>
              </a:lnSpc>
              <a:spcAft>
                <a:spcPts val="600"/>
              </a:spcAft>
              <a:defRPr sz="1800">
                <a:solidFill>
                  <a:schemeClr val="bg1"/>
                </a:solidFill>
                <a:latin typeface="+mn-lt"/>
              </a:defRPr>
            </a:lvl2pPr>
            <a:lvl3pPr marL="0" indent="0" algn="l">
              <a:lnSpc>
                <a:spcPct val="100000"/>
              </a:lnSpc>
              <a:spcAft>
                <a:spcPts val="600"/>
              </a:spcAft>
              <a:buNone/>
              <a:defRPr sz="1800">
                <a:solidFill>
                  <a:schemeClr val="bg1"/>
                </a:solidFill>
                <a:latin typeface="+mn-lt"/>
              </a:defRPr>
            </a:lvl3pPr>
            <a:lvl4pPr marL="0" indent="0" algn="l">
              <a:lnSpc>
                <a:spcPct val="100000"/>
              </a:lnSpc>
              <a:spcAft>
                <a:spcPts val="600"/>
              </a:spcAft>
              <a:buNone/>
              <a:defRPr sz="1800">
                <a:solidFill>
                  <a:schemeClr val="bg1"/>
                </a:solidFill>
                <a:latin typeface="+mn-lt"/>
              </a:defRPr>
            </a:lvl4pPr>
            <a:lvl5pPr marL="0" indent="0" algn="l">
              <a:lnSpc>
                <a:spcPct val="100000"/>
              </a:lnSpc>
              <a:spcAft>
                <a:spcPts val="600"/>
              </a:spcAft>
              <a:buNone/>
              <a:defRPr sz="1800">
                <a:solidFill>
                  <a:schemeClr val="bg1"/>
                </a:solidFill>
                <a:latin typeface="+mn-lt"/>
              </a:defRPr>
            </a:lvl5pPr>
            <a:lvl6pPr marL="0" indent="0" algn="l">
              <a:lnSpc>
                <a:spcPts val="2500"/>
              </a:lnSpc>
              <a:spcAft>
                <a:spcPts val="300"/>
              </a:spcAft>
              <a:buNone/>
              <a:defRPr sz="1800">
                <a:solidFill>
                  <a:schemeClr val="bg1"/>
                </a:solidFill>
                <a:latin typeface="+mj-lt"/>
              </a:defRPr>
            </a:lvl6pPr>
            <a:lvl7pPr marL="0" indent="0" algn="l">
              <a:lnSpc>
                <a:spcPts val="2500"/>
              </a:lnSpc>
              <a:spcAft>
                <a:spcPts val="300"/>
              </a:spcAft>
              <a:buNone/>
              <a:defRPr sz="1800">
                <a:solidFill>
                  <a:schemeClr val="bg1"/>
                </a:solidFill>
                <a:latin typeface="+mj-lt"/>
              </a:defRPr>
            </a:lvl7pPr>
            <a:lvl8pPr marL="0" indent="0" algn="l">
              <a:lnSpc>
                <a:spcPts val="2500"/>
              </a:lnSpc>
              <a:spcAft>
                <a:spcPts val="300"/>
              </a:spcAft>
              <a:buNone/>
              <a:defRPr sz="1800">
                <a:solidFill>
                  <a:schemeClr val="bg1"/>
                </a:solidFill>
                <a:latin typeface="+mj-lt"/>
              </a:defRPr>
            </a:lvl8pPr>
            <a:lvl9pPr marL="0" indent="0" algn="l">
              <a:lnSpc>
                <a:spcPts val="2500"/>
              </a:lnSpc>
              <a:spcAft>
                <a:spcPts val="300"/>
              </a:spcAft>
              <a:buNone/>
              <a:defRPr sz="1800">
                <a:solidFill>
                  <a:schemeClr val="bg1"/>
                </a:solidFill>
                <a:latin typeface="+mj-lt"/>
              </a:defRPr>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 Placeholder 6">
            <a:extLst>
              <a:ext uri="{FF2B5EF4-FFF2-40B4-BE49-F238E27FC236}">
                <a16:creationId xmlns:a16="http://schemas.microsoft.com/office/drawing/2014/main" id="{A218FAD1-562C-4D08-A02F-DCFF6E4BBD30}"/>
              </a:ext>
            </a:extLst>
          </p:cNvPr>
          <p:cNvSpPr>
            <a:spLocks noGrp="1"/>
          </p:cNvSpPr>
          <p:nvPr>
            <p:ph type="body" sz="quarter" idx="11" hasCustomPrompt="1"/>
          </p:nvPr>
        </p:nvSpPr>
        <p:spPr>
          <a:xfrm>
            <a:off x="630000" y="1682091"/>
            <a:ext cx="4745920" cy="218798"/>
          </a:xfrm>
        </p:spPr>
        <p:txBody>
          <a:bodyPr/>
          <a:lstStyle>
            <a:lvl1pPr marL="0" algn="l">
              <a:lnSpc>
                <a:spcPct val="100000"/>
              </a:lnSpc>
              <a:spcAft>
                <a:spcPts val="300"/>
              </a:spcAft>
              <a:defRPr sz="1150" b="0">
                <a:solidFill>
                  <a:schemeClr val="bg1"/>
                </a:solidFill>
                <a:latin typeface="+mn-lt"/>
                <a:ea typeface="Open Sans SemiBold" pitchFamily="2" charset="0"/>
                <a:cs typeface="Open Sans SemiBold" pitchFamily="2" charset="0"/>
              </a:defRPr>
            </a:lvl1pPr>
            <a:lvl2pPr marL="0" algn="l">
              <a:lnSpc>
                <a:spcPct val="100000"/>
              </a:lnSpc>
              <a:spcAft>
                <a:spcPts val="300"/>
              </a:spcAft>
              <a:defRPr sz="1150">
                <a:solidFill>
                  <a:schemeClr val="bg1"/>
                </a:solidFill>
                <a:latin typeface="+mn-lt"/>
              </a:defRPr>
            </a:lvl2pPr>
            <a:lvl3pPr marL="0" indent="0" algn="l">
              <a:lnSpc>
                <a:spcPts val="1600"/>
              </a:lnSpc>
              <a:spcAft>
                <a:spcPts val="300"/>
              </a:spcAft>
              <a:buNone/>
              <a:defRPr sz="1150">
                <a:solidFill>
                  <a:schemeClr val="bg1"/>
                </a:solidFill>
                <a:latin typeface="+mn-lt"/>
              </a:defRPr>
            </a:lvl3pPr>
            <a:lvl4pPr marL="0" indent="0" algn="l">
              <a:lnSpc>
                <a:spcPts val="1600"/>
              </a:lnSpc>
              <a:spcAft>
                <a:spcPts val="300"/>
              </a:spcAft>
              <a:buNone/>
              <a:defRPr sz="1150">
                <a:solidFill>
                  <a:schemeClr val="bg1"/>
                </a:solidFill>
                <a:latin typeface="+mn-lt"/>
              </a:defRPr>
            </a:lvl4pPr>
            <a:lvl5pPr marL="0" indent="0" algn="l">
              <a:lnSpc>
                <a:spcPts val="1600"/>
              </a:lnSpc>
              <a:spcAft>
                <a:spcPts val="300"/>
              </a:spcAft>
              <a:buNone/>
              <a:defRPr sz="1150">
                <a:solidFill>
                  <a:schemeClr val="bg1"/>
                </a:solidFill>
                <a:latin typeface="+mn-lt"/>
              </a:defRPr>
            </a:lvl5pPr>
            <a:lvl6pPr marL="0" indent="0" algn="l">
              <a:lnSpc>
                <a:spcPts val="1600"/>
              </a:lnSpc>
              <a:spcAft>
                <a:spcPts val="300"/>
              </a:spcAft>
              <a:buNone/>
              <a:defRPr sz="1150">
                <a:solidFill>
                  <a:schemeClr val="bg1"/>
                </a:solidFill>
                <a:latin typeface="+mn-lt"/>
              </a:defRPr>
            </a:lvl6pPr>
            <a:lvl7pPr marL="0" indent="0" algn="l">
              <a:lnSpc>
                <a:spcPts val="1600"/>
              </a:lnSpc>
              <a:spcAft>
                <a:spcPts val="300"/>
              </a:spcAft>
              <a:buNone/>
              <a:defRPr sz="1150">
                <a:solidFill>
                  <a:schemeClr val="bg1"/>
                </a:solidFill>
                <a:latin typeface="+mn-lt"/>
              </a:defRPr>
            </a:lvl7pPr>
            <a:lvl8pPr marL="0" indent="0" algn="l">
              <a:lnSpc>
                <a:spcPts val="1600"/>
              </a:lnSpc>
              <a:spcAft>
                <a:spcPts val="300"/>
              </a:spcAft>
              <a:buNone/>
              <a:defRPr sz="1150">
                <a:solidFill>
                  <a:schemeClr val="bg1"/>
                </a:solidFill>
                <a:latin typeface="+mn-lt"/>
              </a:defRPr>
            </a:lvl8pPr>
            <a:lvl9pPr marL="0" indent="0" algn="l">
              <a:lnSpc>
                <a:spcPts val="1600"/>
              </a:lnSpc>
              <a:spcAft>
                <a:spcPts val="300"/>
              </a:spcAft>
              <a:buNone/>
              <a:defRPr sz="1150">
                <a:solidFill>
                  <a:schemeClr val="bg1"/>
                </a:solidFill>
                <a:latin typeface="+mn-lt"/>
              </a:defRPr>
            </a:lvl9pPr>
          </a:lstStyle>
          <a:p>
            <a:pPr lvl="0"/>
            <a:r>
              <a:rPr lang="en-US"/>
              <a:t>XX Month 2022</a:t>
            </a:r>
          </a:p>
          <a:p>
            <a:pPr lvl="1"/>
            <a:endParaRPr lang="en-AU"/>
          </a:p>
        </p:txBody>
      </p:sp>
      <p:pic>
        <p:nvPicPr>
          <p:cNvPr id="6" name="Picture 5" descr="Text&#10;&#10;Description automatically generated">
            <a:extLst>
              <a:ext uri="{FF2B5EF4-FFF2-40B4-BE49-F238E27FC236}">
                <a16:creationId xmlns:a16="http://schemas.microsoft.com/office/drawing/2014/main" id="{085A114E-A5DD-433D-A1C4-8B7854A48CB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0001" y="481172"/>
            <a:ext cx="1235967" cy="816866"/>
          </a:xfrm>
          <a:prstGeom prst="rect">
            <a:avLst/>
          </a:prstGeom>
        </p:spPr>
      </p:pic>
      <p:sp>
        <p:nvSpPr>
          <p:cNvPr id="11" name="Picture Placeholder 10">
            <a:extLst>
              <a:ext uri="{FF2B5EF4-FFF2-40B4-BE49-F238E27FC236}">
                <a16:creationId xmlns:a16="http://schemas.microsoft.com/office/drawing/2014/main" id="{44A6EF7F-028B-48EE-B228-A8C7FA52BA62}"/>
              </a:ext>
            </a:extLst>
          </p:cNvPr>
          <p:cNvSpPr>
            <a:spLocks noGrp="1"/>
          </p:cNvSpPr>
          <p:nvPr>
            <p:ph type="pic" sz="quarter" idx="12"/>
          </p:nvPr>
        </p:nvSpPr>
        <p:spPr>
          <a:xfrm>
            <a:off x="6096000" y="0"/>
            <a:ext cx="6096000" cy="6858000"/>
          </a:xfrm>
        </p:spPr>
        <p:txBody>
          <a:bodyPr anchor="ctr" anchorCtr="0"/>
          <a:lstStyle>
            <a:lvl1pPr algn="ctr">
              <a:defRPr>
                <a:solidFill>
                  <a:schemeClr val="bg1"/>
                </a:solidFill>
                <a:latin typeface="+mn-lt"/>
              </a:defRPr>
            </a:lvl1pPr>
          </a:lstStyle>
          <a:p>
            <a:endParaRPr lang="en-US"/>
          </a:p>
          <a:p>
            <a:r>
              <a:rPr lang="en-US"/>
              <a:t>Click to insert picture</a:t>
            </a:r>
            <a:endParaRPr lang="en-AU"/>
          </a:p>
        </p:txBody>
      </p:sp>
      <p:pic>
        <p:nvPicPr>
          <p:cNvPr id="13" name="Picture 12" descr="Logo&#10;&#10;Description automatically generated">
            <a:extLst>
              <a:ext uri="{FF2B5EF4-FFF2-40B4-BE49-F238E27FC236}">
                <a16:creationId xmlns:a16="http://schemas.microsoft.com/office/drawing/2014/main" id="{91484A36-ADAE-45FE-B29D-28B55530F96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0001" y="6344702"/>
            <a:ext cx="1342647" cy="260605"/>
          </a:xfrm>
          <a:prstGeom prst="rect">
            <a:avLst/>
          </a:prstGeom>
        </p:spPr>
      </p:pic>
    </p:spTree>
    <p:extLst>
      <p:ext uri="{BB962C8B-B14F-4D97-AF65-F5344CB8AC3E}">
        <p14:creationId xmlns:p14="http://schemas.microsoft.com/office/powerpoint/2010/main" val="13103069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E448E4-38A9-08E3-24AD-37F0FEFD09E9}"/>
              </a:ext>
            </a:extLst>
          </p:cNvPr>
          <p:cNvSpPr>
            <a:spLocks noGrp="1"/>
          </p:cNvSpPr>
          <p:nvPr>
            <p:ph type="dt" sz="half" idx="10"/>
          </p:nvPr>
        </p:nvSpPr>
        <p:spPr/>
        <p:txBody>
          <a:bodyPr/>
          <a:lstStyle/>
          <a:p>
            <a:fld id="{770F1EDE-3E9A-47CB-9F38-72BCAA38FD3C}" type="datetimeFigureOut">
              <a:rPr lang="en-AU" smtClean="0"/>
              <a:t>22/07/2026</a:t>
            </a:fld>
            <a:endParaRPr lang="en-AU"/>
          </a:p>
        </p:txBody>
      </p:sp>
      <p:sp>
        <p:nvSpPr>
          <p:cNvPr id="3" name="Footer Placeholder 2">
            <a:extLst>
              <a:ext uri="{FF2B5EF4-FFF2-40B4-BE49-F238E27FC236}">
                <a16:creationId xmlns:a16="http://schemas.microsoft.com/office/drawing/2014/main" id="{88F673A5-2CAB-051B-C1E5-4632BA7F0E0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3FD6058-5248-F025-C32D-29B32DA85D65}"/>
              </a:ext>
            </a:extLst>
          </p:cNvPr>
          <p:cNvSpPr>
            <a:spLocks noGrp="1"/>
          </p:cNvSpPr>
          <p:nvPr>
            <p:ph type="sldNum" sz="quarter" idx="12"/>
          </p:nvPr>
        </p:nvSpPr>
        <p:spPr/>
        <p:txBody>
          <a:bodyPr/>
          <a:lstStyle/>
          <a:p>
            <a:fld id="{D0E2CB8D-6B41-4545-A09C-0A9FE9447914}" type="slidenum">
              <a:rPr lang="en-AU" smtClean="0"/>
              <a:t>‹#›</a:t>
            </a:fld>
            <a:endParaRPr lang="en-AU"/>
          </a:p>
        </p:txBody>
      </p:sp>
    </p:spTree>
    <p:extLst>
      <p:ext uri="{BB962C8B-B14F-4D97-AF65-F5344CB8AC3E}">
        <p14:creationId xmlns:p14="http://schemas.microsoft.com/office/powerpoint/2010/main" val="42807472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4016A-A959-B5D3-888E-BB488F41E5F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0DE09E8-EC8A-4AA1-AD4B-861BEBF28B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CDEA7F5-DD59-5819-99E3-E019ECB7A31D}"/>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22A85B0E-377A-1BC6-2735-EFD97380F18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A0E3E86-18B4-1D11-104B-058333A18874}"/>
              </a:ext>
            </a:extLst>
          </p:cNvPr>
          <p:cNvSpPr>
            <a:spLocks noGrp="1"/>
          </p:cNvSpPr>
          <p:nvPr>
            <p:ph type="sldNum" sz="quarter" idx="12"/>
          </p:nvPr>
        </p:nvSpPr>
        <p:spPr/>
        <p:txBody>
          <a:bodyPr/>
          <a:lstStyle/>
          <a:p>
            <a:endParaRPr lang="en-AU"/>
          </a:p>
        </p:txBody>
      </p:sp>
    </p:spTree>
    <p:extLst>
      <p:ext uri="{BB962C8B-B14F-4D97-AF65-F5344CB8AC3E}">
        <p14:creationId xmlns:p14="http://schemas.microsoft.com/office/powerpoint/2010/main" val="14364308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18FAC-9DC3-FE32-BD4B-BBB4997F01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0EEFE24-3B81-3E82-EA5A-BFC239BB4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F361777-1C3F-FED5-4A41-991562157649}"/>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FD82EA16-3A20-83B7-108F-ACA98CCA595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66D5AEC-4F36-1B41-E16A-42081B51B290}"/>
              </a:ext>
            </a:extLst>
          </p:cNvPr>
          <p:cNvSpPr>
            <a:spLocks noGrp="1"/>
          </p:cNvSpPr>
          <p:nvPr>
            <p:ph type="sldNum" sz="quarter" idx="12"/>
          </p:nvPr>
        </p:nvSpPr>
        <p:spPr/>
        <p:txBody>
          <a:bodyPr/>
          <a:lstStyle/>
          <a:p>
            <a:fld id="{A047146F-7380-4D52-950A-92E93C8F36F5}" type="slidenum">
              <a:rPr lang="en-AU" smtClean="0"/>
              <a:t>‹#›</a:t>
            </a:fld>
            <a:endParaRPr lang="en-AU"/>
          </a:p>
        </p:txBody>
      </p:sp>
    </p:spTree>
    <p:extLst>
      <p:ext uri="{BB962C8B-B14F-4D97-AF65-F5344CB8AC3E}">
        <p14:creationId xmlns:p14="http://schemas.microsoft.com/office/powerpoint/2010/main" val="21099206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 4 Columns">
  <p:cSld name="Title + 4 Columns">
    <p:spTree>
      <p:nvGrpSpPr>
        <p:cNvPr id="1" name="Shape 515"/>
        <p:cNvGrpSpPr/>
        <p:nvPr/>
      </p:nvGrpSpPr>
      <p:grpSpPr>
        <a:xfrm>
          <a:off x="0" y="0"/>
          <a:ext cx="0" cy="0"/>
          <a:chOff x="0" y="0"/>
          <a:chExt cx="0" cy="0"/>
        </a:xfrm>
      </p:grpSpPr>
      <p:cxnSp>
        <p:nvCxnSpPr>
          <p:cNvPr id="537" name="Google Shape;537;p27"/>
          <p:cNvCxnSpPr/>
          <p:nvPr/>
        </p:nvCxnSpPr>
        <p:spPr>
          <a:xfrm rot="10800000">
            <a:off x="622800" y="6156000"/>
            <a:ext cx="2520000" cy="0"/>
          </a:xfrm>
          <a:prstGeom prst="straightConnector1">
            <a:avLst/>
          </a:prstGeom>
          <a:noFill/>
          <a:ln w="19050" cap="flat" cmpd="sng">
            <a:solidFill>
              <a:schemeClr val="accent4"/>
            </a:solidFill>
            <a:prstDash val="solid"/>
            <a:miter lim="800000"/>
            <a:headEnd type="none" w="sm" len="sm"/>
            <a:tailEnd type="none" w="sm" len="sm"/>
          </a:ln>
        </p:spPr>
      </p:cxnSp>
      <p:cxnSp>
        <p:nvCxnSpPr>
          <p:cNvPr id="538" name="Google Shape;538;p27"/>
          <p:cNvCxnSpPr/>
          <p:nvPr/>
        </p:nvCxnSpPr>
        <p:spPr>
          <a:xfrm rot="10800000">
            <a:off x="3430800" y="6156000"/>
            <a:ext cx="2520000" cy="0"/>
          </a:xfrm>
          <a:prstGeom prst="straightConnector1">
            <a:avLst/>
          </a:prstGeom>
          <a:noFill/>
          <a:ln w="19050" cap="flat" cmpd="sng">
            <a:solidFill>
              <a:schemeClr val="accent4"/>
            </a:solidFill>
            <a:prstDash val="solid"/>
            <a:miter lim="800000"/>
            <a:headEnd type="none" w="sm" len="sm"/>
            <a:tailEnd type="none" w="sm" len="sm"/>
          </a:ln>
        </p:spPr>
      </p:cxnSp>
      <p:cxnSp>
        <p:nvCxnSpPr>
          <p:cNvPr id="539" name="Google Shape;539;p27"/>
          <p:cNvCxnSpPr/>
          <p:nvPr/>
        </p:nvCxnSpPr>
        <p:spPr>
          <a:xfrm rot="10800000">
            <a:off x="6238800" y="6156000"/>
            <a:ext cx="2520000" cy="0"/>
          </a:xfrm>
          <a:prstGeom prst="straightConnector1">
            <a:avLst/>
          </a:prstGeom>
          <a:noFill/>
          <a:ln w="19050" cap="flat" cmpd="sng">
            <a:solidFill>
              <a:schemeClr val="accent4"/>
            </a:solidFill>
            <a:prstDash val="solid"/>
            <a:miter lim="800000"/>
            <a:headEnd type="none" w="sm" len="sm"/>
            <a:tailEnd type="none" w="sm" len="sm"/>
          </a:ln>
        </p:spPr>
      </p:cxnSp>
      <p:cxnSp>
        <p:nvCxnSpPr>
          <p:cNvPr id="540" name="Google Shape;540;p27"/>
          <p:cNvCxnSpPr/>
          <p:nvPr/>
        </p:nvCxnSpPr>
        <p:spPr>
          <a:xfrm rot="10800000">
            <a:off x="9046800" y="6156000"/>
            <a:ext cx="2520000" cy="0"/>
          </a:xfrm>
          <a:prstGeom prst="straightConnector1">
            <a:avLst/>
          </a:prstGeom>
          <a:noFill/>
          <a:ln w="19050" cap="flat" cmpd="sng">
            <a:solidFill>
              <a:schemeClr val="accent4"/>
            </a:solidFill>
            <a:prstDash val="solid"/>
            <a:miter lim="800000"/>
            <a:headEnd type="none" w="sm" len="sm"/>
            <a:tailEnd type="none" w="sm" len="sm"/>
          </a:ln>
        </p:spPr>
      </p:cxnSp>
      <p:cxnSp>
        <p:nvCxnSpPr>
          <p:cNvPr id="541" name="Google Shape;541;p27"/>
          <p:cNvCxnSpPr/>
          <p:nvPr/>
        </p:nvCxnSpPr>
        <p:spPr>
          <a:xfrm>
            <a:off x="6094800" y="2021303"/>
            <a:ext cx="0" cy="4136700"/>
          </a:xfrm>
          <a:prstGeom prst="straightConnector1">
            <a:avLst/>
          </a:prstGeom>
          <a:noFill/>
          <a:ln w="9525" cap="flat" cmpd="sng">
            <a:solidFill>
              <a:srgbClr val="D8D8D8"/>
            </a:solidFill>
            <a:prstDash val="solid"/>
            <a:miter lim="800000"/>
            <a:headEnd type="none" w="sm" len="sm"/>
            <a:tailEnd type="none" w="sm" len="sm"/>
          </a:ln>
        </p:spPr>
      </p:cxnSp>
      <p:cxnSp>
        <p:nvCxnSpPr>
          <p:cNvPr id="542" name="Google Shape;542;p27"/>
          <p:cNvCxnSpPr/>
          <p:nvPr/>
        </p:nvCxnSpPr>
        <p:spPr>
          <a:xfrm>
            <a:off x="8902800" y="2021303"/>
            <a:ext cx="0" cy="4136700"/>
          </a:xfrm>
          <a:prstGeom prst="straightConnector1">
            <a:avLst/>
          </a:prstGeom>
          <a:noFill/>
          <a:ln w="9525" cap="flat" cmpd="sng">
            <a:solidFill>
              <a:srgbClr val="D8D8D8"/>
            </a:solidFill>
            <a:prstDash val="solid"/>
            <a:miter lim="800000"/>
            <a:headEnd type="none" w="sm" len="sm"/>
            <a:tailEnd type="none" w="sm" len="sm"/>
          </a:ln>
        </p:spPr>
      </p:cxnSp>
      <p:cxnSp>
        <p:nvCxnSpPr>
          <p:cNvPr id="543" name="Google Shape;543;p27"/>
          <p:cNvCxnSpPr/>
          <p:nvPr/>
        </p:nvCxnSpPr>
        <p:spPr>
          <a:xfrm>
            <a:off x="3286800" y="2021303"/>
            <a:ext cx="0" cy="4136700"/>
          </a:xfrm>
          <a:prstGeom prst="straightConnector1">
            <a:avLst/>
          </a:prstGeom>
          <a:noFill/>
          <a:ln w="9525" cap="flat" cmpd="sng">
            <a:solidFill>
              <a:srgbClr val="D8D8D8"/>
            </a:solidFill>
            <a:prstDash val="solid"/>
            <a:miter lim="800000"/>
            <a:headEnd type="none" w="sm" len="sm"/>
            <a:tailEnd type="none" w="sm" len="sm"/>
          </a:ln>
        </p:spPr>
      </p:cxnSp>
      <p:sp>
        <p:nvSpPr>
          <p:cNvPr id="544" name="Google Shape;544;p27"/>
          <p:cNvSpPr txBox="1">
            <a:spLocks noGrp="1"/>
          </p:cNvSpPr>
          <p:nvPr>
            <p:ph type="body" idx="1"/>
          </p:nvPr>
        </p:nvSpPr>
        <p:spPr>
          <a:xfrm>
            <a:off x="2278064" y="6502544"/>
            <a:ext cx="8937600" cy="175039"/>
          </a:xfrm>
          <a:prstGeom prst="rect">
            <a:avLst/>
          </a:prstGeom>
          <a:noFill/>
          <a:ln>
            <a:noFill/>
          </a:ln>
        </p:spPr>
        <p:txBody>
          <a:bodyPr spcFirstLastPara="1" wrap="square" lIns="0" tIns="36000" rIns="0" bIns="36000" anchor="ctr" anchorCtr="0">
            <a:spAutoFit/>
          </a:bodyPr>
          <a:lstStyle>
            <a:lvl1pPr marL="457200" lvl="0" indent="-228600" algn="l">
              <a:lnSpc>
                <a:spcPct val="95000"/>
              </a:lnSpc>
              <a:spcBef>
                <a:spcPts val="0"/>
              </a:spcBef>
              <a:spcAft>
                <a:spcPts val="0"/>
              </a:spcAft>
              <a:buClr>
                <a:schemeClr val="accent4"/>
              </a:buClr>
              <a:buSzPts val="700"/>
              <a:buNone/>
              <a:defRPr sz="700" b="0">
                <a:solidFill>
                  <a:schemeClr val="accent4"/>
                </a:solidFill>
                <a:latin typeface="Century Gothic"/>
                <a:ea typeface="Century Gothic"/>
                <a:cs typeface="Century Gothic"/>
                <a:sym typeface="Century Gothic"/>
              </a:defRPr>
            </a:lvl1pPr>
            <a:lvl2pPr marL="914400" lvl="1" indent="-228600" algn="l">
              <a:lnSpc>
                <a:spcPct val="95000"/>
              </a:lnSpc>
              <a:spcBef>
                <a:spcPts val="400"/>
              </a:spcBef>
              <a:spcAft>
                <a:spcPts val="0"/>
              </a:spcAft>
              <a:buClr>
                <a:schemeClr val="accent4"/>
              </a:buClr>
              <a:buSzPts val="700"/>
              <a:buNone/>
              <a:defRPr sz="700">
                <a:latin typeface="Century Gothic"/>
                <a:ea typeface="Century Gothic"/>
                <a:cs typeface="Century Gothic"/>
                <a:sym typeface="Century Gothic"/>
              </a:defRPr>
            </a:lvl2pPr>
            <a:lvl3pPr marL="1371600" lvl="2" indent="-228600" algn="l">
              <a:lnSpc>
                <a:spcPct val="95000"/>
              </a:lnSpc>
              <a:spcBef>
                <a:spcPts val="400"/>
              </a:spcBef>
              <a:spcAft>
                <a:spcPts val="0"/>
              </a:spcAft>
              <a:buClr>
                <a:schemeClr val="accent4"/>
              </a:buClr>
              <a:buSzPts val="700"/>
              <a:buNone/>
              <a:defRPr sz="700">
                <a:latin typeface="Century Gothic"/>
                <a:ea typeface="Century Gothic"/>
                <a:cs typeface="Century Gothic"/>
                <a:sym typeface="Century Gothic"/>
              </a:defRPr>
            </a:lvl3pPr>
            <a:lvl4pPr marL="1828800" lvl="3" indent="-228600" algn="l">
              <a:lnSpc>
                <a:spcPct val="95000"/>
              </a:lnSpc>
              <a:spcBef>
                <a:spcPts val="400"/>
              </a:spcBef>
              <a:spcAft>
                <a:spcPts val="0"/>
              </a:spcAft>
              <a:buClr>
                <a:schemeClr val="accent4"/>
              </a:buClr>
              <a:buSzPts val="700"/>
              <a:buNone/>
              <a:defRPr sz="700">
                <a:latin typeface="Century Gothic"/>
                <a:ea typeface="Century Gothic"/>
                <a:cs typeface="Century Gothic"/>
                <a:sym typeface="Century Gothic"/>
              </a:defRPr>
            </a:lvl4pPr>
            <a:lvl5pPr marL="2286000" lvl="4" indent="-228600" algn="l">
              <a:lnSpc>
                <a:spcPct val="95000"/>
              </a:lnSpc>
              <a:spcBef>
                <a:spcPts val="400"/>
              </a:spcBef>
              <a:spcAft>
                <a:spcPts val="0"/>
              </a:spcAft>
              <a:buClr>
                <a:schemeClr val="accent4"/>
              </a:buClr>
              <a:buSzPts val="700"/>
              <a:buNone/>
              <a:defRPr sz="700">
                <a:latin typeface="Century Gothic"/>
                <a:ea typeface="Century Gothic"/>
                <a:cs typeface="Century Gothic"/>
                <a:sym typeface="Century Gothic"/>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545" name="Google Shape;545;p27"/>
          <p:cNvSpPr txBox="1">
            <a:spLocks noGrp="1"/>
          </p:cNvSpPr>
          <p:nvPr>
            <p:ph type="title"/>
          </p:nvPr>
        </p:nvSpPr>
        <p:spPr>
          <a:xfrm>
            <a:off x="623889" y="540001"/>
            <a:ext cx="10919700" cy="409343"/>
          </a:xfrm>
          <a:prstGeom prst="rect">
            <a:avLst/>
          </a:prstGeom>
          <a:noFill/>
          <a:ln>
            <a:noFill/>
          </a:ln>
        </p:spPr>
        <p:txBody>
          <a:bodyPr spcFirstLastPara="1" wrap="square" lIns="0" tIns="0" rIns="0" bIns="0" anchor="t" anchorCtr="0">
            <a:spAutoFit/>
          </a:bodyPr>
          <a:lstStyle>
            <a:lvl1pPr lvl="0" algn="l">
              <a:lnSpc>
                <a:spcPct val="95000"/>
              </a:lnSpc>
              <a:spcBef>
                <a:spcPts val="0"/>
              </a:spcBef>
              <a:spcAft>
                <a:spcPts val="0"/>
              </a:spcAft>
              <a:buClr>
                <a:schemeClr val="accent4"/>
              </a:buClr>
              <a:buSzPts val="1900"/>
              <a:buNone/>
              <a:defRPr/>
            </a:lvl1pPr>
            <a:lvl2pPr lvl="1" algn="l">
              <a:lnSpc>
                <a:spcPct val="95000"/>
              </a:lnSpc>
              <a:spcBef>
                <a:spcPts val="0"/>
              </a:spcBef>
              <a:spcAft>
                <a:spcPts val="0"/>
              </a:spcAft>
              <a:buSzPts val="1400"/>
              <a:buNone/>
              <a:defRPr/>
            </a:lvl2pPr>
            <a:lvl3pPr lvl="2" algn="l">
              <a:lnSpc>
                <a:spcPct val="95000"/>
              </a:lnSpc>
              <a:spcBef>
                <a:spcPts val="0"/>
              </a:spcBef>
              <a:spcAft>
                <a:spcPts val="0"/>
              </a:spcAft>
              <a:buSzPts val="1400"/>
              <a:buNone/>
              <a:defRPr/>
            </a:lvl3pPr>
            <a:lvl4pPr lvl="3" algn="l">
              <a:lnSpc>
                <a:spcPct val="95000"/>
              </a:lnSpc>
              <a:spcBef>
                <a:spcPts val="0"/>
              </a:spcBef>
              <a:spcAft>
                <a:spcPts val="0"/>
              </a:spcAft>
              <a:buSzPts val="1400"/>
              <a:buNone/>
              <a:defRPr/>
            </a:lvl4pPr>
            <a:lvl5pPr lvl="4" algn="l">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a:endParaRPr/>
          </a:p>
        </p:txBody>
      </p:sp>
      <p:sp>
        <p:nvSpPr>
          <p:cNvPr id="546" name="Google Shape;546;p27"/>
          <p:cNvSpPr txBox="1">
            <a:spLocks noGrp="1"/>
          </p:cNvSpPr>
          <p:nvPr>
            <p:ph type="body" idx="2"/>
          </p:nvPr>
        </p:nvSpPr>
        <p:spPr>
          <a:xfrm>
            <a:off x="622800" y="1206001"/>
            <a:ext cx="10944000" cy="197362"/>
          </a:xfrm>
          <a:prstGeom prst="rect">
            <a:avLst/>
          </a:prstGeom>
          <a:noFill/>
          <a:ln>
            <a:noFill/>
          </a:ln>
        </p:spPr>
        <p:txBody>
          <a:bodyPr spcFirstLastPara="1" wrap="square" lIns="0" tIns="0" rIns="0" bIns="0" anchor="t" anchorCtr="0">
            <a:spAutoFit/>
          </a:bodyPr>
          <a:lstStyle>
            <a:lvl1pPr marL="457200" lvl="0" indent="-228600" algn="l">
              <a:lnSpc>
                <a:spcPct val="95000"/>
              </a:lnSpc>
              <a:spcBef>
                <a:spcPts val="0"/>
              </a:spcBef>
              <a:spcAft>
                <a:spcPts val="0"/>
              </a:spcAft>
              <a:buClr>
                <a:schemeClr val="accent4"/>
              </a:buClr>
              <a:buSzPts val="1600"/>
              <a:buNone/>
              <a:defRPr b="0"/>
            </a:lvl1pPr>
            <a:lvl2pPr marL="914400" lvl="1" indent="-349250" algn="l">
              <a:lnSpc>
                <a:spcPct val="95000"/>
              </a:lnSpc>
              <a:spcBef>
                <a:spcPts val="400"/>
              </a:spcBef>
              <a:spcAft>
                <a:spcPts val="0"/>
              </a:spcAft>
              <a:buClr>
                <a:schemeClr val="accent4"/>
              </a:buClr>
              <a:buSzPts val="1900"/>
              <a:buChar char="•"/>
              <a:defRPr/>
            </a:lvl2pPr>
            <a:lvl3pPr marL="1371600" lvl="2" indent="-349250" algn="l">
              <a:lnSpc>
                <a:spcPct val="95000"/>
              </a:lnSpc>
              <a:spcBef>
                <a:spcPts val="400"/>
              </a:spcBef>
              <a:spcAft>
                <a:spcPts val="0"/>
              </a:spcAft>
              <a:buClr>
                <a:schemeClr val="accent4"/>
              </a:buClr>
              <a:buSzPts val="1900"/>
              <a:buChar char="•"/>
              <a:defRPr/>
            </a:lvl3pPr>
            <a:lvl4pPr marL="1828800" lvl="3" indent="-349250" algn="l">
              <a:lnSpc>
                <a:spcPct val="95000"/>
              </a:lnSpc>
              <a:spcBef>
                <a:spcPts val="400"/>
              </a:spcBef>
              <a:spcAft>
                <a:spcPts val="0"/>
              </a:spcAft>
              <a:buClr>
                <a:schemeClr val="accent4"/>
              </a:buClr>
              <a:buSzPts val="1900"/>
              <a:buChar char="•"/>
              <a:defRPr/>
            </a:lvl4pPr>
            <a:lvl5pPr marL="2286000" lvl="4" indent="-349250" algn="l">
              <a:lnSpc>
                <a:spcPct val="95000"/>
              </a:lnSpc>
              <a:spcBef>
                <a:spcPts val="400"/>
              </a:spcBef>
              <a:spcAft>
                <a:spcPts val="0"/>
              </a:spcAft>
              <a:buClr>
                <a:schemeClr val="accent4"/>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547" name="Google Shape;547;p27"/>
          <p:cNvSpPr txBox="1">
            <a:spLocks noGrp="1"/>
          </p:cNvSpPr>
          <p:nvPr>
            <p:ph type="body" idx="3"/>
          </p:nvPr>
        </p:nvSpPr>
        <p:spPr>
          <a:xfrm>
            <a:off x="622800" y="2016001"/>
            <a:ext cx="2520000" cy="197362"/>
          </a:xfrm>
          <a:prstGeom prst="rect">
            <a:avLst/>
          </a:prstGeom>
          <a:noFill/>
          <a:ln>
            <a:noFill/>
          </a:ln>
        </p:spPr>
        <p:txBody>
          <a:bodyPr spcFirstLastPara="1" wrap="square" lIns="0" tIns="0" rIns="0" bIns="0" anchor="t" anchorCtr="0">
            <a:spAutoFit/>
          </a:bodyPr>
          <a:lstStyle>
            <a:lvl1pPr marL="457200" lvl="0" indent="-228600" algn="l">
              <a:lnSpc>
                <a:spcPct val="95000"/>
              </a:lnSpc>
              <a:spcBef>
                <a:spcPts val="0"/>
              </a:spcBef>
              <a:spcAft>
                <a:spcPts val="0"/>
              </a:spcAft>
              <a:buClr>
                <a:schemeClr val="accent4"/>
              </a:buClr>
              <a:buSzPts val="1900"/>
              <a:buNone/>
              <a:defRPr/>
            </a:lvl1pPr>
            <a:lvl2pPr marL="914400" lvl="1" indent="-349250" algn="l">
              <a:lnSpc>
                <a:spcPct val="95000"/>
              </a:lnSpc>
              <a:spcBef>
                <a:spcPts val="400"/>
              </a:spcBef>
              <a:spcAft>
                <a:spcPts val="0"/>
              </a:spcAft>
              <a:buClr>
                <a:schemeClr val="accent4"/>
              </a:buClr>
              <a:buSzPts val="1900"/>
              <a:buChar char="•"/>
              <a:defRPr/>
            </a:lvl2pPr>
            <a:lvl3pPr marL="1371600" lvl="2" indent="-349250" algn="l">
              <a:lnSpc>
                <a:spcPct val="95000"/>
              </a:lnSpc>
              <a:spcBef>
                <a:spcPts val="400"/>
              </a:spcBef>
              <a:spcAft>
                <a:spcPts val="0"/>
              </a:spcAft>
              <a:buClr>
                <a:schemeClr val="accent4"/>
              </a:buClr>
              <a:buSzPts val="1900"/>
              <a:buChar char="•"/>
              <a:defRPr/>
            </a:lvl3pPr>
            <a:lvl4pPr marL="1828800" lvl="3" indent="-349250" algn="l">
              <a:lnSpc>
                <a:spcPct val="95000"/>
              </a:lnSpc>
              <a:spcBef>
                <a:spcPts val="400"/>
              </a:spcBef>
              <a:spcAft>
                <a:spcPts val="0"/>
              </a:spcAft>
              <a:buClr>
                <a:schemeClr val="accent4"/>
              </a:buClr>
              <a:buSzPts val="1900"/>
              <a:buChar char="•"/>
              <a:defRPr/>
            </a:lvl4pPr>
            <a:lvl5pPr marL="2286000" lvl="4" indent="-349250" algn="l">
              <a:lnSpc>
                <a:spcPct val="95000"/>
              </a:lnSpc>
              <a:spcBef>
                <a:spcPts val="400"/>
              </a:spcBef>
              <a:spcAft>
                <a:spcPts val="0"/>
              </a:spcAft>
              <a:buClr>
                <a:schemeClr val="accent4"/>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548" name="Google Shape;548;p27"/>
          <p:cNvSpPr txBox="1">
            <a:spLocks noGrp="1"/>
          </p:cNvSpPr>
          <p:nvPr>
            <p:ph type="body" idx="4"/>
          </p:nvPr>
        </p:nvSpPr>
        <p:spPr>
          <a:xfrm>
            <a:off x="3430800" y="2016001"/>
            <a:ext cx="2520000" cy="197362"/>
          </a:xfrm>
          <a:prstGeom prst="rect">
            <a:avLst/>
          </a:prstGeom>
          <a:noFill/>
          <a:ln>
            <a:noFill/>
          </a:ln>
        </p:spPr>
        <p:txBody>
          <a:bodyPr spcFirstLastPara="1" wrap="square" lIns="0" tIns="0" rIns="0" bIns="0" anchor="t" anchorCtr="0">
            <a:spAutoFit/>
          </a:bodyPr>
          <a:lstStyle>
            <a:lvl1pPr marL="457200" lvl="0" indent="-228600" algn="l">
              <a:lnSpc>
                <a:spcPct val="95000"/>
              </a:lnSpc>
              <a:spcBef>
                <a:spcPts val="0"/>
              </a:spcBef>
              <a:spcAft>
                <a:spcPts val="0"/>
              </a:spcAft>
              <a:buClr>
                <a:schemeClr val="accent4"/>
              </a:buClr>
              <a:buSzPts val="1900"/>
              <a:buNone/>
              <a:defRPr/>
            </a:lvl1pPr>
            <a:lvl2pPr marL="914400" lvl="1" indent="-349250" algn="l">
              <a:lnSpc>
                <a:spcPct val="95000"/>
              </a:lnSpc>
              <a:spcBef>
                <a:spcPts val="400"/>
              </a:spcBef>
              <a:spcAft>
                <a:spcPts val="0"/>
              </a:spcAft>
              <a:buClr>
                <a:schemeClr val="accent4"/>
              </a:buClr>
              <a:buSzPts val="1900"/>
              <a:buChar char="•"/>
              <a:defRPr/>
            </a:lvl2pPr>
            <a:lvl3pPr marL="1371600" lvl="2" indent="-349250" algn="l">
              <a:lnSpc>
                <a:spcPct val="95000"/>
              </a:lnSpc>
              <a:spcBef>
                <a:spcPts val="400"/>
              </a:spcBef>
              <a:spcAft>
                <a:spcPts val="0"/>
              </a:spcAft>
              <a:buClr>
                <a:schemeClr val="accent4"/>
              </a:buClr>
              <a:buSzPts val="1900"/>
              <a:buChar char="•"/>
              <a:defRPr/>
            </a:lvl3pPr>
            <a:lvl4pPr marL="1828800" lvl="3" indent="-349250" algn="l">
              <a:lnSpc>
                <a:spcPct val="95000"/>
              </a:lnSpc>
              <a:spcBef>
                <a:spcPts val="400"/>
              </a:spcBef>
              <a:spcAft>
                <a:spcPts val="0"/>
              </a:spcAft>
              <a:buClr>
                <a:schemeClr val="accent4"/>
              </a:buClr>
              <a:buSzPts val="1900"/>
              <a:buChar char="•"/>
              <a:defRPr/>
            </a:lvl4pPr>
            <a:lvl5pPr marL="2286000" lvl="4" indent="-349250" algn="l">
              <a:lnSpc>
                <a:spcPct val="95000"/>
              </a:lnSpc>
              <a:spcBef>
                <a:spcPts val="400"/>
              </a:spcBef>
              <a:spcAft>
                <a:spcPts val="0"/>
              </a:spcAft>
              <a:buClr>
                <a:schemeClr val="accent4"/>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549" name="Google Shape;549;p27"/>
          <p:cNvSpPr txBox="1">
            <a:spLocks noGrp="1"/>
          </p:cNvSpPr>
          <p:nvPr>
            <p:ph type="body" idx="5"/>
          </p:nvPr>
        </p:nvSpPr>
        <p:spPr>
          <a:xfrm>
            <a:off x="6238800" y="2016001"/>
            <a:ext cx="2520000" cy="197362"/>
          </a:xfrm>
          <a:prstGeom prst="rect">
            <a:avLst/>
          </a:prstGeom>
          <a:noFill/>
          <a:ln>
            <a:noFill/>
          </a:ln>
        </p:spPr>
        <p:txBody>
          <a:bodyPr spcFirstLastPara="1" wrap="square" lIns="0" tIns="0" rIns="0" bIns="0" anchor="t" anchorCtr="0">
            <a:spAutoFit/>
          </a:bodyPr>
          <a:lstStyle>
            <a:lvl1pPr marL="457200" lvl="0" indent="-228600" algn="l">
              <a:lnSpc>
                <a:spcPct val="95000"/>
              </a:lnSpc>
              <a:spcBef>
                <a:spcPts val="0"/>
              </a:spcBef>
              <a:spcAft>
                <a:spcPts val="0"/>
              </a:spcAft>
              <a:buClr>
                <a:schemeClr val="accent4"/>
              </a:buClr>
              <a:buSzPts val="1900"/>
              <a:buNone/>
              <a:defRPr/>
            </a:lvl1pPr>
            <a:lvl2pPr marL="914400" lvl="1" indent="-349250" algn="l">
              <a:lnSpc>
                <a:spcPct val="95000"/>
              </a:lnSpc>
              <a:spcBef>
                <a:spcPts val="400"/>
              </a:spcBef>
              <a:spcAft>
                <a:spcPts val="0"/>
              </a:spcAft>
              <a:buClr>
                <a:schemeClr val="accent4"/>
              </a:buClr>
              <a:buSzPts val="1900"/>
              <a:buChar char="•"/>
              <a:defRPr/>
            </a:lvl2pPr>
            <a:lvl3pPr marL="1371600" lvl="2" indent="-349250" algn="l">
              <a:lnSpc>
                <a:spcPct val="95000"/>
              </a:lnSpc>
              <a:spcBef>
                <a:spcPts val="400"/>
              </a:spcBef>
              <a:spcAft>
                <a:spcPts val="0"/>
              </a:spcAft>
              <a:buClr>
                <a:schemeClr val="accent4"/>
              </a:buClr>
              <a:buSzPts val="1900"/>
              <a:buChar char="•"/>
              <a:defRPr/>
            </a:lvl3pPr>
            <a:lvl4pPr marL="1828800" lvl="3" indent="-349250" algn="l">
              <a:lnSpc>
                <a:spcPct val="95000"/>
              </a:lnSpc>
              <a:spcBef>
                <a:spcPts val="400"/>
              </a:spcBef>
              <a:spcAft>
                <a:spcPts val="0"/>
              </a:spcAft>
              <a:buClr>
                <a:schemeClr val="accent4"/>
              </a:buClr>
              <a:buSzPts val="1900"/>
              <a:buChar char="•"/>
              <a:defRPr/>
            </a:lvl4pPr>
            <a:lvl5pPr marL="2286000" lvl="4" indent="-349250" algn="l">
              <a:lnSpc>
                <a:spcPct val="95000"/>
              </a:lnSpc>
              <a:spcBef>
                <a:spcPts val="400"/>
              </a:spcBef>
              <a:spcAft>
                <a:spcPts val="0"/>
              </a:spcAft>
              <a:buClr>
                <a:schemeClr val="accent4"/>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550" name="Google Shape;550;p27"/>
          <p:cNvSpPr txBox="1">
            <a:spLocks noGrp="1"/>
          </p:cNvSpPr>
          <p:nvPr>
            <p:ph type="body" idx="6"/>
          </p:nvPr>
        </p:nvSpPr>
        <p:spPr>
          <a:xfrm>
            <a:off x="9046800" y="2016001"/>
            <a:ext cx="2520000" cy="197362"/>
          </a:xfrm>
          <a:prstGeom prst="rect">
            <a:avLst/>
          </a:prstGeom>
          <a:noFill/>
          <a:ln>
            <a:noFill/>
          </a:ln>
        </p:spPr>
        <p:txBody>
          <a:bodyPr spcFirstLastPara="1" wrap="square" lIns="0" tIns="0" rIns="0" bIns="0" anchor="t" anchorCtr="0">
            <a:spAutoFit/>
          </a:bodyPr>
          <a:lstStyle>
            <a:lvl1pPr marL="457200" lvl="0" indent="-228600" algn="l">
              <a:lnSpc>
                <a:spcPct val="95000"/>
              </a:lnSpc>
              <a:spcBef>
                <a:spcPts val="0"/>
              </a:spcBef>
              <a:spcAft>
                <a:spcPts val="0"/>
              </a:spcAft>
              <a:buClr>
                <a:schemeClr val="accent4"/>
              </a:buClr>
              <a:buSzPts val="1900"/>
              <a:buNone/>
              <a:defRPr/>
            </a:lvl1pPr>
            <a:lvl2pPr marL="914400" lvl="1" indent="-349250" algn="l">
              <a:lnSpc>
                <a:spcPct val="95000"/>
              </a:lnSpc>
              <a:spcBef>
                <a:spcPts val="400"/>
              </a:spcBef>
              <a:spcAft>
                <a:spcPts val="0"/>
              </a:spcAft>
              <a:buClr>
                <a:schemeClr val="accent4"/>
              </a:buClr>
              <a:buSzPts val="1900"/>
              <a:buChar char="•"/>
              <a:defRPr/>
            </a:lvl2pPr>
            <a:lvl3pPr marL="1371600" lvl="2" indent="-349250" algn="l">
              <a:lnSpc>
                <a:spcPct val="95000"/>
              </a:lnSpc>
              <a:spcBef>
                <a:spcPts val="400"/>
              </a:spcBef>
              <a:spcAft>
                <a:spcPts val="0"/>
              </a:spcAft>
              <a:buClr>
                <a:schemeClr val="accent4"/>
              </a:buClr>
              <a:buSzPts val="1900"/>
              <a:buChar char="•"/>
              <a:defRPr/>
            </a:lvl3pPr>
            <a:lvl4pPr marL="1828800" lvl="3" indent="-349250" algn="l">
              <a:lnSpc>
                <a:spcPct val="95000"/>
              </a:lnSpc>
              <a:spcBef>
                <a:spcPts val="400"/>
              </a:spcBef>
              <a:spcAft>
                <a:spcPts val="0"/>
              </a:spcAft>
              <a:buClr>
                <a:schemeClr val="accent4"/>
              </a:buClr>
              <a:buSzPts val="1900"/>
              <a:buChar char="•"/>
              <a:defRPr/>
            </a:lvl4pPr>
            <a:lvl5pPr marL="2286000" lvl="4" indent="-349250" algn="l">
              <a:lnSpc>
                <a:spcPct val="95000"/>
              </a:lnSpc>
              <a:spcBef>
                <a:spcPts val="400"/>
              </a:spcBef>
              <a:spcAft>
                <a:spcPts val="0"/>
              </a:spcAft>
              <a:buClr>
                <a:schemeClr val="accent4"/>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Tree>
    <p:extLst>
      <p:ext uri="{BB962C8B-B14F-4D97-AF65-F5344CB8AC3E}">
        <p14:creationId xmlns:p14="http://schemas.microsoft.com/office/powerpoint/2010/main" val="29743230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44"/>
        <p:cNvGrpSpPr/>
        <p:nvPr/>
      </p:nvGrpSpPr>
      <p:grpSpPr>
        <a:xfrm>
          <a:off x="0" y="0"/>
          <a:ext cx="0" cy="0"/>
          <a:chOff x="0" y="0"/>
          <a:chExt cx="0" cy="0"/>
        </a:xfrm>
      </p:grpSpPr>
      <p:sp>
        <p:nvSpPr>
          <p:cNvPr id="145" name="Google Shape;145;p8"/>
          <p:cNvSpPr txBox="1">
            <a:spLocks noGrp="1"/>
          </p:cNvSpPr>
          <p:nvPr>
            <p:ph type="ftr" idx="11"/>
          </p:nvPr>
        </p:nvSpPr>
        <p:spPr>
          <a:xfrm>
            <a:off x="628800" y="6502818"/>
            <a:ext cx="10936200" cy="174600"/>
          </a:xfrm>
          <a:prstGeom prst="rect">
            <a:avLst/>
          </a:prstGeom>
          <a:noFill/>
          <a:ln>
            <a:noFill/>
          </a:ln>
        </p:spPr>
        <p:txBody>
          <a:bodyPr spcFirstLastPara="1" wrap="square" lIns="0" tIns="45700" rIns="0" bIns="45700" anchor="ctr" anchorCtr="0">
            <a:noAutofit/>
          </a:bodyPr>
          <a:lstStyle>
            <a:lvl1pPr marR="0" lvl="0" algn="l">
              <a:lnSpc>
                <a:spcPct val="90000"/>
              </a:lnSpc>
              <a:spcBef>
                <a:spcPts val="0"/>
              </a:spcBef>
              <a:spcAft>
                <a:spcPts val="0"/>
              </a:spcAft>
              <a:buClr>
                <a:schemeClr val="accent4"/>
              </a:buClr>
              <a:buSzPts val="700"/>
              <a:buFont typeface="Arial"/>
              <a:buNone/>
              <a:defRPr sz="700" b="0">
                <a:solidFill>
                  <a:schemeClr val="accent4"/>
                </a:solidFill>
                <a:latin typeface="Century Gothic"/>
                <a:ea typeface="Century Gothic"/>
                <a:cs typeface="Century Gothic"/>
                <a:sym typeface="Century Gothic"/>
              </a:defRPr>
            </a:lvl1pPr>
            <a:lvl2pPr lvl="1" algn="l">
              <a:lnSpc>
                <a:spcPct val="100000"/>
              </a:lnSpc>
              <a:spcBef>
                <a:spcPts val="4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8"/>
          <p:cNvSpPr txBox="1">
            <a:spLocks noGrp="1"/>
          </p:cNvSpPr>
          <p:nvPr>
            <p:ph type="title"/>
          </p:nvPr>
        </p:nvSpPr>
        <p:spPr>
          <a:xfrm>
            <a:off x="628800" y="537323"/>
            <a:ext cx="10972800" cy="441900"/>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SzPts val="1400"/>
              <a:buNone/>
              <a:defRPr>
                <a:latin typeface="Century Gothic"/>
                <a:ea typeface="Century Gothic"/>
                <a:cs typeface="Century Gothic"/>
                <a:sym typeface="Century Gothic"/>
              </a:defRPr>
            </a:lvl1pPr>
            <a:lvl2pPr lvl="1" algn="l">
              <a:lnSpc>
                <a:spcPct val="95000"/>
              </a:lnSpc>
              <a:spcBef>
                <a:spcPts val="0"/>
              </a:spcBef>
              <a:spcAft>
                <a:spcPts val="0"/>
              </a:spcAft>
              <a:buSzPts val="1400"/>
              <a:buNone/>
              <a:defRPr/>
            </a:lvl2pPr>
            <a:lvl3pPr lvl="2" algn="l">
              <a:lnSpc>
                <a:spcPct val="95000"/>
              </a:lnSpc>
              <a:spcBef>
                <a:spcPts val="0"/>
              </a:spcBef>
              <a:spcAft>
                <a:spcPts val="0"/>
              </a:spcAft>
              <a:buSzPts val="1400"/>
              <a:buNone/>
              <a:defRPr/>
            </a:lvl3pPr>
            <a:lvl4pPr lvl="3" algn="l">
              <a:lnSpc>
                <a:spcPct val="95000"/>
              </a:lnSpc>
              <a:spcBef>
                <a:spcPts val="0"/>
              </a:spcBef>
              <a:spcAft>
                <a:spcPts val="0"/>
              </a:spcAft>
              <a:buSzPts val="1400"/>
              <a:buNone/>
              <a:defRPr/>
            </a:lvl4pPr>
            <a:lvl5pPr lvl="4" algn="l">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819474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 4 Column">
  <p:cSld name="Title + 4 Column">
    <p:spTree>
      <p:nvGrpSpPr>
        <p:cNvPr id="1" name="Shape 625"/>
        <p:cNvGrpSpPr/>
        <p:nvPr/>
      </p:nvGrpSpPr>
      <p:grpSpPr>
        <a:xfrm>
          <a:off x="0" y="0"/>
          <a:ext cx="0" cy="0"/>
          <a:chOff x="0" y="0"/>
          <a:chExt cx="0" cy="0"/>
        </a:xfrm>
      </p:grpSpPr>
      <p:sp>
        <p:nvSpPr>
          <p:cNvPr id="626" name="Google Shape;626;p32"/>
          <p:cNvSpPr txBox="1">
            <a:spLocks noGrp="1"/>
          </p:cNvSpPr>
          <p:nvPr>
            <p:ph type="title"/>
          </p:nvPr>
        </p:nvSpPr>
        <p:spPr>
          <a:xfrm>
            <a:off x="628800" y="537323"/>
            <a:ext cx="10972800" cy="441900"/>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SzPts val="1400"/>
              <a:buNone/>
              <a:defRPr>
                <a:latin typeface="Century Gothic"/>
                <a:ea typeface="Century Gothic"/>
                <a:cs typeface="Century Gothic"/>
                <a:sym typeface="Century Gothic"/>
              </a:defRPr>
            </a:lvl1pPr>
            <a:lvl2pPr lvl="1" algn="l">
              <a:lnSpc>
                <a:spcPct val="95000"/>
              </a:lnSpc>
              <a:spcBef>
                <a:spcPts val="0"/>
              </a:spcBef>
              <a:spcAft>
                <a:spcPts val="0"/>
              </a:spcAft>
              <a:buSzPts val="1400"/>
              <a:buNone/>
              <a:defRPr/>
            </a:lvl2pPr>
            <a:lvl3pPr lvl="2" algn="l">
              <a:lnSpc>
                <a:spcPct val="95000"/>
              </a:lnSpc>
              <a:spcBef>
                <a:spcPts val="0"/>
              </a:spcBef>
              <a:spcAft>
                <a:spcPts val="0"/>
              </a:spcAft>
              <a:buSzPts val="1400"/>
              <a:buNone/>
              <a:defRPr/>
            </a:lvl3pPr>
            <a:lvl4pPr lvl="3" algn="l">
              <a:lnSpc>
                <a:spcPct val="95000"/>
              </a:lnSpc>
              <a:spcBef>
                <a:spcPts val="0"/>
              </a:spcBef>
              <a:spcAft>
                <a:spcPts val="0"/>
              </a:spcAft>
              <a:buSzPts val="1400"/>
              <a:buNone/>
              <a:defRPr/>
            </a:lvl4pPr>
            <a:lvl5pPr lvl="4" algn="l">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a:endParaRPr/>
          </a:p>
        </p:txBody>
      </p:sp>
      <p:sp>
        <p:nvSpPr>
          <p:cNvPr id="627" name="Google Shape;627;p32"/>
          <p:cNvSpPr txBox="1">
            <a:spLocks noGrp="1"/>
          </p:cNvSpPr>
          <p:nvPr>
            <p:ph type="ftr" idx="11"/>
          </p:nvPr>
        </p:nvSpPr>
        <p:spPr>
          <a:xfrm>
            <a:off x="628800" y="6502818"/>
            <a:ext cx="10936200" cy="174600"/>
          </a:xfrm>
          <a:prstGeom prst="rect">
            <a:avLst/>
          </a:prstGeom>
          <a:noFill/>
          <a:ln>
            <a:noFill/>
          </a:ln>
        </p:spPr>
        <p:txBody>
          <a:bodyPr spcFirstLastPara="1" wrap="square" lIns="0" tIns="45700" rIns="0" bIns="45700" anchor="ctr" anchorCtr="0">
            <a:noAutofit/>
          </a:bodyPr>
          <a:lstStyle>
            <a:lvl1pPr marR="0" lvl="0" algn="l">
              <a:lnSpc>
                <a:spcPct val="90000"/>
              </a:lnSpc>
              <a:spcBef>
                <a:spcPts val="0"/>
              </a:spcBef>
              <a:spcAft>
                <a:spcPts val="0"/>
              </a:spcAft>
              <a:buClr>
                <a:schemeClr val="accent4"/>
              </a:buClr>
              <a:buSzPts val="700"/>
              <a:buFont typeface="Arial"/>
              <a:buNone/>
              <a:defRPr sz="700" b="0">
                <a:solidFill>
                  <a:schemeClr val="accent4"/>
                </a:solidFill>
                <a:latin typeface="Century Gothic"/>
                <a:ea typeface="Century Gothic"/>
                <a:cs typeface="Century Gothic"/>
                <a:sym typeface="Century Gothic"/>
              </a:defRPr>
            </a:lvl1pPr>
            <a:lvl2pPr lvl="1" algn="l">
              <a:lnSpc>
                <a:spcPct val="100000"/>
              </a:lnSpc>
              <a:spcBef>
                <a:spcPts val="4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8" name="Google Shape;628;p32"/>
          <p:cNvSpPr txBox="1">
            <a:spLocks noGrp="1"/>
          </p:cNvSpPr>
          <p:nvPr>
            <p:ph type="body" idx="1"/>
          </p:nvPr>
        </p:nvSpPr>
        <p:spPr>
          <a:xfrm>
            <a:off x="6257678" y="1470026"/>
            <a:ext cx="2514600" cy="4688100"/>
          </a:xfrm>
          <a:prstGeom prst="rect">
            <a:avLst/>
          </a:prstGeom>
          <a:noFill/>
          <a:ln>
            <a:noFill/>
          </a:ln>
        </p:spPr>
        <p:txBody>
          <a:bodyPr spcFirstLastPara="1" wrap="square" lIns="0" tIns="0" rIns="108000" bIns="0" anchor="t" anchorCtr="0">
            <a:noAutofit/>
          </a:bodyPr>
          <a:lstStyle>
            <a:lvl1pPr marL="457200" lvl="0" indent="-228600" algn="l">
              <a:lnSpc>
                <a:spcPct val="130000"/>
              </a:lnSpc>
              <a:spcBef>
                <a:spcPts val="0"/>
              </a:spcBef>
              <a:spcAft>
                <a:spcPts val="0"/>
              </a:spcAft>
              <a:buClr>
                <a:schemeClr val="accent4"/>
              </a:buClr>
              <a:buSzPts val="1200"/>
              <a:buNone/>
              <a:defRPr sz="1200" b="0" i="0">
                <a:solidFill>
                  <a:schemeClr val="accent4"/>
                </a:solidFill>
                <a:latin typeface="Century Gothic"/>
                <a:ea typeface="Century Gothic"/>
                <a:cs typeface="Century Gothic"/>
                <a:sym typeface="Century Gothic"/>
              </a:defRPr>
            </a:lvl1pPr>
            <a:lvl2pPr marL="914400" lvl="1" indent="-304800" algn="l">
              <a:lnSpc>
                <a:spcPct val="130000"/>
              </a:lnSpc>
              <a:spcBef>
                <a:spcPts val="600"/>
              </a:spcBef>
              <a:spcAft>
                <a:spcPts val="0"/>
              </a:spcAft>
              <a:buSzPts val="1200"/>
              <a:buChar char="•"/>
              <a:defRPr sz="1200" b="0">
                <a:solidFill>
                  <a:schemeClr val="accent4"/>
                </a:solidFill>
                <a:latin typeface="Century Gothic"/>
                <a:ea typeface="Century Gothic"/>
                <a:cs typeface="Century Gothic"/>
                <a:sym typeface="Century Gothic"/>
              </a:defRPr>
            </a:lvl2pPr>
            <a:lvl3pPr marL="1371600" lvl="2" indent="-304800" algn="l">
              <a:lnSpc>
                <a:spcPct val="130000"/>
              </a:lnSpc>
              <a:spcBef>
                <a:spcPts val="600"/>
              </a:spcBef>
              <a:spcAft>
                <a:spcPts val="0"/>
              </a:spcAft>
              <a:buSzPts val="1200"/>
              <a:buFont typeface="Arial"/>
              <a:buChar char="–"/>
              <a:defRPr sz="1200" b="0">
                <a:solidFill>
                  <a:schemeClr val="accent4"/>
                </a:solidFill>
                <a:latin typeface="Century Gothic"/>
                <a:ea typeface="Century Gothic"/>
                <a:cs typeface="Century Gothic"/>
                <a:sym typeface="Century Gothic"/>
              </a:defRPr>
            </a:lvl3pPr>
            <a:lvl4pPr marL="1828800" lvl="3" indent="-304800" algn="l">
              <a:lnSpc>
                <a:spcPct val="130000"/>
              </a:lnSpc>
              <a:spcBef>
                <a:spcPts val="600"/>
              </a:spcBef>
              <a:spcAft>
                <a:spcPts val="0"/>
              </a:spcAft>
              <a:buSzPts val="1200"/>
              <a:buFont typeface="Arial"/>
              <a:buChar char="-"/>
              <a:defRPr sz="1200" b="0">
                <a:solidFill>
                  <a:schemeClr val="accent4"/>
                </a:solidFill>
                <a:latin typeface="Century Gothic"/>
                <a:ea typeface="Century Gothic"/>
                <a:cs typeface="Century Gothic"/>
                <a:sym typeface="Century Gothic"/>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29" name="Google Shape;629;p32"/>
          <p:cNvSpPr txBox="1">
            <a:spLocks noGrp="1"/>
          </p:cNvSpPr>
          <p:nvPr>
            <p:ph type="body" idx="2"/>
          </p:nvPr>
        </p:nvSpPr>
        <p:spPr>
          <a:xfrm>
            <a:off x="3443164" y="1470025"/>
            <a:ext cx="2514600" cy="4688100"/>
          </a:xfrm>
          <a:prstGeom prst="rect">
            <a:avLst/>
          </a:prstGeom>
          <a:noFill/>
          <a:ln>
            <a:noFill/>
          </a:ln>
        </p:spPr>
        <p:txBody>
          <a:bodyPr spcFirstLastPara="1" wrap="square" lIns="0" tIns="0" rIns="108000" bIns="0" anchor="t" anchorCtr="0">
            <a:noAutofit/>
          </a:bodyPr>
          <a:lstStyle>
            <a:lvl1pPr marL="457200" lvl="0" indent="-228600" algn="l">
              <a:lnSpc>
                <a:spcPct val="130000"/>
              </a:lnSpc>
              <a:spcBef>
                <a:spcPts val="0"/>
              </a:spcBef>
              <a:spcAft>
                <a:spcPts val="0"/>
              </a:spcAft>
              <a:buClr>
                <a:schemeClr val="accent4"/>
              </a:buClr>
              <a:buSzPts val="1200"/>
              <a:buNone/>
              <a:defRPr sz="1200" b="0" i="0">
                <a:solidFill>
                  <a:schemeClr val="accent4"/>
                </a:solidFill>
                <a:latin typeface="Century Gothic"/>
                <a:ea typeface="Century Gothic"/>
                <a:cs typeface="Century Gothic"/>
                <a:sym typeface="Century Gothic"/>
              </a:defRPr>
            </a:lvl1pPr>
            <a:lvl2pPr marL="914400" lvl="1" indent="-304800" algn="l">
              <a:lnSpc>
                <a:spcPct val="130000"/>
              </a:lnSpc>
              <a:spcBef>
                <a:spcPts val="600"/>
              </a:spcBef>
              <a:spcAft>
                <a:spcPts val="0"/>
              </a:spcAft>
              <a:buSzPts val="1200"/>
              <a:buChar char="•"/>
              <a:defRPr sz="1200" b="0">
                <a:solidFill>
                  <a:schemeClr val="accent4"/>
                </a:solidFill>
                <a:latin typeface="Century Gothic"/>
                <a:ea typeface="Century Gothic"/>
                <a:cs typeface="Century Gothic"/>
                <a:sym typeface="Century Gothic"/>
              </a:defRPr>
            </a:lvl2pPr>
            <a:lvl3pPr marL="1371600" lvl="2" indent="-304800" algn="l">
              <a:lnSpc>
                <a:spcPct val="130000"/>
              </a:lnSpc>
              <a:spcBef>
                <a:spcPts val="600"/>
              </a:spcBef>
              <a:spcAft>
                <a:spcPts val="0"/>
              </a:spcAft>
              <a:buSzPts val="1200"/>
              <a:buFont typeface="Arial"/>
              <a:buChar char="–"/>
              <a:defRPr sz="1200" b="0">
                <a:solidFill>
                  <a:schemeClr val="accent4"/>
                </a:solidFill>
                <a:latin typeface="Century Gothic"/>
                <a:ea typeface="Century Gothic"/>
                <a:cs typeface="Century Gothic"/>
                <a:sym typeface="Century Gothic"/>
              </a:defRPr>
            </a:lvl3pPr>
            <a:lvl4pPr marL="1828800" lvl="3" indent="-304800" algn="l">
              <a:lnSpc>
                <a:spcPct val="130000"/>
              </a:lnSpc>
              <a:spcBef>
                <a:spcPts val="600"/>
              </a:spcBef>
              <a:spcAft>
                <a:spcPts val="0"/>
              </a:spcAft>
              <a:buSzPts val="1200"/>
              <a:buFont typeface="Arial"/>
              <a:buChar char="-"/>
              <a:defRPr sz="1200" b="0">
                <a:solidFill>
                  <a:schemeClr val="accent4"/>
                </a:solidFill>
                <a:latin typeface="Century Gothic"/>
                <a:ea typeface="Century Gothic"/>
                <a:cs typeface="Century Gothic"/>
                <a:sym typeface="Century Gothic"/>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630" name="Google Shape;630;p32"/>
          <p:cNvCxnSpPr/>
          <p:nvPr/>
        </p:nvCxnSpPr>
        <p:spPr>
          <a:xfrm>
            <a:off x="3293207" y="1500147"/>
            <a:ext cx="0" cy="4672200"/>
          </a:xfrm>
          <a:prstGeom prst="straightConnector1">
            <a:avLst/>
          </a:prstGeom>
          <a:noFill/>
          <a:ln w="9525" cap="flat" cmpd="sng">
            <a:solidFill>
              <a:srgbClr val="D8D8D8"/>
            </a:solidFill>
            <a:prstDash val="solid"/>
            <a:round/>
            <a:headEnd type="none" w="sm" len="sm"/>
            <a:tailEnd type="none" w="sm" len="sm"/>
          </a:ln>
        </p:spPr>
      </p:cxnSp>
      <p:cxnSp>
        <p:nvCxnSpPr>
          <p:cNvPr id="631" name="Google Shape;631;p32"/>
          <p:cNvCxnSpPr/>
          <p:nvPr/>
        </p:nvCxnSpPr>
        <p:spPr>
          <a:xfrm>
            <a:off x="6107721" y="1485900"/>
            <a:ext cx="0" cy="4672200"/>
          </a:xfrm>
          <a:prstGeom prst="straightConnector1">
            <a:avLst/>
          </a:prstGeom>
          <a:noFill/>
          <a:ln w="9525" cap="flat" cmpd="sng">
            <a:solidFill>
              <a:srgbClr val="D8D8D8"/>
            </a:solidFill>
            <a:prstDash val="solid"/>
            <a:round/>
            <a:headEnd type="none" w="sm" len="sm"/>
            <a:tailEnd type="none" w="sm" len="sm"/>
          </a:ln>
        </p:spPr>
      </p:cxnSp>
      <p:cxnSp>
        <p:nvCxnSpPr>
          <p:cNvPr id="632" name="Google Shape;632;p32"/>
          <p:cNvCxnSpPr/>
          <p:nvPr/>
        </p:nvCxnSpPr>
        <p:spPr>
          <a:xfrm rot="10800000">
            <a:off x="628430" y="6157995"/>
            <a:ext cx="2514600" cy="0"/>
          </a:xfrm>
          <a:prstGeom prst="straightConnector1">
            <a:avLst/>
          </a:prstGeom>
          <a:noFill/>
          <a:ln w="19050" cap="flat" cmpd="sng">
            <a:solidFill>
              <a:schemeClr val="accent4"/>
            </a:solidFill>
            <a:prstDash val="solid"/>
            <a:round/>
            <a:headEnd type="none" w="sm" len="sm"/>
            <a:tailEnd type="none" w="sm" len="sm"/>
          </a:ln>
        </p:spPr>
      </p:cxnSp>
      <p:sp>
        <p:nvSpPr>
          <p:cNvPr id="633" name="Google Shape;633;p32"/>
          <p:cNvSpPr txBox="1">
            <a:spLocks noGrp="1"/>
          </p:cNvSpPr>
          <p:nvPr>
            <p:ph type="body" idx="3"/>
          </p:nvPr>
        </p:nvSpPr>
        <p:spPr>
          <a:xfrm>
            <a:off x="628430" y="1470025"/>
            <a:ext cx="2514600" cy="4688100"/>
          </a:xfrm>
          <a:prstGeom prst="rect">
            <a:avLst/>
          </a:prstGeom>
          <a:noFill/>
          <a:ln>
            <a:noFill/>
          </a:ln>
        </p:spPr>
        <p:txBody>
          <a:bodyPr spcFirstLastPara="1" wrap="square" lIns="0" tIns="0" rIns="0" bIns="0" anchor="t" anchorCtr="0">
            <a:noAutofit/>
          </a:bodyPr>
          <a:lstStyle>
            <a:lvl1pPr marL="457200" lvl="0" indent="-228600" algn="l">
              <a:lnSpc>
                <a:spcPct val="130000"/>
              </a:lnSpc>
              <a:spcBef>
                <a:spcPts val="0"/>
              </a:spcBef>
              <a:spcAft>
                <a:spcPts val="0"/>
              </a:spcAft>
              <a:buClr>
                <a:schemeClr val="accent4"/>
              </a:buClr>
              <a:buSzPts val="1200"/>
              <a:buNone/>
              <a:defRPr sz="1200" b="0">
                <a:latin typeface="Century Gothic"/>
                <a:ea typeface="Century Gothic"/>
                <a:cs typeface="Century Gothic"/>
                <a:sym typeface="Century Gothic"/>
              </a:defRPr>
            </a:lvl1pPr>
            <a:lvl2pPr marL="914400" lvl="1" indent="-304800" algn="l">
              <a:lnSpc>
                <a:spcPct val="130000"/>
              </a:lnSpc>
              <a:spcBef>
                <a:spcPts val="600"/>
              </a:spcBef>
              <a:spcAft>
                <a:spcPts val="0"/>
              </a:spcAft>
              <a:buSzPts val="1200"/>
              <a:buChar char="•"/>
              <a:defRPr sz="1200">
                <a:latin typeface="Century Gothic"/>
                <a:ea typeface="Century Gothic"/>
                <a:cs typeface="Century Gothic"/>
                <a:sym typeface="Century Gothic"/>
              </a:defRPr>
            </a:lvl2pPr>
            <a:lvl3pPr marL="1371600" lvl="2" indent="-304800" algn="l">
              <a:lnSpc>
                <a:spcPct val="130000"/>
              </a:lnSpc>
              <a:spcBef>
                <a:spcPts val="600"/>
              </a:spcBef>
              <a:spcAft>
                <a:spcPts val="0"/>
              </a:spcAft>
              <a:buSzPts val="1200"/>
              <a:buChar char="•"/>
              <a:defRPr sz="1200">
                <a:latin typeface="Century Gothic"/>
                <a:ea typeface="Century Gothic"/>
                <a:cs typeface="Century Gothic"/>
                <a:sym typeface="Century Gothic"/>
              </a:defRPr>
            </a:lvl3pPr>
            <a:lvl4pPr marL="1828800" lvl="3" indent="-304800" algn="l">
              <a:lnSpc>
                <a:spcPct val="130000"/>
              </a:lnSpc>
              <a:spcBef>
                <a:spcPts val="600"/>
              </a:spcBef>
              <a:spcAft>
                <a:spcPts val="0"/>
              </a:spcAft>
              <a:buSzPts val="1200"/>
              <a:buChar char="•"/>
              <a:defRPr sz="1200">
                <a:latin typeface="Century Gothic"/>
                <a:ea typeface="Century Gothic"/>
                <a:cs typeface="Century Gothic"/>
                <a:sym typeface="Century Gothic"/>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634" name="Google Shape;634;p32"/>
          <p:cNvCxnSpPr/>
          <p:nvPr/>
        </p:nvCxnSpPr>
        <p:spPr>
          <a:xfrm rot="10800000">
            <a:off x="3443164" y="6157995"/>
            <a:ext cx="2514600" cy="0"/>
          </a:xfrm>
          <a:prstGeom prst="straightConnector1">
            <a:avLst/>
          </a:prstGeom>
          <a:noFill/>
          <a:ln w="19050" cap="flat" cmpd="sng">
            <a:solidFill>
              <a:schemeClr val="accent4"/>
            </a:solidFill>
            <a:prstDash val="solid"/>
            <a:round/>
            <a:headEnd type="none" w="sm" len="sm"/>
            <a:tailEnd type="none" w="sm" len="sm"/>
          </a:ln>
        </p:spPr>
      </p:cxnSp>
      <p:cxnSp>
        <p:nvCxnSpPr>
          <p:cNvPr id="635" name="Google Shape;635;p32"/>
          <p:cNvCxnSpPr/>
          <p:nvPr/>
        </p:nvCxnSpPr>
        <p:spPr>
          <a:xfrm rot="10800000">
            <a:off x="9072192" y="6157995"/>
            <a:ext cx="2514600" cy="0"/>
          </a:xfrm>
          <a:prstGeom prst="straightConnector1">
            <a:avLst/>
          </a:prstGeom>
          <a:noFill/>
          <a:ln w="19050" cap="flat" cmpd="sng">
            <a:solidFill>
              <a:schemeClr val="accent4"/>
            </a:solidFill>
            <a:prstDash val="solid"/>
            <a:round/>
            <a:headEnd type="none" w="sm" len="sm"/>
            <a:tailEnd type="none" w="sm" len="sm"/>
          </a:ln>
        </p:spPr>
      </p:cxnSp>
      <p:sp>
        <p:nvSpPr>
          <p:cNvPr id="636" name="Google Shape;636;p32"/>
          <p:cNvSpPr txBox="1">
            <a:spLocks noGrp="1"/>
          </p:cNvSpPr>
          <p:nvPr>
            <p:ph type="body" idx="4"/>
          </p:nvPr>
        </p:nvSpPr>
        <p:spPr>
          <a:xfrm>
            <a:off x="9072192" y="1470026"/>
            <a:ext cx="2514600" cy="4688100"/>
          </a:xfrm>
          <a:prstGeom prst="rect">
            <a:avLst/>
          </a:prstGeom>
          <a:noFill/>
          <a:ln>
            <a:noFill/>
          </a:ln>
        </p:spPr>
        <p:txBody>
          <a:bodyPr spcFirstLastPara="1" wrap="square" lIns="0" tIns="0" rIns="108000" bIns="0" anchor="t" anchorCtr="0">
            <a:noAutofit/>
          </a:bodyPr>
          <a:lstStyle>
            <a:lvl1pPr marL="457200" lvl="0" indent="-228600" algn="l">
              <a:lnSpc>
                <a:spcPct val="130000"/>
              </a:lnSpc>
              <a:spcBef>
                <a:spcPts val="0"/>
              </a:spcBef>
              <a:spcAft>
                <a:spcPts val="0"/>
              </a:spcAft>
              <a:buClr>
                <a:schemeClr val="accent4"/>
              </a:buClr>
              <a:buSzPts val="1200"/>
              <a:buNone/>
              <a:defRPr sz="1200" b="0" i="0">
                <a:solidFill>
                  <a:schemeClr val="accent4"/>
                </a:solidFill>
                <a:latin typeface="Century Gothic"/>
                <a:ea typeface="Century Gothic"/>
                <a:cs typeface="Century Gothic"/>
                <a:sym typeface="Century Gothic"/>
              </a:defRPr>
            </a:lvl1pPr>
            <a:lvl2pPr marL="914400" lvl="1" indent="-304800" algn="l">
              <a:lnSpc>
                <a:spcPct val="130000"/>
              </a:lnSpc>
              <a:spcBef>
                <a:spcPts val="600"/>
              </a:spcBef>
              <a:spcAft>
                <a:spcPts val="0"/>
              </a:spcAft>
              <a:buSzPts val="1200"/>
              <a:buChar char="•"/>
              <a:defRPr sz="1200" b="0">
                <a:solidFill>
                  <a:schemeClr val="accent4"/>
                </a:solidFill>
                <a:latin typeface="Century Gothic"/>
                <a:ea typeface="Century Gothic"/>
                <a:cs typeface="Century Gothic"/>
                <a:sym typeface="Century Gothic"/>
              </a:defRPr>
            </a:lvl2pPr>
            <a:lvl3pPr marL="1371600" lvl="2" indent="-304800" algn="l">
              <a:lnSpc>
                <a:spcPct val="130000"/>
              </a:lnSpc>
              <a:spcBef>
                <a:spcPts val="600"/>
              </a:spcBef>
              <a:spcAft>
                <a:spcPts val="0"/>
              </a:spcAft>
              <a:buSzPts val="1200"/>
              <a:buFont typeface="Arial"/>
              <a:buChar char="–"/>
              <a:defRPr sz="1200" b="0">
                <a:solidFill>
                  <a:schemeClr val="accent4"/>
                </a:solidFill>
                <a:latin typeface="Century Gothic"/>
                <a:ea typeface="Century Gothic"/>
                <a:cs typeface="Century Gothic"/>
                <a:sym typeface="Century Gothic"/>
              </a:defRPr>
            </a:lvl3pPr>
            <a:lvl4pPr marL="1828800" lvl="3" indent="-304800" algn="l">
              <a:lnSpc>
                <a:spcPct val="130000"/>
              </a:lnSpc>
              <a:spcBef>
                <a:spcPts val="600"/>
              </a:spcBef>
              <a:spcAft>
                <a:spcPts val="0"/>
              </a:spcAft>
              <a:buSzPts val="1200"/>
              <a:buFont typeface="Arial"/>
              <a:buChar char="-"/>
              <a:defRPr sz="1200" b="0">
                <a:solidFill>
                  <a:schemeClr val="accent4"/>
                </a:solidFill>
                <a:latin typeface="Century Gothic"/>
                <a:ea typeface="Century Gothic"/>
                <a:cs typeface="Century Gothic"/>
                <a:sym typeface="Century Gothic"/>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637" name="Google Shape;637;p32"/>
          <p:cNvCxnSpPr/>
          <p:nvPr/>
        </p:nvCxnSpPr>
        <p:spPr>
          <a:xfrm>
            <a:off x="8922235" y="1485900"/>
            <a:ext cx="0" cy="4672200"/>
          </a:xfrm>
          <a:prstGeom prst="straightConnector1">
            <a:avLst/>
          </a:prstGeom>
          <a:noFill/>
          <a:ln w="9525" cap="flat" cmpd="sng">
            <a:solidFill>
              <a:srgbClr val="D8D8D8"/>
            </a:solidFill>
            <a:prstDash val="solid"/>
            <a:round/>
            <a:headEnd type="none" w="sm" len="sm"/>
            <a:tailEnd type="none" w="sm" len="sm"/>
          </a:ln>
        </p:spPr>
      </p:cxnSp>
      <p:cxnSp>
        <p:nvCxnSpPr>
          <p:cNvPr id="638" name="Google Shape;638;p32"/>
          <p:cNvCxnSpPr/>
          <p:nvPr/>
        </p:nvCxnSpPr>
        <p:spPr>
          <a:xfrm rot="10800000">
            <a:off x="6257678" y="6157995"/>
            <a:ext cx="2514600" cy="0"/>
          </a:xfrm>
          <a:prstGeom prst="straightConnector1">
            <a:avLst/>
          </a:prstGeom>
          <a:noFill/>
          <a:ln w="19050" cap="flat" cmpd="sng">
            <a:solidFill>
              <a:schemeClr val="accent4"/>
            </a:solidFill>
            <a:prstDash val="solid"/>
            <a:round/>
            <a:headEnd type="none" w="sm" len="sm"/>
            <a:tailEnd type="none" w="sm" len="sm"/>
          </a:ln>
        </p:spPr>
      </p:cxnSp>
    </p:spTree>
    <p:extLst>
      <p:ext uri="{BB962C8B-B14F-4D97-AF65-F5344CB8AC3E}">
        <p14:creationId xmlns:p14="http://schemas.microsoft.com/office/powerpoint/2010/main" val="17178122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5563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08958-3F56-483D-BA05-C6222432B0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380E6FF-AEB6-4406-96F3-E4C4CBE5C2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E691EA2-C861-4EA5-A683-79CABD67CE69}"/>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5" name="Footer Placeholder 4">
            <a:extLst>
              <a:ext uri="{FF2B5EF4-FFF2-40B4-BE49-F238E27FC236}">
                <a16:creationId xmlns:a16="http://schemas.microsoft.com/office/drawing/2014/main" id="{81984A91-48A2-4ABE-A18B-BBA7CCA83FB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8A4A06B-EF44-4065-BAE8-C6C8362CB603}"/>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18168367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F4F16-9033-427A-8C0E-3550B4C0D88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C1AB51F-32AC-4C78-BAEC-88B2F4FFB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6451A8D-84DA-4A95-91BC-F009BBC4133B}"/>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5" name="Footer Placeholder 4">
            <a:extLst>
              <a:ext uri="{FF2B5EF4-FFF2-40B4-BE49-F238E27FC236}">
                <a16:creationId xmlns:a16="http://schemas.microsoft.com/office/drawing/2014/main" id="{448BE1C0-61F2-48BB-A52C-166CE5EF8E2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B099A20-2764-4416-A4A3-89E816D1EA92}"/>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22327468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3A809-2D7E-4116-A89D-7A62FF7588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455E8265-B20F-47DC-89B2-3431EC3EBB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220498-D292-4287-94D9-6F3089F08CC6}"/>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5" name="Footer Placeholder 4">
            <a:extLst>
              <a:ext uri="{FF2B5EF4-FFF2-40B4-BE49-F238E27FC236}">
                <a16:creationId xmlns:a16="http://schemas.microsoft.com/office/drawing/2014/main" id="{CD621087-2057-4DE6-B9AA-96065B3FD61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33AF23-CCB6-4321-883B-6479D6BBF98D}"/>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36152680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372F7-DFF4-4269-9EEB-79E4E7D3B8C4}"/>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E972923-28B0-44BF-9785-6C8FB3BF9A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1AB7CE9E-7FEF-41A3-BF2F-D8E165DC30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269A3D9-933E-4587-A47A-DF73F75C7093}"/>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6" name="Footer Placeholder 5">
            <a:extLst>
              <a:ext uri="{FF2B5EF4-FFF2-40B4-BE49-F238E27FC236}">
                <a16:creationId xmlns:a16="http://schemas.microsoft.com/office/drawing/2014/main" id="{A5992D47-0122-4FBB-A52C-B38A03E60B4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F131289-CEDF-4CA9-AF10-84163FD2F7F2}"/>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16997139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69E43-20BC-4D6D-A0F5-44B4173CBE94}"/>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7673381-7EA2-463F-9D77-041127242F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8FB071-129C-447E-BDF4-1B58A45AF9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8F0DC4CA-2C66-4F43-8D69-1AC3E2589C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9C59EB-514B-4880-9FC3-FC84DE19B7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1D564D6-8153-4798-A657-955F20CC9D03}"/>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8" name="Footer Placeholder 7">
            <a:extLst>
              <a:ext uri="{FF2B5EF4-FFF2-40B4-BE49-F238E27FC236}">
                <a16:creationId xmlns:a16="http://schemas.microsoft.com/office/drawing/2014/main" id="{35EF077D-EB1F-4076-9FCF-AFC475961D9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751A80C-13CD-41CF-A2D4-4B20B2F42C09}"/>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25363142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2825E-4FF8-4E80-9B8B-9AEC6ABB17C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7B0CA42-DB27-4D59-95C8-38843DDFBE39}"/>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4" name="Footer Placeholder 3">
            <a:extLst>
              <a:ext uri="{FF2B5EF4-FFF2-40B4-BE49-F238E27FC236}">
                <a16:creationId xmlns:a16="http://schemas.microsoft.com/office/drawing/2014/main" id="{71EA661D-8989-41FA-955C-098590A90AB0}"/>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C1DD94C5-AFDC-4F8F-94C7-7AF21E7C6C9B}"/>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7083866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36EB0A-5360-4C4B-B613-48D48C39A5C3}"/>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3" name="Footer Placeholder 2">
            <a:extLst>
              <a:ext uri="{FF2B5EF4-FFF2-40B4-BE49-F238E27FC236}">
                <a16:creationId xmlns:a16="http://schemas.microsoft.com/office/drawing/2014/main" id="{381D4B34-ED43-4333-8FD8-EA5D61A9D1E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4B1584A8-C9C8-4410-8DC7-9731ECB20AA3}"/>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385578368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C5882-C4AA-4A1C-8B65-D3B9E7D2E0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A8964E8-D749-4C6A-A057-50DB017605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A56957EE-ADB5-4D56-8523-49C8EFFEE2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ED1B5-BE9C-4149-AB3F-98F072AFD9DA}"/>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6" name="Footer Placeholder 5">
            <a:extLst>
              <a:ext uri="{FF2B5EF4-FFF2-40B4-BE49-F238E27FC236}">
                <a16:creationId xmlns:a16="http://schemas.microsoft.com/office/drawing/2014/main" id="{60E86A9A-BA09-4C8D-9203-68EBD0743C2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3309436-FF16-4DC9-B6D4-2503B666DCA5}"/>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14123304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CB25B-BAE4-4D4F-9390-F6B36AA1A8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3BDDD84-5C2D-41A0-B9D8-B12BB691D4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AU"/>
          </a:p>
        </p:txBody>
      </p:sp>
      <p:sp>
        <p:nvSpPr>
          <p:cNvPr id="4" name="Text Placeholder 3">
            <a:extLst>
              <a:ext uri="{FF2B5EF4-FFF2-40B4-BE49-F238E27FC236}">
                <a16:creationId xmlns:a16="http://schemas.microsoft.com/office/drawing/2014/main" id="{9BA7D3E0-C202-4785-97DA-D89D58D7C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71917C-6F46-49D7-BA18-CB3B7B6BB796}"/>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6" name="Footer Placeholder 5">
            <a:extLst>
              <a:ext uri="{FF2B5EF4-FFF2-40B4-BE49-F238E27FC236}">
                <a16:creationId xmlns:a16="http://schemas.microsoft.com/office/drawing/2014/main" id="{14AE1B44-9249-489F-8E89-74DD992752A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2692307-C251-4556-9F19-84D0944FABEC}"/>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407345179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EE37-950A-453A-8884-FEBE3F7BED4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7C44164-DECF-477D-8955-457691E58C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4D2420D-DA7F-400A-B99A-81599210FDA8}"/>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5" name="Footer Placeholder 4">
            <a:extLst>
              <a:ext uri="{FF2B5EF4-FFF2-40B4-BE49-F238E27FC236}">
                <a16:creationId xmlns:a16="http://schemas.microsoft.com/office/drawing/2014/main" id="{3BCE0499-7999-4785-9BAB-2A8919FDA49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D7DEFAB-EB20-4290-879F-3D7BCCB92697}"/>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106432608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5102A6-2D9F-4910-B24B-8EA8819173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9219BC7-E4E5-41D0-AA61-7DFDD31388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2C7BD59-F794-4C9E-9984-A60C206BC0D5}"/>
              </a:ext>
            </a:extLst>
          </p:cNvPr>
          <p:cNvSpPr>
            <a:spLocks noGrp="1"/>
          </p:cNvSpPr>
          <p:nvPr>
            <p:ph type="dt" sz="half" idx="10"/>
          </p:nvPr>
        </p:nvSpPr>
        <p:spPr/>
        <p:txBody>
          <a:bodyPr/>
          <a:lstStyle/>
          <a:p>
            <a:fld id="{E82DC0F4-56A6-47AD-B15E-2DFF68E3A1EF}" type="datetimeFigureOut">
              <a:rPr lang="en-AU" smtClean="0"/>
              <a:t>22/07/2026</a:t>
            </a:fld>
            <a:endParaRPr lang="en-AU"/>
          </a:p>
        </p:txBody>
      </p:sp>
      <p:sp>
        <p:nvSpPr>
          <p:cNvPr id="5" name="Footer Placeholder 4">
            <a:extLst>
              <a:ext uri="{FF2B5EF4-FFF2-40B4-BE49-F238E27FC236}">
                <a16:creationId xmlns:a16="http://schemas.microsoft.com/office/drawing/2014/main" id="{B7C6D5DD-49AD-4533-8ED6-CB60DC0FBFF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4E3A0D8-7CE4-4B9B-BD0B-152B72F955FF}"/>
              </a:ext>
            </a:extLst>
          </p:cNvPr>
          <p:cNvSpPr>
            <a:spLocks noGrp="1"/>
          </p:cNvSpPr>
          <p:nvPr>
            <p:ph type="sldNum" sz="quarter" idx="12"/>
          </p:nvPr>
        </p:nvSpPr>
        <p:spPr/>
        <p:txBody>
          <a:bodyPr/>
          <a:lstStyle/>
          <a:p>
            <a:fld id="{629D40B4-1D65-4C05-BE51-EE8525A276DB}" type="slidenum">
              <a:rPr lang="en-AU" smtClean="0"/>
              <a:t>‹#›</a:t>
            </a:fld>
            <a:endParaRPr lang="en-AU"/>
          </a:p>
        </p:txBody>
      </p:sp>
    </p:spTree>
    <p:extLst>
      <p:ext uri="{BB962C8B-B14F-4D97-AF65-F5344CB8AC3E}">
        <p14:creationId xmlns:p14="http://schemas.microsoft.com/office/powerpoint/2010/main" val="38110093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Opening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09800" y="2191363"/>
            <a:ext cx="4162566" cy="1305145"/>
          </a:xfrm>
        </p:spPr>
        <p:txBody>
          <a:bodyPr anchor="b"/>
          <a:lstStyle>
            <a:lvl1pPr algn="l">
              <a:lnSpc>
                <a:spcPts val="3600"/>
              </a:lnSpc>
              <a:defRPr>
                <a:solidFill>
                  <a:schemeClr val="bg2"/>
                </a:solidFill>
                <a:latin typeface="+mj-lt"/>
              </a:defRPr>
            </a:lvl1pPr>
          </a:lstStyle>
          <a:p>
            <a:r>
              <a:rPr lang="en-US" noProof="0"/>
              <a:t>Click to edit text</a:t>
            </a:r>
          </a:p>
        </p:txBody>
      </p:sp>
      <p:sp>
        <p:nvSpPr>
          <p:cNvPr id="7" name="Text Placeholder 6">
            <a:extLst>
              <a:ext uri="{FF2B5EF4-FFF2-40B4-BE49-F238E27FC236}">
                <a16:creationId xmlns:a16="http://schemas.microsoft.com/office/drawing/2014/main" id="{AF18CD02-94C3-483C-9553-4062A72523E8}"/>
              </a:ext>
            </a:extLst>
          </p:cNvPr>
          <p:cNvSpPr>
            <a:spLocks noGrp="1"/>
          </p:cNvSpPr>
          <p:nvPr>
            <p:ph type="body" sz="quarter" idx="10" hasCustomPrompt="1"/>
          </p:nvPr>
        </p:nvSpPr>
        <p:spPr>
          <a:xfrm>
            <a:off x="1009800" y="3786983"/>
            <a:ext cx="4162566" cy="1020480"/>
          </a:xfrm>
        </p:spPr>
        <p:txBody>
          <a:bodyPr/>
          <a:lstStyle>
            <a:lvl1pPr marL="0" algn="l">
              <a:lnSpc>
                <a:spcPts val="2500"/>
              </a:lnSpc>
              <a:spcAft>
                <a:spcPts val="300"/>
              </a:spcAft>
              <a:defRPr sz="1800" b="0">
                <a:solidFill>
                  <a:schemeClr val="bg1"/>
                </a:solidFill>
                <a:latin typeface="+mj-lt"/>
                <a:ea typeface="Open Sans SemiBold" pitchFamily="2" charset="0"/>
                <a:cs typeface="Open Sans SemiBold" pitchFamily="2" charset="0"/>
              </a:defRPr>
            </a:lvl1pPr>
            <a:lvl2pPr marL="0" algn="l">
              <a:lnSpc>
                <a:spcPts val="2500"/>
              </a:lnSpc>
              <a:spcAft>
                <a:spcPts val="300"/>
              </a:spcAft>
              <a:defRPr sz="1800">
                <a:solidFill>
                  <a:schemeClr val="bg1"/>
                </a:solidFill>
                <a:latin typeface="+mj-lt"/>
              </a:defRPr>
            </a:lvl2pPr>
            <a:lvl3pPr marL="0" indent="0" algn="l">
              <a:lnSpc>
                <a:spcPts val="2500"/>
              </a:lnSpc>
              <a:spcAft>
                <a:spcPts val="300"/>
              </a:spcAft>
              <a:buNone/>
              <a:defRPr sz="1800">
                <a:solidFill>
                  <a:schemeClr val="bg1"/>
                </a:solidFill>
                <a:latin typeface="+mj-lt"/>
              </a:defRPr>
            </a:lvl3pPr>
            <a:lvl4pPr marL="0" indent="0" algn="l">
              <a:lnSpc>
                <a:spcPts val="2500"/>
              </a:lnSpc>
              <a:spcAft>
                <a:spcPts val="300"/>
              </a:spcAft>
              <a:buNone/>
              <a:defRPr sz="1800">
                <a:solidFill>
                  <a:schemeClr val="bg1"/>
                </a:solidFill>
                <a:latin typeface="+mj-lt"/>
              </a:defRPr>
            </a:lvl4pPr>
            <a:lvl5pPr marL="0" indent="0" algn="l">
              <a:lnSpc>
                <a:spcPts val="2500"/>
              </a:lnSpc>
              <a:spcAft>
                <a:spcPts val="300"/>
              </a:spcAft>
              <a:buNone/>
              <a:defRPr sz="1800">
                <a:solidFill>
                  <a:schemeClr val="bg1"/>
                </a:solidFill>
                <a:latin typeface="+mj-lt"/>
              </a:defRPr>
            </a:lvl5pPr>
            <a:lvl6pPr marL="0" indent="0" algn="l">
              <a:lnSpc>
                <a:spcPts val="2500"/>
              </a:lnSpc>
              <a:spcAft>
                <a:spcPts val="300"/>
              </a:spcAft>
              <a:buNone/>
              <a:defRPr sz="1800">
                <a:solidFill>
                  <a:schemeClr val="bg1"/>
                </a:solidFill>
                <a:latin typeface="+mj-lt"/>
              </a:defRPr>
            </a:lvl6pPr>
            <a:lvl7pPr marL="0" indent="0" algn="l">
              <a:lnSpc>
                <a:spcPts val="2500"/>
              </a:lnSpc>
              <a:spcAft>
                <a:spcPts val="300"/>
              </a:spcAft>
              <a:buNone/>
              <a:defRPr sz="1800">
                <a:solidFill>
                  <a:schemeClr val="bg1"/>
                </a:solidFill>
                <a:latin typeface="+mj-lt"/>
              </a:defRPr>
            </a:lvl7pPr>
            <a:lvl8pPr marL="0" indent="0" algn="l">
              <a:lnSpc>
                <a:spcPts val="2500"/>
              </a:lnSpc>
              <a:spcAft>
                <a:spcPts val="300"/>
              </a:spcAft>
              <a:buNone/>
              <a:defRPr sz="1800">
                <a:solidFill>
                  <a:schemeClr val="bg1"/>
                </a:solidFill>
                <a:latin typeface="+mj-lt"/>
              </a:defRPr>
            </a:lvl8pPr>
            <a:lvl9pPr marL="0" indent="0" algn="l">
              <a:lnSpc>
                <a:spcPts val="2500"/>
              </a:lnSpc>
              <a:spcAft>
                <a:spcPts val="300"/>
              </a:spcAft>
              <a:buNone/>
              <a:defRPr sz="1800">
                <a:solidFill>
                  <a:schemeClr val="bg1"/>
                </a:solidFill>
                <a:latin typeface="+mj-lt"/>
              </a:defRPr>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 Placeholder 6">
            <a:extLst>
              <a:ext uri="{FF2B5EF4-FFF2-40B4-BE49-F238E27FC236}">
                <a16:creationId xmlns:a16="http://schemas.microsoft.com/office/drawing/2014/main" id="{A218FAD1-562C-4D08-A02F-DCFF6E4BBD30}"/>
              </a:ext>
            </a:extLst>
          </p:cNvPr>
          <p:cNvSpPr>
            <a:spLocks noGrp="1"/>
          </p:cNvSpPr>
          <p:nvPr>
            <p:ph type="body" sz="quarter" idx="11" hasCustomPrompt="1"/>
          </p:nvPr>
        </p:nvSpPr>
        <p:spPr>
          <a:xfrm>
            <a:off x="1009800" y="1682091"/>
            <a:ext cx="4162566" cy="218798"/>
          </a:xfrm>
        </p:spPr>
        <p:txBody>
          <a:bodyPr/>
          <a:lstStyle>
            <a:lvl1pPr marL="0" algn="l">
              <a:lnSpc>
                <a:spcPts val="1600"/>
              </a:lnSpc>
              <a:spcAft>
                <a:spcPts val="300"/>
              </a:spcAft>
              <a:defRPr sz="1150" b="0">
                <a:solidFill>
                  <a:schemeClr val="bg1"/>
                </a:solidFill>
                <a:latin typeface="+mn-lt"/>
                <a:ea typeface="Open Sans SemiBold" pitchFamily="2" charset="0"/>
                <a:cs typeface="Open Sans SemiBold" pitchFamily="2" charset="0"/>
              </a:defRPr>
            </a:lvl1pPr>
            <a:lvl2pPr marL="0" algn="l">
              <a:lnSpc>
                <a:spcPts val="1600"/>
              </a:lnSpc>
              <a:spcAft>
                <a:spcPts val="300"/>
              </a:spcAft>
              <a:defRPr sz="1150">
                <a:solidFill>
                  <a:schemeClr val="bg1"/>
                </a:solidFill>
                <a:latin typeface="+mn-lt"/>
              </a:defRPr>
            </a:lvl2pPr>
            <a:lvl3pPr marL="0" indent="0" algn="l">
              <a:lnSpc>
                <a:spcPts val="1600"/>
              </a:lnSpc>
              <a:spcAft>
                <a:spcPts val="300"/>
              </a:spcAft>
              <a:buNone/>
              <a:defRPr sz="1150">
                <a:solidFill>
                  <a:schemeClr val="bg1"/>
                </a:solidFill>
                <a:latin typeface="+mn-lt"/>
              </a:defRPr>
            </a:lvl3pPr>
            <a:lvl4pPr marL="0" indent="0" algn="l">
              <a:lnSpc>
                <a:spcPts val="1600"/>
              </a:lnSpc>
              <a:spcAft>
                <a:spcPts val="300"/>
              </a:spcAft>
              <a:buNone/>
              <a:defRPr sz="1150">
                <a:solidFill>
                  <a:schemeClr val="bg1"/>
                </a:solidFill>
                <a:latin typeface="+mn-lt"/>
              </a:defRPr>
            </a:lvl4pPr>
            <a:lvl5pPr marL="0" indent="0" algn="l">
              <a:lnSpc>
                <a:spcPts val="1600"/>
              </a:lnSpc>
              <a:spcAft>
                <a:spcPts val="300"/>
              </a:spcAft>
              <a:buNone/>
              <a:defRPr sz="1150">
                <a:solidFill>
                  <a:schemeClr val="bg1"/>
                </a:solidFill>
                <a:latin typeface="+mn-lt"/>
              </a:defRPr>
            </a:lvl5pPr>
            <a:lvl6pPr marL="0" indent="0" algn="l">
              <a:lnSpc>
                <a:spcPts val="1600"/>
              </a:lnSpc>
              <a:spcAft>
                <a:spcPts val="300"/>
              </a:spcAft>
              <a:buNone/>
              <a:defRPr sz="1150">
                <a:solidFill>
                  <a:schemeClr val="bg1"/>
                </a:solidFill>
                <a:latin typeface="+mn-lt"/>
              </a:defRPr>
            </a:lvl6pPr>
            <a:lvl7pPr marL="0" indent="0" algn="l">
              <a:lnSpc>
                <a:spcPts val="1600"/>
              </a:lnSpc>
              <a:spcAft>
                <a:spcPts val="300"/>
              </a:spcAft>
              <a:buNone/>
              <a:defRPr sz="1150">
                <a:solidFill>
                  <a:schemeClr val="bg1"/>
                </a:solidFill>
                <a:latin typeface="+mn-lt"/>
              </a:defRPr>
            </a:lvl7pPr>
            <a:lvl8pPr marL="0" indent="0" algn="l">
              <a:lnSpc>
                <a:spcPts val="1600"/>
              </a:lnSpc>
              <a:spcAft>
                <a:spcPts val="300"/>
              </a:spcAft>
              <a:buNone/>
              <a:defRPr sz="1150">
                <a:solidFill>
                  <a:schemeClr val="bg1"/>
                </a:solidFill>
                <a:latin typeface="+mn-lt"/>
              </a:defRPr>
            </a:lvl8pPr>
            <a:lvl9pPr marL="0" indent="0" algn="l">
              <a:lnSpc>
                <a:spcPts val="1600"/>
              </a:lnSpc>
              <a:spcAft>
                <a:spcPts val="300"/>
              </a:spcAft>
              <a:buNone/>
              <a:defRPr sz="1150">
                <a:solidFill>
                  <a:schemeClr val="bg1"/>
                </a:solidFill>
                <a:latin typeface="+mn-lt"/>
              </a:defRPr>
            </a:lvl9pPr>
          </a:lstStyle>
          <a:p>
            <a:pPr lvl="0"/>
            <a:r>
              <a:rPr lang="en-US"/>
              <a:t>XX Month 2022</a:t>
            </a:r>
          </a:p>
          <a:p>
            <a:pPr lvl="1"/>
            <a:endParaRPr lang="en-AU"/>
          </a:p>
        </p:txBody>
      </p:sp>
      <p:pic>
        <p:nvPicPr>
          <p:cNvPr id="6" name="Picture 5" descr="Text&#10;&#10;Description automatically generated">
            <a:extLst>
              <a:ext uri="{FF2B5EF4-FFF2-40B4-BE49-F238E27FC236}">
                <a16:creationId xmlns:a16="http://schemas.microsoft.com/office/drawing/2014/main" id="{085A114E-A5DD-433D-A1C4-8B7854A48CB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0435" y="481172"/>
            <a:ext cx="1235967" cy="816866"/>
          </a:xfrm>
          <a:prstGeom prst="rect">
            <a:avLst/>
          </a:prstGeom>
        </p:spPr>
      </p:pic>
      <p:sp>
        <p:nvSpPr>
          <p:cNvPr id="11" name="Picture Placeholder 10">
            <a:extLst>
              <a:ext uri="{FF2B5EF4-FFF2-40B4-BE49-F238E27FC236}">
                <a16:creationId xmlns:a16="http://schemas.microsoft.com/office/drawing/2014/main" id="{44A6EF7F-028B-48EE-B228-A8C7FA52BA62}"/>
              </a:ext>
            </a:extLst>
          </p:cNvPr>
          <p:cNvSpPr>
            <a:spLocks noGrp="1"/>
          </p:cNvSpPr>
          <p:nvPr>
            <p:ph type="pic" sz="quarter" idx="12"/>
          </p:nvPr>
        </p:nvSpPr>
        <p:spPr>
          <a:xfrm>
            <a:off x="6096000" y="0"/>
            <a:ext cx="6096000" cy="6858000"/>
          </a:xfrm>
        </p:spPr>
        <p:txBody>
          <a:bodyPr anchor="ctr" anchorCtr="0"/>
          <a:lstStyle>
            <a:lvl1pPr algn="ctr">
              <a:defRPr>
                <a:solidFill>
                  <a:schemeClr val="bg1"/>
                </a:solidFill>
                <a:latin typeface="+mn-lt"/>
              </a:defRPr>
            </a:lvl1pPr>
          </a:lstStyle>
          <a:p>
            <a:endParaRPr lang="en-US"/>
          </a:p>
          <a:p>
            <a:r>
              <a:rPr lang="en-US"/>
              <a:t>Click to insert picture</a:t>
            </a:r>
            <a:endParaRPr lang="en-AU"/>
          </a:p>
        </p:txBody>
      </p:sp>
      <p:pic>
        <p:nvPicPr>
          <p:cNvPr id="13" name="Picture 12" descr="Logo&#10;&#10;Description automatically generated">
            <a:extLst>
              <a:ext uri="{FF2B5EF4-FFF2-40B4-BE49-F238E27FC236}">
                <a16:creationId xmlns:a16="http://schemas.microsoft.com/office/drawing/2014/main" id="{91484A36-ADAE-45FE-B29D-28B55530F96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9800" y="6344701"/>
            <a:ext cx="1342647" cy="260605"/>
          </a:xfrm>
          <a:prstGeom prst="rect">
            <a:avLst/>
          </a:prstGeom>
        </p:spPr>
      </p:pic>
    </p:spTree>
    <p:extLst>
      <p:ext uri="{BB962C8B-B14F-4D97-AF65-F5344CB8AC3E}">
        <p14:creationId xmlns:p14="http://schemas.microsoft.com/office/powerpoint/2010/main" val="337374397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Two column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019D-E1A0-4DD6-A047-3CCA1A6288E6}"/>
              </a:ext>
            </a:extLst>
          </p:cNvPr>
          <p:cNvSpPr>
            <a:spLocks noGrp="1"/>
          </p:cNvSpPr>
          <p:nvPr>
            <p:ph type="title" hasCustomPrompt="1"/>
          </p:nvPr>
        </p:nvSpPr>
        <p:spPr>
          <a:xfrm>
            <a:off x="1009800" y="548055"/>
            <a:ext cx="9137667" cy="807261"/>
          </a:xfrm>
        </p:spPr>
        <p:txBody>
          <a:bodyPr/>
          <a:lstStyle>
            <a:lvl1pPr>
              <a:defRPr/>
            </a:lvl1pPr>
          </a:lstStyle>
          <a:p>
            <a:r>
              <a:rPr lang="en-US"/>
              <a:t>Double-column page</a:t>
            </a:r>
            <a:endParaRPr lang="en-AU"/>
          </a:p>
        </p:txBody>
      </p:sp>
      <p:sp>
        <p:nvSpPr>
          <p:cNvPr id="3" name="Slide Number Placeholder 2">
            <a:extLst>
              <a:ext uri="{FF2B5EF4-FFF2-40B4-BE49-F238E27FC236}">
                <a16:creationId xmlns:a16="http://schemas.microsoft.com/office/drawing/2014/main" id="{8A59B9D5-BEC1-47B4-9C7D-BAF3FC64DB27}"/>
              </a:ext>
            </a:extLst>
          </p:cNvPr>
          <p:cNvSpPr>
            <a:spLocks noGrp="1"/>
          </p:cNvSpPr>
          <p:nvPr>
            <p:ph type="sldNum" sz="quarter" idx="10"/>
          </p:nvPr>
        </p:nvSpPr>
        <p:spPr>
          <a:xfrm>
            <a:off x="1009800" y="388800"/>
            <a:ext cx="391102" cy="159255"/>
          </a:xfrm>
          <a:prstGeom prst="rect">
            <a:avLst/>
          </a:prstGeom>
        </p:spPr>
        <p:txBody>
          <a:bodyPr/>
          <a:lstStyle>
            <a:lvl1pPr>
              <a:defRPr b="0"/>
            </a:lvl1pPr>
          </a:lstStyle>
          <a:p>
            <a:fld id="{CE1B70CE-F4BC-4B6F-A663-B479B5E51611}" type="slidenum">
              <a:rPr lang="en-AU" smtClean="0"/>
              <a:pPr/>
              <a:t>‹#›</a:t>
            </a:fld>
            <a:endParaRPr lang="en-AU"/>
          </a:p>
        </p:txBody>
      </p:sp>
      <p:sp>
        <p:nvSpPr>
          <p:cNvPr id="8" name="Content Placeholder 7">
            <a:extLst>
              <a:ext uri="{FF2B5EF4-FFF2-40B4-BE49-F238E27FC236}">
                <a16:creationId xmlns:a16="http://schemas.microsoft.com/office/drawing/2014/main" id="{E0EFD8B2-D136-4F81-A5DD-3562D240B2BF}"/>
              </a:ext>
            </a:extLst>
          </p:cNvPr>
          <p:cNvSpPr>
            <a:spLocks noGrp="1"/>
          </p:cNvSpPr>
          <p:nvPr>
            <p:ph sz="quarter" idx="13" hasCustomPrompt="1"/>
          </p:nvPr>
        </p:nvSpPr>
        <p:spPr>
          <a:xfrm>
            <a:off x="1009650" y="1696244"/>
            <a:ext cx="9137309" cy="4073016"/>
          </a:xfrm>
        </p:spPr>
        <p:txBody>
          <a:bodyPr numCol="2" spcCol="3600000"/>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010242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09800" y="1156248"/>
            <a:ext cx="8596590" cy="4680520"/>
          </a:xfrm>
        </p:spPr>
        <p:txBody>
          <a:bodyPr anchor="ctr" anchorCtr="0"/>
          <a:lstStyle>
            <a:lvl1pPr algn="l">
              <a:lnSpc>
                <a:spcPts val="7500"/>
              </a:lnSpc>
              <a:defRPr sz="6300" b="0">
                <a:solidFill>
                  <a:schemeClr val="bg2"/>
                </a:solidFill>
                <a:latin typeface="+mn-lt"/>
              </a:defRPr>
            </a:lvl1pPr>
          </a:lstStyle>
          <a:p>
            <a:r>
              <a:rPr lang="en-US" noProof="0"/>
              <a:t>Click to edit text</a:t>
            </a:r>
          </a:p>
        </p:txBody>
      </p:sp>
      <p:pic>
        <p:nvPicPr>
          <p:cNvPr id="13" name="Picture 12" descr="Logo&#10;&#10;Description automatically generated">
            <a:extLst>
              <a:ext uri="{FF2B5EF4-FFF2-40B4-BE49-F238E27FC236}">
                <a16:creationId xmlns:a16="http://schemas.microsoft.com/office/drawing/2014/main" id="{91484A36-ADAE-45FE-B29D-28B55530F9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9800" y="6344701"/>
            <a:ext cx="1342647" cy="260605"/>
          </a:xfrm>
          <a:prstGeom prst="rect">
            <a:avLst/>
          </a:prstGeom>
        </p:spPr>
      </p:pic>
      <p:sp>
        <p:nvSpPr>
          <p:cNvPr id="8" name="Slide Number Placeholder 5">
            <a:extLst>
              <a:ext uri="{FF2B5EF4-FFF2-40B4-BE49-F238E27FC236}">
                <a16:creationId xmlns:a16="http://schemas.microsoft.com/office/drawing/2014/main" id="{221F8098-44EB-4E91-933D-5A00BC605037}"/>
              </a:ext>
            </a:extLst>
          </p:cNvPr>
          <p:cNvSpPr>
            <a:spLocks noGrp="1"/>
          </p:cNvSpPr>
          <p:nvPr>
            <p:ph type="sldNum" sz="quarter" idx="4"/>
          </p:nvPr>
        </p:nvSpPr>
        <p:spPr>
          <a:xfrm>
            <a:off x="1009800" y="388800"/>
            <a:ext cx="391102" cy="159255"/>
          </a:xfrm>
          <a:prstGeom prst="rect">
            <a:avLst/>
          </a:prstGeom>
        </p:spPr>
        <p:txBody>
          <a:bodyPr vert="horz" lIns="0" tIns="0" rIns="0" bIns="0" rtlCol="0" anchor="ctr"/>
          <a:lstStyle>
            <a:lvl1pPr algn="l">
              <a:lnSpc>
                <a:spcPts val="1300"/>
              </a:lnSpc>
              <a:defRPr lang="en-AU" sz="950" b="0" smtClean="0">
                <a:solidFill>
                  <a:schemeClr val="bg2"/>
                </a:solidFill>
                <a:latin typeface="+mj-lt"/>
                <a:ea typeface="Open Sans" pitchFamily="2" charset="0"/>
                <a:cs typeface="Open Sans" pitchFamily="2" charset="0"/>
              </a:defRPr>
            </a:lvl1pPr>
          </a:lstStyle>
          <a:p>
            <a:fld id="{CE1B70CE-F4BC-4B6F-A663-B479B5E51611}" type="slidenum">
              <a:rPr lang="en-AU" smtClean="0"/>
              <a:pPr/>
              <a:t>‹#›</a:t>
            </a:fld>
            <a:endParaRPr lang="en-AU"/>
          </a:p>
        </p:txBody>
      </p:sp>
    </p:spTree>
    <p:extLst>
      <p:ext uri="{BB962C8B-B14F-4D97-AF65-F5344CB8AC3E}">
        <p14:creationId xmlns:p14="http://schemas.microsoft.com/office/powerpoint/2010/main" val="49791094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Single col page - split co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060360-2F6C-439F-812C-4ADACADDA58A}"/>
              </a:ext>
            </a:extLst>
          </p:cNvPr>
          <p:cNvSpPr/>
          <p:nvPr userDrawn="1"/>
        </p:nvSpPr>
        <p:spPr>
          <a:xfrm>
            <a:off x="6096000" y="428"/>
            <a:ext cx="6096000" cy="68575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sp>
        <p:nvSpPr>
          <p:cNvPr id="7" name="Content Placeholder 6">
            <a:extLst>
              <a:ext uri="{FF2B5EF4-FFF2-40B4-BE49-F238E27FC236}">
                <a16:creationId xmlns:a16="http://schemas.microsoft.com/office/drawing/2014/main" id="{7020D987-E371-4FD8-8801-F6EF790DABE6}"/>
              </a:ext>
            </a:extLst>
          </p:cNvPr>
          <p:cNvSpPr>
            <a:spLocks noGrp="1"/>
          </p:cNvSpPr>
          <p:nvPr>
            <p:ph sz="quarter" idx="14" hasCustomPrompt="1"/>
          </p:nvPr>
        </p:nvSpPr>
        <p:spPr>
          <a:xfrm>
            <a:off x="6591056" y="931223"/>
            <a:ext cx="5265585" cy="5413478"/>
          </a:xfrm>
        </p:spPr>
        <p:txBody>
          <a:bodyPr/>
          <a:lstStyle>
            <a:lvl1pPr>
              <a:spcAft>
                <a:spcPts val="600"/>
              </a:spcAft>
              <a:defRPr>
                <a:solidFill>
                  <a:schemeClr val="bg2"/>
                </a:solidFill>
                <a:latin typeface="+mn-lt"/>
              </a:defRPr>
            </a:lvl1pPr>
            <a:lvl2pPr>
              <a:spcAft>
                <a:spcPts val="600"/>
              </a:spcAft>
              <a:defRPr>
                <a:solidFill>
                  <a:schemeClr val="bg2"/>
                </a:solidFill>
                <a:latin typeface="+mn-lt"/>
              </a:defRPr>
            </a:lvl2pPr>
            <a:lvl3pPr>
              <a:spcAft>
                <a:spcPts val="600"/>
              </a:spcAft>
              <a:defRPr>
                <a:solidFill>
                  <a:schemeClr val="bg2"/>
                </a:solidFill>
                <a:latin typeface="+mn-lt"/>
              </a:defRPr>
            </a:lvl3pPr>
            <a:lvl4pPr>
              <a:spcAft>
                <a:spcPts val="600"/>
              </a:spcAft>
              <a:defRPr>
                <a:solidFill>
                  <a:schemeClr val="bg2"/>
                </a:solidFill>
                <a:latin typeface="+mn-lt"/>
              </a:defRPr>
            </a:lvl4pPr>
            <a:lvl5pPr>
              <a:spcAft>
                <a:spcPts val="600"/>
              </a:spcAft>
              <a:defRPr>
                <a:solidFill>
                  <a:schemeClr val="bg2"/>
                </a:solidFill>
                <a:latin typeface="+mn-lt"/>
              </a:defRPr>
            </a:lvl5pPr>
            <a:lvl6pPr>
              <a:spcAft>
                <a:spcPts val="350"/>
              </a:spcAft>
              <a:defRPr>
                <a:solidFill>
                  <a:schemeClr val="bg2"/>
                </a:solidFill>
              </a:defRPr>
            </a:lvl6pPr>
            <a:lvl7pPr>
              <a:spcAft>
                <a:spcPts val="350"/>
              </a:spcAft>
              <a:defRPr>
                <a:solidFill>
                  <a:schemeClr val="bg2"/>
                </a:solidFill>
              </a:defRPr>
            </a:lvl7pPr>
            <a:lvl8pPr>
              <a:spcAft>
                <a:spcPts val="350"/>
              </a:spcAft>
              <a:defRPr>
                <a:solidFill>
                  <a:schemeClr val="bg2"/>
                </a:solidFill>
              </a:defRPr>
            </a:lvl8pPr>
            <a:lvl9pPr>
              <a:spcAft>
                <a:spcPts val="350"/>
              </a:spcAft>
              <a:defRPr>
                <a:solidFill>
                  <a:schemeClr val="bg2"/>
                </a:solidFill>
              </a:defRPr>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itle 1">
            <a:extLst>
              <a:ext uri="{FF2B5EF4-FFF2-40B4-BE49-F238E27FC236}">
                <a16:creationId xmlns:a16="http://schemas.microsoft.com/office/drawing/2014/main" id="{A07AF681-7167-4F1A-8A37-003D6C5CDB49}"/>
              </a:ext>
            </a:extLst>
          </p:cNvPr>
          <p:cNvSpPr>
            <a:spLocks noGrp="1"/>
          </p:cNvSpPr>
          <p:nvPr>
            <p:ph type="title" hasCustomPrompt="1"/>
          </p:nvPr>
        </p:nvSpPr>
        <p:spPr>
          <a:xfrm>
            <a:off x="630000" y="440669"/>
            <a:ext cx="4781924" cy="807261"/>
          </a:xfrm>
        </p:spPr>
        <p:txBody>
          <a:bodyPr anchor="ctr"/>
          <a:lstStyle/>
          <a:p>
            <a:r>
              <a:rPr lang="en-US"/>
              <a:t>Single-column page</a:t>
            </a:r>
            <a:endParaRPr lang="en-AU"/>
          </a:p>
        </p:txBody>
      </p:sp>
      <p:sp>
        <p:nvSpPr>
          <p:cNvPr id="2" name="Content Placeholder 7">
            <a:extLst>
              <a:ext uri="{FF2B5EF4-FFF2-40B4-BE49-F238E27FC236}">
                <a16:creationId xmlns:a16="http://schemas.microsoft.com/office/drawing/2014/main" id="{2797246A-0F5A-DB0C-29F6-2B6C1DAB7091}"/>
              </a:ext>
            </a:extLst>
          </p:cNvPr>
          <p:cNvSpPr>
            <a:spLocks noGrp="1"/>
          </p:cNvSpPr>
          <p:nvPr>
            <p:ph sz="quarter" idx="12" hasCustomPrompt="1"/>
          </p:nvPr>
        </p:nvSpPr>
        <p:spPr>
          <a:xfrm>
            <a:off x="630000" y="1628800"/>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40591305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Left Bar + Content">
  <p:cSld name="Left Bar + Content">
    <p:spTree>
      <p:nvGrpSpPr>
        <p:cNvPr id="1" name="Shape 62"/>
        <p:cNvGrpSpPr/>
        <p:nvPr/>
      </p:nvGrpSpPr>
      <p:grpSpPr>
        <a:xfrm>
          <a:off x="0" y="0"/>
          <a:ext cx="0" cy="0"/>
          <a:chOff x="0" y="0"/>
          <a:chExt cx="0" cy="0"/>
        </a:xfrm>
      </p:grpSpPr>
      <p:sp>
        <p:nvSpPr>
          <p:cNvPr id="64" name="Google Shape;64;p191"/>
          <p:cNvSpPr txBox="1">
            <a:spLocks noGrp="1"/>
          </p:cNvSpPr>
          <p:nvPr>
            <p:ph type="title"/>
          </p:nvPr>
        </p:nvSpPr>
        <p:spPr>
          <a:xfrm>
            <a:off x="628801" y="1188156"/>
            <a:ext cx="3345900" cy="49707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SzPts val="1400"/>
              <a:buNone/>
              <a:defRPr>
                <a:solidFill>
                  <a:schemeClr val="accent4"/>
                </a:solidFill>
                <a:latin typeface="Century Gothic"/>
                <a:ea typeface="Century Gothic"/>
                <a:cs typeface="Century Gothic"/>
                <a:sym typeface="Century Gothic"/>
              </a:defRPr>
            </a:lvl1pPr>
            <a:lvl2pPr lvl="1" algn="l">
              <a:lnSpc>
                <a:spcPct val="95000"/>
              </a:lnSpc>
              <a:spcBef>
                <a:spcPts val="400"/>
              </a:spcBef>
              <a:spcAft>
                <a:spcPts val="0"/>
              </a:spcAft>
              <a:buSzPts val="1400"/>
              <a:buNone/>
              <a:defRPr/>
            </a:lvl2pPr>
            <a:lvl3pPr lvl="2" algn="l">
              <a:lnSpc>
                <a:spcPct val="95000"/>
              </a:lnSpc>
              <a:spcBef>
                <a:spcPts val="0"/>
              </a:spcBef>
              <a:spcAft>
                <a:spcPts val="0"/>
              </a:spcAft>
              <a:buSzPts val="1400"/>
              <a:buNone/>
              <a:defRPr/>
            </a:lvl3pPr>
            <a:lvl4pPr lvl="3" algn="l">
              <a:lnSpc>
                <a:spcPct val="95000"/>
              </a:lnSpc>
              <a:spcBef>
                <a:spcPts val="0"/>
              </a:spcBef>
              <a:spcAft>
                <a:spcPts val="0"/>
              </a:spcAft>
              <a:buSzPts val="1400"/>
              <a:buNone/>
              <a:defRPr/>
            </a:lvl4pPr>
            <a:lvl5pPr lvl="4" algn="l">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a:endParaRPr/>
          </a:p>
        </p:txBody>
      </p:sp>
      <p:sp>
        <p:nvSpPr>
          <p:cNvPr id="65" name="Google Shape;65;p191"/>
          <p:cNvSpPr txBox="1">
            <a:spLocks noGrp="1"/>
          </p:cNvSpPr>
          <p:nvPr>
            <p:ph type="ftr" idx="11"/>
          </p:nvPr>
        </p:nvSpPr>
        <p:spPr>
          <a:xfrm>
            <a:off x="628800" y="6502818"/>
            <a:ext cx="10936200" cy="174600"/>
          </a:xfrm>
          <a:prstGeom prst="rect">
            <a:avLst/>
          </a:prstGeom>
          <a:noFill/>
          <a:ln>
            <a:noFill/>
          </a:ln>
        </p:spPr>
        <p:txBody>
          <a:bodyPr spcFirstLastPara="1" wrap="square" lIns="0" tIns="45700" rIns="0" bIns="45700" anchor="ctr" anchorCtr="0">
            <a:noAutofit/>
          </a:bodyPr>
          <a:lstStyle>
            <a:lvl1pPr marR="0" lvl="0" algn="l">
              <a:lnSpc>
                <a:spcPct val="90000"/>
              </a:lnSpc>
              <a:spcBef>
                <a:spcPts val="0"/>
              </a:spcBef>
              <a:spcAft>
                <a:spcPts val="0"/>
              </a:spcAft>
              <a:buClr>
                <a:schemeClr val="accent4"/>
              </a:buClr>
              <a:buSzPts val="700"/>
              <a:buFont typeface="Arial"/>
              <a:buNone/>
              <a:defRPr sz="700" b="0">
                <a:solidFill>
                  <a:schemeClr val="accent4"/>
                </a:solidFill>
                <a:latin typeface="Century Gothic"/>
                <a:ea typeface="Century Gothic"/>
                <a:cs typeface="Century Gothic"/>
                <a:sym typeface="Century Gothic"/>
              </a:defRPr>
            </a:lvl1pPr>
            <a:lvl2pPr lvl="1" algn="l">
              <a:lnSpc>
                <a:spcPct val="100000"/>
              </a:lnSpc>
              <a:spcBef>
                <a:spcPts val="4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82637070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Single col page ">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A801C29D-10AF-48DA-B289-439F9D8DA4D8}"/>
              </a:ext>
            </a:extLst>
          </p:cNvPr>
          <p:cNvSpPr>
            <a:spLocks noGrp="1"/>
          </p:cNvSpPr>
          <p:nvPr>
            <p:ph type="pic" sz="quarter" idx="12"/>
          </p:nvPr>
        </p:nvSpPr>
        <p:spPr>
          <a:xfrm>
            <a:off x="6096000" y="0"/>
            <a:ext cx="6096000" cy="6858000"/>
          </a:xfrm>
        </p:spPr>
        <p:txBody>
          <a:bodyPr anchor="ctr" anchorCtr="0"/>
          <a:lstStyle>
            <a:lvl1pPr algn="ctr">
              <a:defRPr>
                <a:latin typeface="+mn-lt"/>
              </a:defRPr>
            </a:lvl1pPr>
          </a:lstStyle>
          <a:p>
            <a:endParaRPr lang="en-US"/>
          </a:p>
          <a:p>
            <a:r>
              <a:rPr lang="en-US"/>
              <a:t>Click to insert picture</a:t>
            </a:r>
            <a:endParaRPr lang="en-AU"/>
          </a:p>
        </p:txBody>
      </p:sp>
      <p:sp>
        <p:nvSpPr>
          <p:cNvPr id="4" name="Title 1">
            <a:extLst>
              <a:ext uri="{FF2B5EF4-FFF2-40B4-BE49-F238E27FC236}">
                <a16:creationId xmlns:a16="http://schemas.microsoft.com/office/drawing/2014/main" id="{B4BCD50B-D059-B0A7-910E-4FE330866460}"/>
              </a:ext>
            </a:extLst>
          </p:cNvPr>
          <p:cNvSpPr>
            <a:spLocks noGrp="1"/>
          </p:cNvSpPr>
          <p:nvPr>
            <p:ph type="title" hasCustomPrompt="1"/>
          </p:nvPr>
        </p:nvSpPr>
        <p:spPr>
          <a:xfrm>
            <a:off x="630000" y="440669"/>
            <a:ext cx="4781924" cy="807261"/>
          </a:xfrm>
        </p:spPr>
        <p:txBody>
          <a:bodyPr anchor="ctr"/>
          <a:lstStyle/>
          <a:p>
            <a:r>
              <a:rPr lang="en-US"/>
              <a:t>Single-column page</a:t>
            </a:r>
            <a:endParaRPr lang="en-AU"/>
          </a:p>
        </p:txBody>
      </p:sp>
      <p:sp>
        <p:nvSpPr>
          <p:cNvPr id="2" name="Content Placeholder 7">
            <a:extLst>
              <a:ext uri="{FF2B5EF4-FFF2-40B4-BE49-F238E27FC236}">
                <a16:creationId xmlns:a16="http://schemas.microsoft.com/office/drawing/2014/main" id="{E929272A-409E-768F-3139-9C8049547E05}"/>
              </a:ext>
            </a:extLst>
          </p:cNvPr>
          <p:cNvSpPr>
            <a:spLocks noGrp="1"/>
          </p:cNvSpPr>
          <p:nvPr>
            <p:ph sz="quarter" idx="13" hasCustomPrompt="1"/>
          </p:nvPr>
        </p:nvSpPr>
        <p:spPr>
          <a:xfrm>
            <a:off x="630000" y="1628800"/>
            <a:ext cx="4781924" cy="4073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1522864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9546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33F55C-B142-467D-B542-54CFF8CB55BF}"/>
              </a:ext>
            </a:extLst>
          </p:cNvPr>
          <p:cNvSpPr/>
          <p:nvPr userDrawn="1"/>
        </p:nvSpPr>
        <p:spPr>
          <a:xfrm>
            <a:off x="6096000" y="428"/>
            <a:ext cx="6096000" cy="6857572"/>
          </a:xfrm>
          <a:prstGeom prst="rect">
            <a:avLst/>
          </a:prstGeom>
          <a:solidFill>
            <a:srgbClr val="323E4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1000">
              <a:solidFill>
                <a:schemeClr val="tx1"/>
              </a:solidFill>
            </a:endParaRPr>
          </a:p>
        </p:txBody>
      </p:sp>
      <p:sp>
        <p:nvSpPr>
          <p:cNvPr id="2" name="Title 1">
            <a:extLst>
              <a:ext uri="{FF2B5EF4-FFF2-40B4-BE49-F238E27FC236}">
                <a16:creationId xmlns:a16="http://schemas.microsoft.com/office/drawing/2014/main" id="{7E45A9AD-8EC8-4201-AB71-2C938C931E8B}"/>
              </a:ext>
            </a:extLst>
          </p:cNvPr>
          <p:cNvSpPr>
            <a:spLocks noGrp="1"/>
          </p:cNvSpPr>
          <p:nvPr>
            <p:ph type="title" hasCustomPrompt="1"/>
          </p:nvPr>
        </p:nvSpPr>
        <p:spPr>
          <a:xfrm>
            <a:off x="630000" y="548055"/>
            <a:ext cx="4781924" cy="807261"/>
          </a:xfrm>
        </p:spPr>
        <p:txBody>
          <a:bodyPr/>
          <a:lstStyle/>
          <a:p>
            <a:r>
              <a:rPr lang="en-US"/>
              <a:t>Single-column page</a:t>
            </a:r>
            <a:endParaRPr lang="en-AU"/>
          </a:p>
        </p:txBody>
      </p:sp>
      <p:sp>
        <p:nvSpPr>
          <p:cNvPr id="8" name="Content Placeholder 7">
            <a:extLst>
              <a:ext uri="{FF2B5EF4-FFF2-40B4-BE49-F238E27FC236}">
                <a16:creationId xmlns:a16="http://schemas.microsoft.com/office/drawing/2014/main" id="{9DB76266-5E58-49F5-8966-29630A02C597}"/>
              </a:ext>
            </a:extLst>
          </p:cNvPr>
          <p:cNvSpPr>
            <a:spLocks noGrp="1"/>
          </p:cNvSpPr>
          <p:nvPr>
            <p:ph sz="quarter" idx="12" hasCustomPrompt="1"/>
          </p:nvPr>
        </p:nvSpPr>
        <p:spPr>
          <a:xfrm>
            <a:off x="630000" y="1693629"/>
            <a:ext cx="4781924" cy="4073400"/>
          </a:xfrm>
        </p:spPr>
        <p:txBody>
          <a:bodyPr/>
          <a:lstStyle>
            <a:lvl1pPr>
              <a:defRPr/>
            </a:lvl1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30" name="Picture Placeholder 10">
            <a:extLst>
              <a:ext uri="{FF2B5EF4-FFF2-40B4-BE49-F238E27FC236}">
                <a16:creationId xmlns:a16="http://schemas.microsoft.com/office/drawing/2014/main" id="{258A7F8D-41C2-4530-804B-6510325FA957}"/>
              </a:ext>
            </a:extLst>
          </p:cNvPr>
          <p:cNvSpPr>
            <a:spLocks noGrp="1"/>
          </p:cNvSpPr>
          <p:nvPr>
            <p:ph type="pic" sz="quarter" idx="29"/>
          </p:nvPr>
        </p:nvSpPr>
        <p:spPr>
          <a:xfrm>
            <a:off x="6096299" y="-1343"/>
            <a:ext cx="6095702" cy="6836400"/>
          </a:xfrm>
        </p:spPr>
        <p:txBody>
          <a:bodyPr anchor="ctr" anchorCtr="0"/>
          <a:lstStyle>
            <a:lvl1pPr algn="ctr">
              <a:defRPr sz="1000">
                <a:solidFill>
                  <a:schemeClr val="bg1"/>
                </a:solidFill>
                <a:latin typeface="+mn-lt"/>
              </a:defRPr>
            </a:lvl1pPr>
          </a:lstStyle>
          <a:p>
            <a:endParaRPr lang="en-US"/>
          </a:p>
          <a:p>
            <a:r>
              <a:rPr lang="en-US"/>
              <a:t>Click to insert picture</a:t>
            </a:r>
            <a:endParaRPr lang="en-AU"/>
          </a:p>
        </p:txBody>
      </p:sp>
    </p:spTree>
    <p:extLst>
      <p:ext uri="{BB962C8B-B14F-4D97-AF65-F5344CB8AC3E}">
        <p14:creationId xmlns:p14="http://schemas.microsoft.com/office/powerpoint/2010/main" val="113977300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ingle col page ">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A801C29D-10AF-48DA-B289-439F9D8DA4D8}"/>
              </a:ext>
            </a:extLst>
          </p:cNvPr>
          <p:cNvSpPr>
            <a:spLocks noGrp="1"/>
          </p:cNvSpPr>
          <p:nvPr>
            <p:ph type="pic" sz="quarter" idx="12"/>
          </p:nvPr>
        </p:nvSpPr>
        <p:spPr>
          <a:xfrm>
            <a:off x="6096000" y="0"/>
            <a:ext cx="6096000" cy="6858000"/>
          </a:xfrm>
        </p:spPr>
        <p:txBody>
          <a:bodyPr anchor="ctr" anchorCtr="0"/>
          <a:lstStyle>
            <a:lvl1pPr algn="ctr">
              <a:defRPr>
                <a:latin typeface="+mn-lt"/>
              </a:defRPr>
            </a:lvl1pPr>
          </a:lstStyle>
          <a:p>
            <a:endParaRPr lang="en-US"/>
          </a:p>
          <a:p>
            <a:r>
              <a:rPr lang="en-US"/>
              <a:t>Click to insert picture</a:t>
            </a:r>
            <a:endParaRPr lang="en-AU"/>
          </a:p>
        </p:txBody>
      </p:sp>
      <p:sp>
        <p:nvSpPr>
          <p:cNvPr id="4" name="Title 1">
            <a:extLst>
              <a:ext uri="{FF2B5EF4-FFF2-40B4-BE49-F238E27FC236}">
                <a16:creationId xmlns:a16="http://schemas.microsoft.com/office/drawing/2014/main" id="{B4BCD50B-D059-B0A7-910E-4FE330866460}"/>
              </a:ext>
            </a:extLst>
          </p:cNvPr>
          <p:cNvSpPr>
            <a:spLocks noGrp="1"/>
          </p:cNvSpPr>
          <p:nvPr>
            <p:ph type="title" hasCustomPrompt="1"/>
          </p:nvPr>
        </p:nvSpPr>
        <p:spPr>
          <a:xfrm>
            <a:off x="630000" y="548055"/>
            <a:ext cx="4781924" cy="807261"/>
          </a:xfrm>
        </p:spPr>
        <p:txBody>
          <a:bodyPr/>
          <a:lstStyle/>
          <a:p>
            <a:r>
              <a:rPr lang="en-US"/>
              <a:t>Single-column page</a:t>
            </a:r>
            <a:endParaRPr lang="en-AU"/>
          </a:p>
        </p:txBody>
      </p:sp>
      <p:sp>
        <p:nvSpPr>
          <p:cNvPr id="5" name="Content Placeholder 7">
            <a:extLst>
              <a:ext uri="{FF2B5EF4-FFF2-40B4-BE49-F238E27FC236}">
                <a16:creationId xmlns:a16="http://schemas.microsoft.com/office/drawing/2014/main" id="{DD705881-22EC-A801-135D-39083E325B37}"/>
              </a:ext>
            </a:extLst>
          </p:cNvPr>
          <p:cNvSpPr>
            <a:spLocks noGrp="1"/>
          </p:cNvSpPr>
          <p:nvPr>
            <p:ph sz="quarter" idx="13" hasCustomPrompt="1"/>
          </p:nvPr>
        </p:nvSpPr>
        <p:spPr>
          <a:xfrm>
            <a:off x="630000" y="1693629"/>
            <a:ext cx="4781924" cy="4073400"/>
          </a:xfrm>
        </p:spPr>
        <p:txBody>
          <a:bodyPr/>
          <a:lstStyle>
            <a:lvl1pPr>
              <a:defRPr/>
            </a:lvl1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14080652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ingle col page 4 image">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A801C29D-10AF-48DA-B289-439F9D8DA4D8}"/>
              </a:ext>
            </a:extLst>
          </p:cNvPr>
          <p:cNvSpPr>
            <a:spLocks noGrp="1"/>
          </p:cNvSpPr>
          <p:nvPr>
            <p:ph type="pic" sz="quarter" idx="12"/>
          </p:nvPr>
        </p:nvSpPr>
        <p:spPr>
          <a:xfrm>
            <a:off x="6096000" y="0"/>
            <a:ext cx="3049200" cy="3429000"/>
          </a:xfrm>
        </p:spPr>
        <p:txBody>
          <a:bodyPr anchor="ctr" anchorCtr="0"/>
          <a:lstStyle>
            <a:lvl1pPr algn="ctr">
              <a:defRPr>
                <a:latin typeface="+mn-lt"/>
              </a:defRPr>
            </a:lvl1pPr>
          </a:lstStyle>
          <a:p>
            <a:endParaRPr lang="en-US"/>
          </a:p>
          <a:p>
            <a:r>
              <a:rPr lang="en-US"/>
              <a:t>Click to insert picture</a:t>
            </a:r>
            <a:endParaRPr lang="en-AU"/>
          </a:p>
        </p:txBody>
      </p:sp>
      <p:sp>
        <p:nvSpPr>
          <p:cNvPr id="9" name="Picture Placeholder 10">
            <a:extLst>
              <a:ext uri="{FF2B5EF4-FFF2-40B4-BE49-F238E27FC236}">
                <a16:creationId xmlns:a16="http://schemas.microsoft.com/office/drawing/2014/main" id="{EC6620A7-9B9D-447E-9AC3-901298A16A3A}"/>
              </a:ext>
            </a:extLst>
          </p:cNvPr>
          <p:cNvSpPr>
            <a:spLocks noGrp="1"/>
          </p:cNvSpPr>
          <p:nvPr>
            <p:ph type="pic" sz="quarter" idx="14"/>
          </p:nvPr>
        </p:nvSpPr>
        <p:spPr>
          <a:xfrm>
            <a:off x="9145200" y="0"/>
            <a:ext cx="3045288" cy="3429000"/>
          </a:xfrm>
        </p:spPr>
        <p:txBody>
          <a:bodyPr anchor="ctr" anchorCtr="0"/>
          <a:lstStyle>
            <a:lvl1pPr algn="ctr">
              <a:defRPr>
                <a:latin typeface="+mn-lt"/>
              </a:defRPr>
            </a:lvl1pPr>
          </a:lstStyle>
          <a:p>
            <a:endParaRPr lang="en-US"/>
          </a:p>
          <a:p>
            <a:r>
              <a:rPr lang="en-US"/>
              <a:t>Click to insert picture</a:t>
            </a:r>
            <a:endParaRPr lang="en-AU"/>
          </a:p>
        </p:txBody>
      </p:sp>
      <p:sp>
        <p:nvSpPr>
          <p:cNvPr id="10" name="Picture Placeholder 10">
            <a:extLst>
              <a:ext uri="{FF2B5EF4-FFF2-40B4-BE49-F238E27FC236}">
                <a16:creationId xmlns:a16="http://schemas.microsoft.com/office/drawing/2014/main" id="{0C8F3431-0B4F-4A3B-8092-05EB1E43F31D}"/>
              </a:ext>
            </a:extLst>
          </p:cNvPr>
          <p:cNvSpPr>
            <a:spLocks noGrp="1"/>
          </p:cNvSpPr>
          <p:nvPr>
            <p:ph type="pic" sz="quarter" idx="15"/>
          </p:nvPr>
        </p:nvSpPr>
        <p:spPr>
          <a:xfrm>
            <a:off x="6096000" y="3421392"/>
            <a:ext cx="3049200" cy="3429000"/>
          </a:xfrm>
        </p:spPr>
        <p:txBody>
          <a:bodyPr anchor="ctr" anchorCtr="0"/>
          <a:lstStyle>
            <a:lvl1pPr algn="ctr">
              <a:defRPr>
                <a:latin typeface="+mn-lt"/>
              </a:defRPr>
            </a:lvl1pPr>
          </a:lstStyle>
          <a:p>
            <a:endParaRPr lang="en-US"/>
          </a:p>
          <a:p>
            <a:r>
              <a:rPr lang="en-US"/>
              <a:t>Click to insert picture</a:t>
            </a:r>
            <a:endParaRPr lang="en-AU"/>
          </a:p>
        </p:txBody>
      </p:sp>
      <p:sp>
        <p:nvSpPr>
          <p:cNvPr id="11" name="Picture Placeholder 10">
            <a:extLst>
              <a:ext uri="{FF2B5EF4-FFF2-40B4-BE49-F238E27FC236}">
                <a16:creationId xmlns:a16="http://schemas.microsoft.com/office/drawing/2014/main" id="{35671E3D-AEB6-4D19-B3C4-E93C5AFE03CE}"/>
              </a:ext>
            </a:extLst>
          </p:cNvPr>
          <p:cNvSpPr>
            <a:spLocks noGrp="1"/>
          </p:cNvSpPr>
          <p:nvPr>
            <p:ph type="pic" sz="quarter" idx="16"/>
          </p:nvPr>
        </p:nvSpPr>
        <p:spPr>
          <a:xfrm>
            <a:off x="9145200" y="3421392"/>
            <a:ext cx="3045288" cy="3429000"/>
          </a:xfrm>
        </p:spPr>
        <p:txBody>
          <a:bodyPr anchor="ctr" anchorCtr="0"/>
          <a:lstStyle>
            <a:lvl1pPr algn="ctr">
              <a:defRPr>
                <a:latin typeface="+mn-lt"/>
              </a:defRPr>
            </a:lvl1pPr>
          </a:lstStyle>
          <a:p>
            <a:endParaRPr lang="en-US"/>
          </a:p>
          <a:p>
            <a:r>
              <a:rPr lang="en-US"/>
              <a:t>Click to insert picture</a:t>
            </a:r>
            <a:endParaRPr lang="en-AU"/>
          </a:p>
        </p:txBody>
      </p:sp>
      <p:sp>
        <p:nvSpPr>
          <p:cNvPr id="4" name="Title 1">
            <a:extLst>
              <a:ext uri="{FF2B5EF4-FFF2-40B4-BE49-F238E27FC236}">
                <a16:creationId xmlns:a16="http://schemas.microsoft.com/office/drawing/2014/main" id="{10E802BF-3C8E-81D7-92AA-1F623F01D390}"/>
              </a:ext>
            </a:extLst>
          </p:cNvPr>
          <p:cNvSpPr>
            <a:spLocks noGrp="1"/>
          </p:cNvSpPr>
          <p:nvPr>
            <p:ph type="title" hasCustomPrompt="1"/>
          </p:nvPr>
        </p:nvSpPr>
        <p:spPr>
          <a:xfrm>
            <a:off x="630000" y="548055"/>
            <a:ext cx="4781924" cy="807261"/>
          </a:xfrm>
        </p:spPr>
        <p:txBody>
          <a:bodyPr/>
          <a:lstStyle/>
          <a:p>
            <a:r>
              <a:rPr lang="en-US"/>
              <a:t>Single-column page</a:t>
            </a:r>
            <a:endParaRPr lang="en-AU"/>
          </a:p>
        </p:txBody>
      </p:sp>
      <p:sp>
        <p:nvSpPr>
          <p:cNvPr id="5" name="Content Placeholder 7">
            <a:extLst>
              <a:ext uri="{FF2B5EF4-FFF2-40B4-BE49-F238E27FC236}">
                <a16:creationId xmlns:a16="http://schemas.microsoft.com/office/drawing/2014/main" id="{D2EDE35D-558A-6DB7-602B-60C890F403DB}"/>
              </a:ext>
            </a:extLst>
          </p:cNvPr>
          <p:cNvSpPr>
            <a:spLocks noGrp="1"/>
          </p:cNvSpPr>
          <p:nvPr>
            <p:ph sz="quarter" idx="17" hasCustomPrompt="1"/>
          </p:nvPr>
        </p:nvSpPr>
        <p:spPr>
          <a:xfrm>
            <a:off x="630000" y="1693629"/>
            <a:ext cx="4781924" cy="4073400"/>
          </a:xfrm>
        </p:spPr>
        <p:txBody>
          <a:bodyPr/>
          <a:lstStyle>
            <a:lvl1pPr>
              <a:defRPr/>
            </a:lvl1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40565950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ingle col page 6 image">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A801C29D-10AF-48DA-B289-439F9D8DA4D8}"/>
              </a:ext>
            </a:extLst>
          </p:cNvPr>
          <p:cNvSpPr>
            <a:spLocks noGrp="1"/>
          </p:cNvSpPr>
          <p:nvPr>
            <p:ph type="pic" sz="quarter" idx="12"/>
          </p:nvPr>
        </p:nvSpPr>
        <p:spPr>
          <a:xfrm>
            <a:off x="6096000" y="0"/>
            <a:ext cx="3049200" cy="2286000"/>
          </a:xfrm>
        </p:spPr>
        <p:txBody>
          <a:bodyPr anchor="ctr" anchorCtr="0"/>
          <a:lstStyle>
            <a:lvl1pPr algn="ctr">
              <a:defRPr>
                <a:latin typeface="+mn-lt"/>
              </a:defRPr>
            </a:lvl1pPr>
          </a:lstStyle>
          <a:p>
            <a:endParaRPr lang="en-US"/>
          </a:p>
          <a:p>
            <a:r>
              <a:rPr lang="en-US"/>
              <a:t>Click to insert picture</a:t>
            </a:r>
            <a:endParaRPr lang="en-AU"/>
          </a:p>
        </p:txBody>
      </p:sp>
      <p:sp>
        <p:nvSpPr>
          <p:cNvPr id="9" name="Picture Placeholder 10">
            <a:extLst>
              <a:ext uri="{FF2B5EF4-FFF2-40B4-BE49-F238E27FC236}">
                <a16:creationId xmlns:a16="http://schemas.microsoft.com/office/drawing/2014/main" id="{EC6620A7-9B9D-447E-9AC3-901298A16A3A}"/>
              </a:ext>
            </a:extLst>
          </p:cNvPr>
          <p:cNvSpPr>
            <a:spLocks noGrp="1"/>
          </p:cNvSpPr>
          <p:nvPr>
            <p:ph type="pic" sz="quarter" idx="14"/>
          </p:nvPr>
        </p:nvSpPr>
        <p:spPr>
          <a:xfrm>
            <a:off x="9145200" y="0"/>
            <a:ext cx="3045288" cy="2286000"/>
          </a:xfrm>
        </p:spPr>
        <p:txBody>
          <a:bodyPr anchor="ctr" anchorCtr="0"/>
          <a:lstStyle>
            <a:lvl1pPr algn="ctr">
              <a:defRPr>
                <a:latin typeface="+mn-lt"/>
              </a:defRPr>
            </a:lvl1pPr>
          </a:lstStyle>
          <a:p>
            <a:endParaRPr lang="en-US"/>
          </a:p>
          <a:p>
            <a:r>
              <a:rPr lang="en-US"/>
              <a:t>Click to insert picture</a:t>
            </a:r>
            <a:endParaRPr lang="en-AU"/>
          </a:p>
        </p:txBody>
      </p:sp>
      <p:sp>
        <p:nvSpPr>
          <p:cNvPr id="18" name="Picture Placeholder 10">
            <a:extLst>
              <a:ext uri="{FF2B5EF4-FFF2-40B4-BE49-F238E27FC236}">
                <a16:creationId xmlns:a16="http://schemas.microsoft.com/office/drawing/2014/main" id="{D6CE8703-B809-448A-9B13-A65A4871E8E8}"/>
              </a:ext>
            </a:extLst>
          </p:cNvPr>
          <p:cNvSpPr>
            <a:spLocks noGrp="1"/>
          </p:cNvSpPr>
          <p:nvPr>
            <p:ph type="pic" sz="quarter" idx="15"/>
          </p:nvPr>
        </p:nvSpPr>
        <p:spPr>
          <a:xfrm>
            <a:off x="6096000" y="2286263"/>
            <a:ext cx="3049200" cy="2286000"/>
          </a:xfrm>
        </p:spPr>
        <p:txBody>
          <a:bodyPr anchor="ctr" anchorCtr="0"/>
          <a:lstStyle>
            <a:lvl1pPr algn="ctr">
              <a:defRPr>
                <a:latin typeface="+mn-lt"/>
              </a:defRPr>
            </a:lvl1pPr>
          </a:lstStyle>
          <a:p>
            <a:endParaRPr lang="en-US"/>
          </a:p>
          <a:p>
            <a:r>
              <a:rPr lang="en-US"/>
              <a:t>Click to insert picture</a:t>
            </a:r>
            <a:endParaRPr lang="en-AU"/>
          </a:p>
        </p:txBody>
      </p:sp>
      <p:sp>
        <p:nvSpPr>
          <p:cNvPr id="19" name="Picture Placeholder 10">
            <a:extLst>
              <a:ext uri="{FF2B5EF4-FFF2-40B4-BE49-F238E27FC236}">
                <a16:creationId xmlns:a16="http://schemas.microsoft.com/office/drawing/2014/main" id="{4C3AEED1-6387-40FD-8AAE-E56D0A3505BA}"/>
              </a:ext>
            </a:extLst>
          </p:cNvPr>
          <p:cNvSpPr>
            <a:spLocks noGrp="1"/>
          </p:cNvSpPr>
          <p:nvPr>
            <p:ph type="pic" sz="quarter" idx="16"/>
          </p:nvPr>
        </p:nvSpPr>
        <p:spPr>
          <a:xfrm>
            <a:off x="9145200" y="2286263"/>
            <a:ext cx="3045288" cy="2286000"/>
          </a:xfrm>
        </p:spPr>
        <p:txBody>
          <a:bodyPr anchor="ctr" anchorCtr="0"/>
          <a:lstStyle>
            <a:lvl1pPr algn="ctr">
              <a:defRPr>
                <a:latin typeface="+mn-lt"/>
              </a:defRPr>
            </a:lvl1pPr>
          </a:lstStyle>
          <a:p>
            <a:endParaRPr lang="en-US"/>
          </a:p>
          <a:p>
            <a:r>
              <a:rPr lang="en-US"/>
              <a:t>Click to insert picture</a:t>
            </a:r>
            <a:endParaRPr lang="en-AU"/>
          </a:p>
        </p:txBody>
      </p:sp>
      <p:sp>
        <p:nvSpPr>
          <p:cNvPr id="20" name="Picture Placeholder 10">
            <a:extLst>
              <a:ext uri="{FF2B5EF4-FFF2-40B4-BE49-F238E27FC236}">
                <a16:creationId xmlns:a16="http://schemas.microsoft.com/office/drawing/2014/main" id="{5842F514-096D-43EC-A670-E5550DFB5F82}"/>
              </a:ext>
            </a:extLst>
          </p:cNvPr>
          <p:cNvSpPr>
            <a:spLocks noGrp="1"/>
          </p:cNvSpPr>
          <p:nvPr>
            <p:ph type="pic" sz="quarter" idx="17"/>
          </p:nvPr>
        </p:nvSpPr>
        <p:spPr>
          <a:xfrm>
            <a:off x="6096000" y="4572526"/>
            <a:ext cx="3049200" cy="2286000"/>
          </a:xfrm>
        </p:spPr>
        <p:txBody>
          <a:bodyPr anchor="ctr" anchorCtr="0"/>
          <a:lstStyle>
            <a:lvl1pPr algn="ctr">
              <a:defRPr>
                <a:latin typeface="+mn-lt"/>
              </a:defRPr>
            </a:lvl1pPr>
          </a:lstStyle>
          <a:p>
            <a:endParaRPr lang="en-US"/>
          </a:p>
          <a:p>
            <a:r>
              <a:rPr lang="en-US"/>
              <a:t>Click to insert picture</a:t>
            </a:r>
            <a:endParaRPr lang="en-AU"/>
          </a:p>
        </p:txBody>
      </p:sp>
      <p:sp>
        <p:nvSpPr>
          <p:cNvPr id="21" name="Picture Placeholder 10">
            <a:extLst>
              <a:ext uri="{FF2B5EF4-FFF2-40B4-BE49-F238E27FC236}">
                <a16:creationId xmlns:a16="http://schemas.microsoft.com/office/drawing/2014/main" id="{23D925E6-EBC8-40B7-94AC-55946294709F}"/>
              </a:ext>
            </a:extLst>
          </p:cNvPr>
          <p:cNvSpPr>
            <a:spLocks noGrp="1"/>
          </p:cNvSpPr>
          <p:nvPr>
            <p:ph type="pic" sz="quarter" idx="18"/>
          </p:nvPr>
        </p:nvSpPr>
        <p:spPr>
          <a:xfrm>
            <a:off x="9145200" y="4572526"/>
            <a:ext cx="3045288" cy="2286000"/>
          </a:xfrm>
        </p:spPr>
        <p:txBody>
          <a:bodyPr anchor="ctr" anchorCtr="0"/>
          <a:lstStyle>
            <a:lvl1pPr algn="ctr">
              <a:defRPr>
                <a:latin typeface="+mn-lt"/>
              </a:defRPr>
            </a:lvl1pPr>
          </a:lstStyle>
          <a:p>
            <a:endParaRPr lang="en-US"/>
          </a:p>
          <a:p>
            <a:r>
              <a:rPr lang="en-US"/>
              <a:t>Click to insert picture</a:t>
            </a:r>
            <a:endParaRPr lang="en-AU"/>
          </a:p>
        </p:txBody>
      </p:sp>
      <p:sp>
        <p:nvSpPr>
          <p:cNvPr id="4" name="Title 1">
            <a:extLst>
              <a:ext uri="{FF2B5EF4-FFF2-40B4-BE49-F238E27FC236}">
                <a16:creationId xmlns:a16="http://schemas.microsoft.com/office/drawing/2014/main" id="{AC379075-3AB0-EABF-8F79-3C2C4F87D652}"/>
              </a:ext>
            </a:extLst>
          </p:cNvPr>
          <p:cNvSpPr>
            <a:spLocks noGrp="1"/>
          </p:cNvSpPr>
          <p:nvPr>
            <p:ph type="title" hasCustomPrompt="1"/>
          </p:nvPr>
        </p:nvSpPr>
        <p:spPr>
          <a:xfrm>
            <a:off x="630000" y="548055"/>
            <a:ext cx="4781924" cy="807261"/>
          </a:xfrm>
        </p:spPr>
        <p:txBody>
          <a:bodyPr/>
          <a:lstStyle/>
          <a:p>
            <a:r>
              <a:rPr lang="en-US"/>
              <a:t>Single-column page</a:t>
            </a:r>
            <a:endParaRPr lang="en-AU"/>
          </a:p>
        </p:txBody>
      </p:sp>
      <p:sp>
        <p:nvSpPr>
          <p:cNvPr id="5" name="Content Placeholder 7">
            <a:extLst>
              <a:ext uri="{FF2B5EF4-FFF2-40B4-BE49-F238E27FC236}">
                <a16:creationId xmlns:a16="http://schemas.microsoft.com/office/drawing/2014/main" id="{E92CA216-D63A-339B-26B3-4864294CD545}"/>
              </a:ext>
            </a:extLst>
          </p:cNvPr>
          <p:cNvSpPr>
            <a:spLocks noGrp="1"/>
          </p:cNvSpPr>
          <p:nvPr>
            <p:ph sz="quarter" idx="19" hasCustomPrompt="1"/>
          </p:nvPr>
        </p:nvSpPr>
        <p:spPr>
          <a:xfrm>
            <a:off x="630000" y="1693629"/>
            <a:ext cx="4781924" cy="4073400"/>
          </a:xfrm>
        </p:spPr>
        <p:txBody>
          <a:bodyPr/>
          <a:lstStyle>
            <a:lvl1pPr>
              <a:defRPr/>
            </a:lvl1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67869711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ingle col page with message box">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060360-2F6C-439F-812C-4ADACADDA58A}"/>
              </a:ext>
            </a:extLst>
          </p:cNvPr>
          <p:cNvSpPr/>
          <p:nvPr userDrawn="1"/>
        </p:nvSpPr>
        <p:spPr>
          <a:xfrm>
            <a:off x="6096000" y="428"/>
            <a:ext cx="6096000" cy="6857572"/>
          </a:xfrm>
          <a:prstGeom prst="rect">
            <a:avLst/>
          </a:prstGeom>
          <a:solidFill>
            <a:srgbClr val="DEE0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sp>
        <p:nvSpPr>
          <p:cNvPr id="12" name="Text Placeholder 11">
            <a:extLst>
              <a:ext uri="{FF2B5EF4-FFF2-40B4-BE49-F238E27FC236}">
                <a16:creationId xmlns:a16="http://schemas.microsoft.com/office/drawing/2014/main" id="{696570A1-629B-4E02-9292-3B45994284EA}"/>
              </a:ext>
            </a:extLst>
          </p:cNvPr>
          <p:cNvSpPr>
            <a:spLocks noGrp="1"/>
          </p:cNvSpPr>
          <p:nvPr>
            <p:ph type="body" sz="quarter" idx="14" hasCustomPrompt="1"/>
          </p:nvPr>
        </p:nvSpPr>
        <p:spPr>
          <a:xfrm>
            <a:off x="6096000" y="0"/>
            <a:ext cx="6096000" cy="6857207"/>
          </a:xfrm>
        </p:spPr>
        <p:txBody>
          <a:bodyPr lIns="1044000" rIns="1224000" anchor="ctr" anchorCtr="0"/>
          <a:lstStyle>
            <a:lvl1pPr algn="l">
              <a:lnSpc>
                <a:spcPct val="100000"/>
              </a:lnSpc>
              <a:spcAft>
                <a:spcPts val="0"/>
              </a:spcAft>
              <a:defRPr sz="5500" b="0">
                <a:solidFill>
                  <a:schemeClr val="accent1"/>
                </a:solidFill>
                <a:latin typeface="+mn-lt"/>
              </a:defRPr>
            </a:lvl1pPr>
            <a:lvl2pPr algn="ctr">
              <a:lnSpc>
                <a:spcPts val="6500"/>
              </a:lnSpc>
              <a:spcAft>
                <a:spcPts val="0"/>
              </a:spcAft>
              <a:defRPr sz="5500" b="0">
                <a:solidFill>
                  <a:schemeClr val="accent1"/>
                </a:solidFill>
                <a:latin typeface="+mn-lt"/>
              </a:defRPr>
            </a:lvl2pPr>
            <a:lvl3pPr algn="ctr">
              <a:lnSpc>
                <a:spcPts val="6500"/>
              </a:lnSpc>
              <a:spcAft>
                <a:spcPts val="0"/>
              </a:spcAft>
              <a:defRPr sz="5500" b="0">
                <a:solidFill>
                  <a:schemeClr val="accent1"/>
                </a:solidFill>
                <a:latin typeface="+mn-lt"/>
              </a:defRPr>
            </a:lvl3pPr>
            <a:lvl4pPr algn="ctr">
              <a:lnSpc>
                <a:spcPts val="6500"/>
              </a:lnSpc>
              <a:spcAft>
                <a:spcPts val="0"/>
              </a:spcAft>
              <a:defRPr sz="5500" b="0">
                <a:solidFill>
                  <a:schemeClr val="accent1"/>
                </a:solidFill>
                <a:latin typeface="+mn-lt"/>
              </a:defRPr>
            </a:lvl4pPr>
            <a:lvl5pPr algn="ctr">
              <a:lnSpc>
                <a:spcPts val="6500"/>
              </a:lnSpc>
              <a:spcAft>
                <a:spcPts val="0"/>
              </a:spcAft>
              <a:defRPr sz="5500" b="0">
                <a:solidFill>
                  <a:schemeClr val="accent1"/>
                </a:solidFill>
                <a:latin typeface="+mn-lt"/>
              </a:defRPr>
            </a:lvl5pPr>
            <a:lvl6pPr algn="ctr">
              <a:lnSpc>
                <a:spcPts val="6500"/>
              </a:lnSpc>
              <a:spcAft>
                <a:spcPts val="0"/>
              </a:spcAft>
              <a:defRPr sz="5500" b="0">
                <a:solidFill>
                  <a:schemeClr val="accent1"/>
                </a:solidFill>
                <a:latin typeface="+mn-lt"/>
              </a:defRPr>
            </a:lvl6pPr>
            <a:lvl7pPr algn="ctr">
              <a:lnSpc>
                <a:spcPts val="6500"/>
              </a:lnSpc>
              <a:spcAft>
                <a:spcPts val="0"/>
              </a:spcAft>
              <a:defRPr sz="5500" b="0">
                <a:solidFill>
                  <a:schemeClr val="accent1"/>
                </a:solidFill>
                <a:latin typeface="+mn-lt"/>
              </a:defRPr>
            </a:lvl7pPr>
            <a:lvl8pPr algn="ctr">
              <a:lnSpc>
                <a:spcPts val="6500"/>
              </a:lnSpc>
              <a:spcAft>
                <a:spcPts val="0"/>
              </a:spcAft>
              <a:defRPr sz="5500" b="0">
                <a:solidFill>
                  <a:schemeClr val="accent1"/>
                </a:solidFill>
                <a:latin typeface="+mn-lt"/>
              </a:defRPr>
            </a:lvl8pPr>
            <a:lvl9pPr algn="ctr">
              <a:lnSpc>
                <a:spcPts val="6500"/>
              </a:lnSpc>
              <a:spcAft>
                <a:spcPts val="0"/>
              </a:spcAft>
              <a:defRPr sz="5500" b="0">
                <a:solidFill>
                  <a:schemeClr val="accent1"/>
                </a:solidFill>
                <a:latin typeface="+mn-lt"/>
              </a:defRPr>
            </a:lvl9pPr>
          </a:lstStyle>
          <a:p>
            <a:pPr lvl="0"/>
            <a:r>
              <a:rPr lang="en-US"/>
              <a:t>Click to edit text</a:t>
            </a:r>
          </a:p>
        </p:txBody>
      </p:sp>
      <p:sp>
        <p:nvSpPr>
          <p:cNvPr id="4" name="Title 1">
            <a:extLst>
              <a:ext uri="{FF2B5EF4-FFF2-40B4-BE49-F238E27FC236}">
                <a16:creationId xmlns:a16="http://schemas.microsoft.com/office/drawing/2014/main" id="{B15018A5-BBE2-ECF6-BAFF-4B33D2262C1B}"/>
              </a:ext>
            </a:extLst>
          </p:cNvPr>
          <p:cNvSpPr>
            <a:spLocks noGrp="1"/>
          </p:cNvSpPr>
          <p:nvPr>
            <p:ph type="title" hasCustomPrompt="1"/>
          </p:nvPr>
        </p:nvSpPr>
        <p:spPr>
          <a:xfrm>
            <a:off x="630000" y="548055"/>
            <a:ext cx="4781924" cy="807261"/>
          </a:xfrm>
        </p:spPr>
        <p:txBody>
          <a:bodyPr/>
          <a:lstStyle/>
          <a:p>
            <a:r>
              <a:rPr lang="en-US"/>
              <a:t>Single-column page</a:t>
            </a:r>
            <a:endParaRPr lang="en-AU"/>
          </a:p>
        </p:txBody>
      </p:sp>
      <p:sp>
        <p:nvSpPr>
          <p:cNvPr id="5" name="Content Placeholder 7">
            <a:extLst>
              <a:ext uri="{FF2B5EF4-FFF2-40B4-BE49-F238E27FC236}">
                <a16:creationId xmlns:a16="http://schemas.microsoft.com/office/drawing/2014/main" id="{8C464FC7-9AC3-F705-5EE9-1CFD6F94E43D}"/>
              </a:ext>
            </a:extLst>
          </p:cNvPr>
          <p:cNvSpPr>
            <a:spLocks noGrp="1"/>
          </p:cNvSpPr>
          <p:nvPr>
            <p:ph sz="quarter" idx="12" hasCustomPrompt="1"/>
          </p:nvPr>
        </p:nvSpPr>
        <p:spPr>
          <a:xfrm>
            <a:off x="630000" y="1693629"/>
            <a:ext cx="4781924" cy="4073400"/>
          </a:xfrm>
        </p:spPr>
        <p:txBody>
          <a:bodyPr/>
          <a:lstStyle>
            <a:lvl1pPr>
              <a:defRPr/>
            </a:lvl1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8473072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ingle col page - split co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060360-2F6C-439F-812C-4ADACADDA58A}"/>
              </a:ext>
            </a:extLst>
          </p:cNvPr>
          <p:cNvSpPr/>
          <p:nvPr userDrawn="1"/>
        </p:nvSpPr>
        <p:spPr>
          <a:xfrm>
            <a:off x="6096000" y="428"/>
            <a:ext cx="6096000" cy="68575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600"/>
              </a:spcAft>
            </a:pPr>
            <a:endParaRPr lang="en-AU" sz="900">
              <a:solidFill>
                <a:schemeClr val="tx1"/>
              </a:solidFill>
            </a:endParaRPr>
          </a:p>
        </p:txBody>
      </p:sp>
      <p:sp>
        <p:nvSpPr>
          <p:cNvPr id="7" name="Content Placeholder 6">
            <a:extLst>
              <a:ext uri="{FF2B5EF4-FFF2-40B4-BE49-F238E27FC236}">
                <a16:creationId xmlns:a16="http://schemas.microsoft.com/office/drawing/2014/main" id="{7020D987-E371-4FD8-8801-F6EF790DABE6}"/>
              </a:ext>
            </a:extLst>
          </p:cNvPr>
          <p:cNvSpPr>
            <a:spLocks noGrp="1"/>
          </p:cNvSpPr>
          <p:nvPr>
            <p:ph sz="quarter" idx="14" hasCustomPrompt="1"/>
          </p:nvPr>
        </p:nvSpPr>
        <p:spPr>
          <a:xfrm>
            <a:off x="6591055" y="931223"/>
            <a:ext cx="5265585" cy="5413478"/>
          </a:xfrm>
        </p:spPr>
        <p:txBody>
          <a:bodyPr/>
          <a:lstStyle>
            <a:lvl1pPr>
              <a:spcAft>
                <a:spcPts val="350"/>
              </a:spcAft>
              <a:defRPr>
                <a:solidFill>
                  <a:schemeClr val="bg2"/>
                </a:solidFill>
              </a:defRPr>
            </a:lvl1pPr>
            <a:lvl2pPr>
              <a:spcAft>
                <a:spcPts val="350"/>
              </a:spcAft>
              <a:defRPr>
                <a:solidFill>
                  <a:schemeClr val="bg2"/>
                </a:solidFill>
              </a:defRPr>
            </a:lvl2pPr>
            <a:lvl3pPr>
              <a:spcAft>
                <a:spcPts val="350"/>
              </a:spcAft>
              <a:defRPr>
                <a:solidFill>
                  <a:schemeClr val="bg2"/>
                </a:solidFill>
              </a:defRPr>
            </a:lvl3pPr>
            <a:lvl4pPr>
              <a:spcAft>
                <a:spcPts val="350"/>
              </a:spcAft>
              <a:defRPr>
                <a:solidFill>
                  <a:schemeClr val="bg2"/>
                </a:solidFill>
              </a:defRPr>
            </a:lvl4pPr>
            <a:lvl5pPr>
              <a:spcAft>
                <a:spcPts val="350"/>
              </a:spcAft>
              <a:defRPr>
                <a:solidFill>
                  <a:schemeClr val="bg2"/>
                </a:solidFill>
              </a:defRPr>
            </a:lvl5pPr>
            <a:lvl6pPr>
              <a:spcAft>
                <a:spcPts val="350"/>
              </a:spcAft>
              <a:defRPr>
                <a:solidFill>
                  <a:schemeClr val="bg2"/>
                </a:solidFill>
              </a:defRPr>
            </a:lvl6pPr>
            <a:lvl7pPr>
              <a:spcAft>
                <a:spcPts val="350"/>
              </a:spcAft>
              <a:defRPr>
                <a:solidFill>
                  <a:schemeClr val="bg2"/>
                </a:solidFill>
              </a:defRPr>
            </a:lvl7pPr>
            <a:lvl8pPr>
              <a:spcAft>
                <a:spcPts val="350"/>
              </a:spcAft>
              <a:defRPr>
                <a:solidFill>
                  <a:schemeClr val="bg2"/>
                </a:solidFill>
              </a:defRPr>
            </a:lvl8pPr>
            <a:lvl9pPr>
              <a:spcAft>
                <a:spcPts val="350"/>
              </a:spcAft>
              <a:defRPr>
                <a:solidFill>
                  <a:schemeClr val="bg2"/>
                </a:solidFill>
              </a:defRPr>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itle 1">
            <a:extLst>
              <a:ext uri="{FF2B5EF4-FFF2-40B4-BE49-F238E27FC236}">
                <a16:creationId xmlns:a16="http://schemas.microsoft.com/office/drawing/2014/main" id="{A07AF681-7167-4F1A-8A37-003D6C5CDB49}"/>
              </a:ext>
            </a:extLst>
          </p:cNvPr>
          <p:cNvSpPr>
            <a:spLocks noGrp="1"/>
          </p:cNvSpPr>
          <p:nvPr>
            <p:ph type="title" hasCustomPrompt="1"/>
          </p:nvPr>
        </p:nvSpPr>
        <p:spPr>
          <a:xfrm>
            <a:off x="630000" y="548055"/>
            <a:ext cx="4781924" cy="807261"/>
          </a:xfrm>
        </p:spPr>
        <p:txBody>
          <a:bodyPr/>
          <a:lstStyle/>
          <a:p>
            <a:r>
              <a:rPr lang="en-US"/>
              <a:t>Single-column page</a:t>
            </a:r>
            <a:endParaRPr lang="en-AU"/>
          </a:p>
        </p:txBody>
      </p:sp>
      <p:sp>
        <p:nvSpPr>
          <p:cNvPr id="5" name="Content Placeholder 7">
            <a:extLst>
              <a:ext uri="{FF2B5EF4-FFF2-40B4-BE49-F238E27FC236}">
                <a16:creationId xmlns:a16="http://schemas.microsoft.com/office/drawing/2014/main" id="{3E1C92CA-C5D7-CB48-7933-B5CE010B4862}"/>
              </a:ext>
            </a:extLst>
          </p:cNvPr>
          <p:cNvSpPr>
            <a:spLocks noGrp="1"/>
          </p:cNvSpPr>
          <p:nvPr>
            <p:ph sz="quarter" idx="12" hasCustomPrompt="1"/>
          </p:nvPr>
        </p:nvSpPr>
        <p:spPr>
          <a:xfrm>
            <a:off x="630000" y="1693629"/>
            <a:ext cx="4781924" cy="4073400"/>
          </a:xfrm>
        </p:spPr>
        <p:txBody>
          <a:bodyPr/>
          <a:lstStyle>
            <a:lvl1pPr>
              <a:defRPr/>
            </a:lvl1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4545198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wo column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019D-E1A0-4DD6-A047-3CCA1A6288E6}"/>
              </a:ext>
            </a:extLst>
          </p:cNvPr>
          <p:cNvSpPr>
            <a:spLocks noGrp="1"/>
          </p:cNvSpPr>
          <p:nvPr>
            <p:ph type="title" hasCustomPrompt="1"/>
          </p:nvPr>
        </p:nvSpPr>
        <p:spPr>
          <a:xfrm>
            <a:off x="630000" y="548055"/>
            <a:ext cx="10506560" cy="807261"/>
          </a:xfrm>
        </p:spPr>
        <p:txBody>
          <a:bodyPr/>
          <a:lstStyle>
            <a:lvl1pPr>
              <a:defRPr/>
            </a:lvl1pPr>
          </a:lstStyle>
          <a:p>
            <a:r>
              <a:rPr lang="en-US"/>
              <a:t>Double-column page</a:t>
            </a:r>
            <a:endParaRPr lang="en-AU"/>
          </a:p>
        </p:txBody>
      </p:sp>
      <p:sp>
        <p:nvSpPr>
          <p:cNvPr id="8" name="Content Placeholder 7">
            <a:extLst>
              <a:ext uri="{FF2B5EF4-FFF2-40B4-BE49-F238E27FC236}">
                <a16:creationId xmlns:a16="http://schemas.microsoft.com/office/drawing/2014/main" id="{E0EFD8B2-D136-4F81-A5DD-3562D240B2BF}"/>
              </a:ext>
            </a:extLst>
          </p:cNvPr>
          <p:cNvSpPr>
            <a:spLocks noGrp="1"/>
          </p:cNvSpPr>
          <p:nvPr>
            <p:ph sz="quarter" idx="13" hasCustomPrompt="1"/>
          </p:nvPr>
        </p:nvSpPr>
        <p:spPr>
          <a:xfrm>
            <a:off x="630000" y="1696244"/>
            <a:ext cx="10506560" cy="4073016"/>
          </a:xfrm>
        </p:spPr>
        <p:txBody>
          <a:bodyPr numCol="2" spcCol="3600000"/>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94176748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wo column page 2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019D-E1A0-4DD6-A047-3CCA1A6288E6}"/>
              </a:ext>
            </a:extLst>
          </p:cNvPr>
          <p:cNvSpPr>
            <a:spLocks noGrp="1"/>
          </p:cNvSpPr>
          <p:nvPr>
            <p:ph type="title" hasCustomPrompt="1"/>
          </p:nvPr>
        </p:nvSpPr>
        <p:spPr>
          <a:xfrm>
            <a:off x="630000" y="548055"/>
            <a:ext cx="10162840" cy="807261"/>
          </a:xfrm>
        </p:spPr>
        <p:txBody>
          <a:bodyPr/>
          <a:lstStyle>
            <a:lvl1pPr>
              <a:defRPr/>
            </a:lvl1pPr>
          </a:lstStyle>
          <a:p>
            <a:r>
              <a:rPr lang="en-US"/>
              <a:t>Double-column page</a:t>
            </a:r>
            <a:endParaRPr lang="en-AU"/>
          </a:p>
        </p:txBody>
      </p:sp>
      <p:sp>
        <p:nvSpPr>
          <p:cNvPr id="8" name="Content Placeholder 7">
            <a:extLst>
              <a:ext uri="{FF2B5EF4-FFF2-40B4-BE49-F238E27FC236}">
                <a16:creationId xmlns:a16="http://schemas.microsoft.com/office/drawing/2014/main" id="{E0EFD8B2-D136-4F81-A5DD-3562D240B2BF}"/>
              </a:ext>
            </a:extLst>
          </p:cNvPr>
          <p:cNvSpPr>
            <a:spLocks noGrp="1"/>
          </p:cNvSpPr>
          <p:nvPr>
            <p:ph sz="quarter" idx="13" hasCustomPrompt="1"/>
          </p:nvPr>
        </p:nvSpPr>
        <p:spPr>
          <a:xfrm>
            <a:off x="629850" y="1696244"/>
            <a:ext cx="4838823" cy="4073016"/>
          </a:xfrm>
        </p:spPr>
        <p:txBody>
          <a:bodyPr numCol="1" spcCol="3600000"/>
          <a:lstStyle>
            <a:lvl1pPr>
              <a:defRPr/>
            </a:lvl1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9" name="Content Placeholder 7">
            <a:extLst>
              <a:ext uri="{FF2B5EF4-FFF2-40B4-BE49-F238E27FC236}">
                <a16:creationId xmlns:a16="http://schemas.microsoft.com/office/drawing/2014/main" id="{E12FD1B6-0669-4463-A3C8-B9BAE0581E8E}"/>
              </a:ext>
            </a:extLst>
          </p:cNvPr>
          <p:cNvSpPr>
            <a:spLocks noGrp="1"/>
          </p:cNvSpPr>
          <p:nvPr>
            <p:ph sz="quarter" idx="14" hasCustomPrompt="1"/>
          </p:nvPr>
        </p:nvSpPr>
        <p:spPr>
          <a:xfrm>
            <a:off x="5954016" y="1696244"/>
            <a:ext cx="4838823" cy="4073016"/>
          </a:xfrm>
        </p:spPr>
        <p:txBody>
          <a:bodyPr numCol="1" spcCol="3600000"/>
          <a:lstStyle>
            <a:lvl1pPr>
              <a:defRPr/>
            </a:lvl1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59626043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Four colum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019D-E1A0-4DD6-A047-3CCA1A6288E6}"/>
              </a:ext>
            </a:extLst>
          </p:cNvPr>
          <p:cNvSpPr>
            <a:spLocks noGrp="1"/>
          </p:cNvSpPr>
          <p:nvPr>
            <p:ph type="title" hasCustomPrompt="1"/>
          </p:nvPr>
        </p:nvSpPr>
        <p:spPr>
          <a:xfrm>
            <a:off x="630000" y="548055"/>
            <a:ext cx="10194818" cy="807261"/>
          </a:xfrm>
        </p:spPr>
        <p:txBody>
          <a:bodyPr/>
          <a:lstStyle>
            <a:lvl1pPr>
              <a:defRPr/>
            </a:lvl1pPr>
          </a:lstStyle>
          <a:p>
            <a:r>
              <a:rPr lang="en-US"/>
              <a:t>Click to edit text</a:t>
            </a:r>
            <a:endParaRPr lang="en-AU"/>
          </a:p>
        </p:txBody>
      </p:sp>
      <p:sp>
        <p:nvSpPr>
          <p:cNvPr id="8" name="Content Placeholder 7">
            <a:extLst>
              <a:ext uri="{FF2B5EF4-FFF2-40B4-BE49-F238E27FC236}">
                <a16:creationId xmlns:a16="http://schemas.microsoft.com/office/drawing/2014/main" id="{E0EFD8B2-D136-4F81-A5DD-3562D240B2BF}"/>
              </a:ext>
            </a:extLst>
          </p:cNvPr>
          <p:cNvSpPr>
            <a:spLocks noGrp="1"/>
          </p:cNvSpPr>
          <p:nvPr>
            <p:ph sz="quarter" idx="13" hasCustomPrompt="1"/>
          </p:nvPr>
        </p:nvSpPr>
        <p:spPr>
          <a:xfrm>
            <a:off x="629850" y="3166807"/>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Picture Placeholder 10">
            <a:extLst>
              <a:ext uri="{FF2B5EF4-FFF2-40B4-BE49-F238E27FC236}">
                <a16:creationId xmlns:a16="http://schemas.microsoft.com/office/drawing/2014/main" id="{19A72D37-FB6D-4434-803B-3F0D81B7FB84}"/>
              </a:ext>
            </a:extLst>
          </p:cNvPr>
          <p:cNvSpPr>
            <a:spLocks noGrp="1"/>
          </p:cNvSpPr>
          <p:nvPr>
            <p:ph type="pic" sz="quarter" idx="12"/>
          </p:nvPr>
        </p:nvSpPr>
        <p:spPr>
          <a:xfrm>
            <a:off x="630000" y="1902942"/>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
        <p:nvSpPr>
          <p:cNvPr id="11" name="Content Placeholder 7">
            <a:extLst>
              <a:ext uri="{FF2B5EF4-FFF2-40B4-BE49-F238E27FC236}">
                <a16:creationId xmlns:a16="http://schemas.microsoft.com/office/drawing/2014/main" id="{D7E352CC-626C-41E6-83EC-4F5C3ADD8C14}"/>
              </a:ext>
            </a:extLst>
          </p:cNvPr>
          <p:cNvSpPr>
            <a:spLocks noGrp="1"/>
          </p:cNvSpPr>
          <p:nvPr>
            <p:ph sz="quarter" idx="14" hasCustomPrompt="1"/>
          </p:nvPr>
        </p:nvSpPr>
        <p:spPr>
          <a:xfrm>
            <a:off x="3309140" y="3166807"/>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Picture Placeholder 10">
            <a:extLst>
              <a:ext uri="{FF2B5EF4-FFF2-40B4-BE49-F238E27FC236}">
                <a16:creationId xmlns:a16="http://schemas.microsoft.com/office/drawing/2014/main" id="{72B1A4BB-E43B-4A04-8826-9DADB93591FE}"/>
              </a:ext>
            </a:extLst>
          </p:cNvPr>
          <p:cNvSpPr>
            <a:spLocks noGrp="1"/>
          </p:cNvSpPr>
          <p:nvPr>
            <p:ph type="pic" sz="quarter" idx="15"/>
          </p:nvPr>
        </p:nvSpPr>
        <p:spPr>
          <a:xfrm>
            <a:off x="3309240" y="1902942"/>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
        <p:nvSpPr>
          <p:cNvPr id="13" name="Content Placeholder 7">
            <a:extLst>
              <a:ext uri="{FF2B5EF4-FFF2-40B4-BE49-F238E27FC236}">
                <a16:creationId xmlns:a16="http://schemas.microsoft.com/office/drawing/2014/main" id="{03970B2F-29CB-404A-9891-6B0911E83583}"/>
              </a:ext>
            </a:extLst>
          </p:cNvPr>
          <p:cNvSpPr>
            <a:spLocks noGrp="1"/>
          </p:cNvSpPr>
          <p:nvPr>
            <p:ph sz="quarter" idx="16" hasCustomPrompt="1"/>
          </p:nvPr>
        </p:nvSpPr>
        <p:spPr>
          <a:xfrm>
            <a:off x="5988431" y="3166807"/>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Picture Placeholder 10">
            <a:extLst>
              <a:ext uri="{FF2B5EF4-FFF2-40B4-BE49-F238E27FC236}">
                <a16:creationId xmlns:a16="http://schemas.microsoft.com/office/drawing/2014/main" id="{6C03BE3A-8DFC-42FB-98CF-8E3A432F70EA}"/>
              </a:ext>
            </a:extLst>
          </p:cNvPr>
          <p:cNvSpPr>
            <a:spLocks noGrp="1"/>
          </p:cNvSpPr>
          <p:nvPr>
            <p:ph type="pic" sz="quarter" idx="17"/>
          </p:nvPr>
        </p:nvSpPr>
        <p:spPr>
          <a:xfrm>
            <a:off x="5988480" y="1902942"/>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
        <p:nvSpPr>
          <p:cNvPr id="15" name="Content Placeholder 7">
            <a:extLst>
              <a:ext uri="{FF2B5EF4-FFF2-40B4-BE49-F238E27FC236}">
                <a16:creationId xmlns:a16="http://schemas.microsoft.com/office/drawing/2014/main" id="{70D91C31-B0BF-4FB4-86C9-4FE9AE3003FC}"/>
              </a:ext>
            </a:extLst>
          </p:cNvPr>
          <p:cNvSpPr>
            <a:spLocks noGrp="1"/>
          </p:cNvSpPr>
          <p:nvPr>
            <p:ph sz="quarter" idx="18" hasCustomPrompt="1"/>
          </p:nvPr>
        </p:nvSpPr>
        <p:spPr>
          <a:xfrm>
            <a:off x="8667721" y="3166807"/>
            <a:ext cx="2161026" cy="2147656"/>
          </a:xfrm>
        </p:spPr>
        <p:txBody>
          <a:bodyPr numCol="1" spcCol="3600000"/>
          <a:lstStyle>
            <a:lvl1pPr>
              <a:lnSpc>
                <a:spcPct val="100000"/>
              </a:lnSpc>
              <a:spcAft>
                <a:spcPts val="600"/>
              </a:spcAft>
              <a:defRPr sz="1250">
                <a:latin typeface="+mn-lt"/>
              </a:defRPr>
            </a:lvl1pPr>
            <a:lvl2pPr>
              <a:lnSpc>
                <a:spcPct val="100000"/>
              </a:lnSpc>
              <a:spcAft>
                <a:spcPts val="600"/>
              </a:spcAft>
              <a:defRPr sz="950"/>
            </a:lvl2pPr>
            <a:lvl3pPr>
              <a:lnSpc>
                <a:spcPct val="100000"/>
              </a:lnSpc>
              <a:spcAft>
                <a:spcPts val="600"/>
              </a:spcAft>
              <a:defRPr sz="950"/>
            </a:lvl3pPr>
            <a:lvl4pPr>
              <a:lnSpc>
                <a:spcPct val="100000"/>
              </a:lnSpc>
              <a:spcAft>
                <a:spcPts val="600"/>
              </a:spcAft>
              <a:defRPr sz="950"/>
            </a:lvl4pPr>
            <a:lvl5pPr>
              <a:lnSpc>
                <a:spcPct val="100000"/>
              </a:lnSpc>
              <a:spcAft>
                <a:spcPts val="600"/>
              </a:spcAft>
              <a:defRPr sz="950"/>
            </a:lvl5pPr>
            <a:lvl6pPr>
              <a:lnSpc>
                <a:spcPts val="1300"/>
              </a:lnSpc>
              <a:spcAft>
                <a:spcPts val="0"/>
              </a:spcAft>
              <a:defRPr sz="950"/>
            </a:lvl6pPr>
            <a:lvl7pPr>
              <a:lnSpc>
                <a:spcPts val="1300"/>
              </a:lnSpc>
              <a:spcAft>
                <a:spcPts val="0"/>
              </a:spcAft>
              <a:defRPr sz="950"/>
            </a:lvl7pPr>
            <a:lvl8pPr>
              <a:lnSpc>
                <a:spcPts val="1300"/>
              </a:lnSpc>
              <a:spcAft>
                <a:spcPts val="0"/>
              </a:spcAft>
              <a:defRPr sz="950"/>
            </a:lvl8pPr>
            <a:lvl9pPr>
              <a:lnSpc>
                <a:spcPts val="1300"/>
              </a:lnSpc>
              <a:spcAft>
                <a:spcPts val="0"/>
              </a:spcAft>
              <a:defRPr sz="95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Picture Placeholder 10">
            <a:extLst>
              <a:ext uri="{FF2B5EF4-FFF2-40B4-BE49-F238E27FC236}">
                <a16:creationId xmlns:a16="http://schemas.microsoft.com/office/drawing/2014/main" id="{70A8C560-9BD4-4357-AFF1-A59380404937}"/>
              </a:ext>
            </a:extLst>
          </p:cNvPr>
          <p:cNvSpPr>
            <a:spLocks noGrp="1"/>
          </p:cNvSpPr>
          <p:nvPr>
            <p:ph type="pic" sz="quarter" idx="19"/>
          </p:nvPr>
        </p:nvSpPr>
        <p:spPr>
          <a:xfrm>
            <a:off x="8667721" y="1902942"/>
            <a:ext cx="1342647" cy="985998"/>
          </a:xfrm>
        </p:spPr>
        <p:txBody>
          <a:bodyPr anchor="ctr" anchorCtr="0"/>
          <a:lstStyle>
            <a:lvl1pPr algn="ctr">
              <a:lnSpc>
                <a:spcPct val="100000"/>
              </a:lnSpc>
              <a:spcAft>
                <a:spcPts val="600"/>
              </a:spcAft>
              <a:defRPr sz="1200">
                <a:latin typeface="+mn-lt"/>
              </a:defRPr>
            </a:lvl1pPr>
          </a:lstStyle>
          <a:p>
            <a:endParaRPr lang="en-US"/>
          </a:p>
          <a:p>
            <a:r>
              <a:rPr lang="en-US"/>
              <a:t>Click to insert picture</a:t>
            </a:r>
            <a:endParaRPr lang="en-AU"/>
          </a:p>
        </p:txBody>
      </p:sp>
    </p:spTree>
    <p:extLst>
      <p:ext uri="{BB962C8B-B14F-4D97-AF65-F5344CB8AC3E}">
        <p14:creationId xmlns:p14="http://schemas.microsoft.com/office/powerpoint/2010/main" val="132789662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30000" y="548680"/>
            <a:ext cx="10866600" cy="5288088"/>
          </a:xfrm>
        </p:spPr>
        <p:txBody>
          <a:bodyPr anchor="ctr" anchorCtr="0"/>
          <a:lstStyle>
            <a:lvl1pPr algn="l">
              <a:lnSpc>
                <a:spcPct val="100000"/>
              </a:lnSpc>
              <a:defRPr sz="6300" b="0">
                <a:solidFill>
                  <a:schemeClr val="bg2"/>
                </a:solidFill>
                <a:latin typeface="+mn-lt"/>
              </a:defRPr>
            </a:lvl1pPr>
          </a:lstStyle>
          <a:p>
            <a:r>
              <a:rPr lang="en-US" noProof="0"/>
              <a:t>Click to edit text</a:t>
            </a:r>
          </a:p>
        </p:txBody>
      </p:sp>
      <p:pic>
        <p:nvPicPr>
          <p:cNvPr id="13" name="Picture 12" descr="Logo&#10;&#10;Description automatically generated">
            <a:extLst>
              <a:ext uri="{FF2B5EF4-FFF2-40B4-BE49-F238E27FC236}">
                <a16:creationId xmlns:a16="http://schemas.microsoft.com/office/drawing/2014/main" id="{91484A36-ADAE-45FE-B29D-28B55530F9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9800" y="6344701"/>
            <a:ext cx="1342647" cy="260605"/>
          </a:xfrm>
          <a:prstGeom prst="rect">
            <a:avLst/>
          </a:prstGeom>
        </p:spPr>
      </p:pic>
    </p:spTree>
    <p:extLst>
      <p:ext uri="{BB962C8B-B14F-4D97-AF65-F5344CB8AC3E}">
        <p14:creationId xmlns:p14="http://schemas.microsoft.com/office/powerpoint/2010/main" val="190562237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13" name="Picture 12" descr="Logo&#10;&#10;Description automatically generated">
            <a:extLst>
              <a:ext uri="{FF2B5EF4-FFF2-40B4-BE49-F238E27FC236}">
                <a16:creationId xmlns:a16="http://schemas.microsoft.com/office/drawing/2014/main" id="{91484A36-ADAE-45FE-B29D-28B55530F9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0000" y="6344701"/>
            <a:ext cx="1342647" cy="260605"/>
          </a:xfrm>
          <a:prstGeom prst="rect">
            <a:avLst/>
          </a:prstGeom>
        </p:spPr>
      </p:pic>
      <p:pic>
        <p:nvPicPr>
          <p:cNvPr id="7" name="Picture 6" descr="Text&#10;&#10;Description automatically generated">
            <a:extLst>
              <a:ext uri="{FF2B5EF4-FFF2-40B4-BE49-F238E27FC236}">
                <a16:creationId xmlns:a16="http://schemas.microsoft.com/office/drawing/2014/main" id="{B2C16797-CD24-4D7A-8FAE-F11A2AF4338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0000" y="481172"/>
            <a:ext cx="1235967" cy="816866"/>
          </a:xfrm>
          <a:prstGeom prst="rect">
            <a:avLst/>
          </a:prstGeom>
        </p:spPr>
      </p:pic>
      <p:sp>
        <p:nvSpPr>
          <p:cNvPr id="9" name="Text Placeholder 6">
            <a:extLst>
              <a:ext uri="{FF2B5EF4-FFF2-40B4-BE49-F238E27FC236}">
                <a16:creationId xmlns:a16="http://schemas.microsoft.com/office/drawing/2014/main" id="{27674A77-9AC3-40B5-9B04-EA1930C91BFE}"/>
              </a:ext>
            </a:extLst>
          </p:cNvPr>
          <p:cNvSpPr>
            <a:spLocks noGrp="1"/>
          </p:cNvSpPr>
          <p:nvPr>
            <p:ph type="body" sz="quarter" idx="10" hasCustomPrompt="1"/>
          </p:nvPr>
        </p:nvSpPr>
        <p:spPr>
          <a:xfrm>
            <a:off x="630000" y="3085194"/>
            <a:ext cx="7043918" cy="497112"/>
          </a:xfrm>
        </p:spPr>
        <p:txBody>
          <a:bodyPr/>
          <a:lstStyle>
            <a:lvl1pPr marL="0" algn="l">
              <a:lnSpc>
                <a:spcPct val="100000"/>
              </a:lnSpc>
              <a:spcAft>
                <a:spcPts val="0"/>
              </a:spcAft>
              <a:defRPr sz="2800" b="1">
                <a:solidFill>
                  <a:schemeClr val="bg1"/>
                </a:solidFill>
                <a:latin typeface="+mj-lt"/>
                <a:ea typeface="Open Sans SemiBold" pitchFamily="2" charset="0"/>
                <a:cs typeface="Open Sans SemiBold" pitchFamily="2" charset="0"/>
              </a:defRPr>
            </a:lvl1pPr>
            <a:lvl2pPr marL="0" algn="l">
              <a:lnSpc>
                <a:spcPts val="3600"/>
              </a:lnSpc>
              <a:spcAft>
                <a:spcPts val="0"/>
              </a:spcAft>
              <a:defRPr sz="2800" b="1">
                <a:solidFill>
                  <a:schemeClr val="bg1"/>
                </a:solidFill>
                <a:latin typeface="+mj-lt"/>
              </a:defRPr>
            </a:lvl2pPr>
            <a:lvl3pPr marL="0" indent="0" algn="l">
              <a:lnSpc>
                <a:spcPts val="3600"/>
              </a:lnSpc>
              <a:spcAft>
                <a:spcPts val="0"/>
              </a:spcAft>
              <a:buNone/>
              <a:defRPr sz="2800" b="1">
                <a:solidFill>
                  <a:schemeClr val="bg1"/>
                </a:solidFill>
                <a:latin typeface="+mj-lt"/>
              </a:defRPr>
            </a:lvl3pPr>
            <a:lvl4pPr marL="0" indent="0" algn="l">
              <a:lnSpc>
                <a:spcPts val="3600"/>
              </a:lnSpc>
              <a:spcAft>
                <a:spcPts val="0"/>
              </a:spcAft>
              <a:buNone/>
              <a:defRPr sz="2800" b="1">
                <a:solidFill>
                  <a:schemeClr val="bg1"/>
                </a:solidFill>
                <a:latin typeface="+mj-lt"/>
              </a:defRPr>
            </a:lvl4pPr>
            <a:lvl5pPr marL="0" indent="0" algn="l">
              <a:lnSpc>
                <a:spcPts val="3600"/>
              </a:lnSpc>
              <a:spcAft>
                <a:spcPts val="0"/>
              </a:spcAft>
              <a:buNone/>
              <a:defRPr sz="2800" b="1">
                <a:solidFill>
                  <a:schemeClr val="bg1"/>
                </a:solidFill>
                <a:latin typeface="+mj-lt"/>
              </a:defRPr>
            </a:lvl5pPr>
            <a:lvl6pPr marL="0" indent="0" algn="l">
              <a:lnSpc>
                <a:spcPts val="3600"/>
              </a:lnSpc>
              <a:spcAft>
                <a:spcPts val="0"/>
              </a:spcAft>
              <a:buNone/>
              <a:defRPr sz="2800" b="1">
                <a:solidFill>
                  <a:schemeClr val="bg1"/>
                </a:solidFill>
                <a:latin typeface="+mj-lt"/>
              </a:defRPr>
            </a:lvl6pPr>
            <a:lvl7pPr marL="0" indent="0" algn="l">
              <a:lnSpc>
                <a:spcPts val="3600"/>
              </a:lnSpc>
              <a:spcAft>
                <a:spcPts val="0"/>
              </a:spcAft>
              <a:buNone/>
              <a:defRPr sz="2800" b="1">
                <a:solidFill>
                  <a:schemeClr val="bg1"/>
                </a:solidFill>
                <a:latin typeface="+mj-lt"/>
              </a:defRPr>
            </a:lvl7pPr>
            <a:lvl8pPr marL="0" indent="0" algn="l">
              <a:lnSpc>
                <a:spcPts val="3600"/>
              </a:lnSpc>
              <a:spcAft>
                <a:spcPts val="0"/>
              </a:spcAft>
              <a:buNone/>
              <a:defRPr sz="2800" b="1">
                <a:solidFill>
                  <a:schemeClr val="bg1"/>
                </a:solidFill>
                <a:latin typeface="+mj-lt"/>
              </a:defRPr>
            </a:lvl8pPr>
            <a:lvl9pPr marL="0" indent="0" algn="l">
              <a:lnSpc>
                <a:spcPts val="3600"/>
              </a:lnSpc>
              <a:spcAft>
                <a:spcPts val="0"/>
              </a:spcAft>
              <a:buNone/>
              <a:defRPr sz="2800" b="1">
                <a:solidFill>
                  <a:schemeClr val="bg1"/>
                </a:solidFill>
                <a:latin typeface="+mj-lt"/>
              </a:defRPr>
            </a:lvl9pPr>
          </a:lstStyle>
          <a:p>
            <a:pPr lvl="0"/>
            <a:r>
              <a:rPr lang="en-US"/>
              <a:t>Click to edit text</a:t>
            </a:r>
          </a:p>
        </p:txBody>
      </p:sp>
      <p:sp>
        <p:nvSpPr>
          <p:cNvPr id="5" name="Content Placeholder 4">
            <a:extLst>
              <a:ext uri="{FF2B5EF4-FFF2-40B4-BE49-F238E27FC236}">
                <a16:creationId xmlns:a16="http://schemas.microsoft.com/office/drawing/2014/main" id="{488F7348-E56C-4CDA-A2D9-474D8773965B}"/>
              </a:ext>
            </a:extLst>
          </p:cNvPr>
          <p:cNvSpPr>
            <a:spLocks noGrp="1"/>
          </p:cNvSpPr>
          <p:nvPr>
            <p:ph sz="quarter" idx="11" hasCustomPrompt="1"/>
          </p:nvPr>
        </p:nvSpPr>
        <p:spPr>
          <a:xfrm>
            <a:off x="630000" y="3721894"/>
            <a:ext cx="7042944" cy="2024856"/>
          </a:xfrm>
        </p:spPr>
        <p:txBody>
          <a:bodyPr/>
          <a:lstStyle>
            <a:lvl1pPr>
              <a:lnSpc>
                <a:spcPct val="100000"/>
              </a:lnSpc>
              <a:spcAft>
                <a:spcPts val="600"/>
              </a:spcAft>
              <a:defRPr sz="1250">
                <a:solidFill>
                  <a:schemeClr val="bg2"/>
                </a:solidFill>
                <a:latin typeface="+mn-lt"/>
              </a:defRPr>
            </a:lvl1pPr>
            <a:lvl2pPr>
              <a:lnSpc>
                <a:spcPct val="100000"/>
              </a:lnSpc>
              <a:defRPr>
                <a:solidFill>
                  <a:schemeClr val="bg2"/>
                </a:solidFill>
              </a:defRPr>
            </a:lvl2pPr>
            <a:lvl3pPr>
              <a:lnSpc>
                <a:spcPct val="100000"/>
              </a:lnSpc>
              <a:defRPr>
                <a:solidFill>
                  <a:schemeClr val="bg2"/>
                </a:solidFill>
              </a:defRPr>
            </a:lvl3pPr>
            <a:lvl4pPr>
              <a:lnSpc>
                <a:spcPct val="100000"/>
              </a:lnSpc>
              <a:defRPr>
                <a:solidFill>
                  <a:schemeClr val="bg2"/>
                </a:solidFill>
              </a:defRPr>
            </a:lvl4pPr>
            <a:lvl5pPr>
              <a:lnSpc>
                <a:spcPct val="100000"/>
              </a:lnSpc>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4897932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lank base">
    <p:spTree>
      <p:nvGrpSpPr>
        <p:cNvPr id="1" name=""/>
        <p:cNvGrpSpPr/>
        <p:nvPr/>
      </p:nvGrpSpPr>
      <p:grpSpPr>
        <a:xfrm>
          <a:off x="0" y="0"/>
          <a:ext cx="0" cy="0"/>
          <a:chOff x="0" y="0"/>
          <a:chExt cx="0" cy="0"/>
        </a:xfrm>
      </p:grpSpPr>
      <p:pic>
        <p:nvPicPr>
          <p:cNvPr id="4" name="Picture 3" descr="Shape&#10;&#10;Description automatically generated with medium confidence">
            <a:extLst>
              <a:ext uri="{FF2B5EF4-FFF2-40B4-BE49-F238E27FC236}">
                <a16:creationId xmlns:a16="http://schemas.microsoft.com/office/drawing/2014/main" id="{9853127F-96F5-4393-90F6-F4E5BE06F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0000" y="481172"/>
            <a:ext cx="1235967" cy="816866"/>
          </a:xfrm>
          <a:prstGeom prst="rect">
            <a:avLst/>
          </a:prstGeom>
        </p:spPr>
      </p:pic>
    </p:spTree>
    <p:extLst>
      <p:ext uri="{BB962C8B-B14F-4D97-AF65-F5344CB8AC3E}">
        <p14:creationId xmlns:p14="http://schemas.microsoft.com/office/powerpoint/2010/main" val="238750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 Type="http://schemas.openxmlformats.org/officeDocument/2006/relationships/slideLayout" Target="../slideLayouts/slideLayout32.xml"/><Relationship Id="rId21" Type="http://schemas.openxmlformats.org/officeDocument/2006/relationships/theme" Target="../theme/theme3.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image" Target="../media/image1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theme" Target="../theme/theme4.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theme" Target="../theme/theme6.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image" Target="../media/image1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1F8DDD-8B7D-499D-8730-866FB8F8BB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B1CC113-77E1-98C3-E193-19EFA0B9FF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6AF8EA8-5C9A-E3D7-DDE2-96F1C81DC1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B53C3D-2AB6-4B40-9F46-26B578EE1075}" type="datetimeFigureOut">
              <a:rPr lang="en-AU" smtClean="0"/>
              <a:t>22/07/2026</a:t>
            </a:fld>
            <a:endParaRPr lang="en-AU"/>
          </a:p>
        </p:txBody>
      </p:sp>
      <p:sp>
        <p:nvSpPr>
          <p:cNvPr id="5" name="Footer Placeholder 4">
            <a:extLst>
              <a:ext uri="{FF2B5EF4-FFF2-40B4-BE49-F238E27FC236}">
                <a16:creationId xmlns:a16="http://schemas.microsoft.com/office/drawing/2014/main" id="{33FD3C30-FCA3-F945-8D05-4B8BBFF681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57DEA33D-F88F-9020-3A0A-D48135A12C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B88261-B562-4643-ADD1-D7302CE4B1D4}" type="slidenum">
              <a:rPr lang="en-AU" smtClean="0"/>
              <a:t>‹#›</a:t>
            </a:fld>
            <a:endParaRPr lang="en-AU"/>
          </a:p>
        </p:txBody>
      </p:sp>
    </p:spTree>
    <p:extLst>
      <p:ext uri="{BB962C8B-B14F-4D97-AF65-F5344CB8AC3E}">
        <p14:creationId xmlns:p14="http://schemas.microsoft.com/office/powerpoint/2010/main" val="3797933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82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9801" y="808272"/>
            <a:ext cx="9334672" cy="547044"/>
          </a:xfrm>
          <a:prstGeom prst="rect">
            <a:avLst/>
          </a:prstGeom>
        </p:spPr>
        <p:txBody>
          <a:bodyPr vert="horz" lIns="0" tIns="0" rIns="0" bIns="0" rtlCol="0" anchor="b">
            <a:noAutofit/>
          </a:bodyPr>
          <a:lstStyle/>
          <a:p>
            <a:r>
              <a:rPr lang="en-US" noProof="0"/>
              <a:t>Click to edit Master title style</a:t>
            </a:r>
            <a:endParaRPr lang="en-AU" noProof="0"/>
          </a:p>
        </p:txBody>
      </p:sp>
      <p:sp>
        <p:nvSpPr>
          <p:cNvPr id="3" name="Text Placeholder 2"/>
          <p:cNvSpPr>
            <a:spLocks noGrp="1"/>
          </p:cNvSpPr>
          <p:nvPr>
            <p:ph type="body" idx="1"/>
          </p:nvPr>
        </p:nvSpPr>
        <p:spPr>
          <a:xfrm>
            <a:off x="1009800" y="1715929"/>
            <a:ext cx="10794488" cy="4452101"/>
          </a:xfrm>
          <a:prstGeom prst="rect">
            <a:avLst/>
          </a:prstGeom>
        </p:spPr>
        <p:txBody>
          <a:bodyPr vert="horz" lIns="0" tIns="0" rIns="0" bIns="0" rtlCol="0">
            <a:noAutofit/>
          </a:bodyPr>
          <a:lstStyle/>
          <a:p>
            <a:pPr lvl="0"/>
            <a:r>
              <a:rPr lang="en-AU" noProof="0"/>
              <a:t>Use the increase/decrease list level buttons to change styles</a:t>
            </a:r>
          </a:p>
          <a:p>
            <a:pPr lvl="1"/>
            <a:r>
              <a:rPr lang="en-AU" noProof="0"/>
              <a:t>Second level</a:t>
            </a:r>
          </a:p>
          <a:p>
            <a:pPr lvl="2"/>
            <a:r>
              <a:rPr lang="en-AU" noProof="0"/>
              <a:t>Third level</a:t>
            </a:r>
          </a:p>
          <a:p>
            <a:pPr lvl="3"/>
            <a:r>
              <a:rPr lang="en-AU" noProof="0"/>
              <a:t>Fourth level</a:t>
            </a:r>
          </a:p>
          <a:p>
            <a:pPr lvl="4"/>
            <a:r>
              <a:rPr lang="en-AU" noProof="0"/>
              <a:t>Fifth level</a:t>
            </a:r>
          </a:p>
          <a:p>
            <a:pPr lvl="5"/>
            <a:r>
              <a:rPr lang="en-AU" noProof="0"/>
              <a:t>Sixth level</a:t>
            </a:r>
          </a:p>
          <a:p>
            <a:pPr lvl="6"/>
            <a:r>
              <a:rPr lang="en-AU" noProof="0"/>
              <a:t>Seventh level</a:t>
            </a:r>
          </a:p>
          <a:p>
            <a:pPr lvl="7"/>
            <a:r>
              <a:rPr lang="en-AU" noProof="0"/>
              <a:t>Eighth level</a:t>
            </a:r>
          </a:p>
          <a:p>
            <a:pPr lvl="8"/>
            <a:r>
              <a:rPr lang="en-AU" noProof="0"/>
              <a:t>Ninth level</a:t>
            </a:r>
          </a:p>
        </p:txBody>
      </p:sp>
    </p:spTree>
    <p:extLst>
      <p:ext uri="{BB962C8B-B14F-4D97-AF65-F5344CB8AC3E}">
        <p14:creationId xmlns:p14="http://schemas.microsoft.com/office/powerpoint/2010/main" val="23821545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817" r:id="rId17"/>
  </p:sldLayoutIdLst>
  <p:hf hdr="0" dt="0"/>
  <p:txStyles>
    <p:titleStyle>
      <a:lvl1pPr algn="l" defTabSz="946052" rtl="0" eaLnBrk="1" latinLnBrk="0" hangingPunct="1">
        <a:lnSpc>
          <a:spcPct val="100000"/>
        </a:lnSpc>
        <a:spcBef>
          <a:spcPct val="0"/>
        </a:spcBef>
        <a:buNone/>
        <a:defRPr sz="2800" b="1" kern="1200">
          <a:solidFill>
            <a:schemeClr val="tx1"/>
          </a:solidFill>
          <a:latin typeface="+mj-lt"/>
          <a:ea typeface="+mj-ea"/>
          <a:cs typeface="Arial" pitchFamily="34" charset="0"/>
        </a:defRPr>
      </a:lvl1pPr>
    </p:titleStyle>
    <p:bodyStyle>
      <a:lvl1pPr marL="0" indent="0" algn="l" defTabSz="946052" rtl="0" eaLnBrk="1" latinLnBrk="0" hangingPunct="1">
        <a:lnSpc>
          <a:spcPct val="100000"/>
        </a:lnSpc>
        <a:spcBef>
          <a:spcPts val="0"/>
        </a:spcBef>
        <a:spcAft>
          <a:spcPts val="600"/>
        </a:spcAft>
        <a:buFont typeface="Arial" pitchFamily="34" charset="0"/>
        <a:buNone/>
        <a:defRPr sz="1350" b="1" kern="1200" baseline="0">
          <a:solidFill>
            <a:schemeClr val="tx1"/>
          </a:solidFill>
          <a:latin typeface="+mj-lt"/>
          <a:ea typeface="+mn-ea"/>
          <a:cs typeface="Arial" pitchFamily="34" charset="0"/>
        </a:defRPr>
      </a:lvl1pPr>
      <a:lvl2pPr marL="0" indent="0" algn="l" defTabSz="946052" rtl="0" eaLnBrk="1" latinLnBrk="0" hangingPunct="1">
        <a:lnSpc>
          <a:spcPct val="100000"/>
        </a:lnSpc>
        <a:spcBef>
          <a:spcPts val="0"/>
        </a:spcBef>
        <a:spcAft>
          <a:spcPts val="600"/>
        </a:spcAft>
        <a:buFont typeface="Arial" pitchFamily="34" charset="0"/>
        <a:buNone/>
        <a:defRPr sz="1150" kern="1200">
          <a:solidFill>
            <a:schemeClr val="tx1"/>
          </a:solidFill>
          <a:latin typeface="+mn-lt"/>
          <a:ea typeface="+mn-ea"/>
          <a:cs typeface="Arial" pitchFamily="34" charset="0"/>
        </a:defRPr>
      </a:lvl2pPr>
      <a:lvl3pPr marL="198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3pPr>
      <a:lvl4pPr marL="396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4pPr>
      <a:lvl5pPr marL="594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baseline="0">
          <a:solidFill>
            <a:schemeClr val="tx1"/>
          </a:solidFill>
          <a:latin typeface="+mn-lt"/>
          <a:ea typeface="+mn-ea"/>
          <a:cs typeface="Arial" pitchFamily="34" charset="0"/>
        </a:defRPr>
      </a:lvl5pPr>
      <a:lvl6pPr marL="792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6pPr>
      <a:lvl7pPr marL="990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7pPr>
      <a:lvl8pPr marL="1188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8pPr>
      <a:lvl9pPr marL="1386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9pPr>
    </p:bodyStyle>
    <p:otherStyle>
      <a:defPPr>
        <a:defRPr lang="en-US"/>
      </a:defPPr>
      <a:lvl1pPr marL="0" algn="l" defTabSz="946052" rtl="0" eaLnBrk="1" latinLnBrk="0" hangingPunct="1">
        <a:defRPr sz="1905" kern="1200">
          <a:solidFill>
            <a:schemeClr val="tx1"/>
          </a:solidFill>
          <a:latin typeface="+mn-lt"/>
          <a:ea typeface="+mn-ea"/>
          <a:cs typeface="+mn-cs"/>
        </a:defRPr>
      </a:lvl1pPr>
      <a:lvl2pPr marL="473026" algn="l" defTabSz="946052" rtl="0" eaLnBrk="1" latinLnBrk="0" hangingPunct="1">
        <a:defRPr sz="1905" kern="1200">
          <a:solidFill>
            <a:schemeClr val="tx1"/>
          </a:solidFill>
          <a:latin typeface="+mn-lt"/>
          <a:ea typeface="+mn-ea"/>
          <a:cs typeface="+mn-cs"/>
        </a:defRPr>
      </a:lvl2pPr>
      <a:lvl3pPr marL="946052" algn="l" defTabSz="946052" rtl="0" eaLnBrk="1" latinLnBrk="0" hangingPunct="1">
        <a:defRPr sz="1905" kern="1200">
          <a:solidFill>
            <a:schemeClr val="tx1"/>
          </a:solidFill>
          <a:latin typeface="+mn-lt"/>
          <a:ea typeface="+mn-ea"/>
          <a:cs typeface="+mn-cs"/>
        </a:defRPr>
      </a:lvl3pPr>
      <a:lvl4pPr marL="1419078" algn="l" defTabSz="946052" rtl="0" eaLnBrk="1" latinLnBrk="0" hangingPunct="1">
        <a:defRPr sz="1905" kern="1200">
          <a:solidFill>
            <a:schemeClr val="tx1"/>
          </a:solidFill>
          <a:latin typeface="+mn-lt"/>
          <a:ea typeface="+mn-ea"/>
          <a:cs typeface="+mn-cs"/>
        </a:defRPr>
      </a:lvl4pPr>
      <a:lvl5pPr marL="1892104" algn="l" defTabSz="946052" rtl="0" eaLnBrk="1" latinLnBrk="0" hangingPunct="1">
        <a:defRPr sz="1905" kern="1200">
          <a:solidFill>
            <a:schemeClr val="tx1"/>
          </a:solidFill>
          <a:latin typeface="+mn-lt"/>
          <a:ea typeface="+mn-ea"/>
          <a:cs typeface="+mn-cs"/>
        </a:defRPr>
      </a:lvl5pPr>
      <a:lvl6pPr marL="2365130" algn="l" defTabSz="946052" rtl="0" eaLnBrk="1" latinLnBrk="0" hangingPunct="1">
        <a:defRPr sz="1905" kern="1200">
          <a:solidFill>
            <a:schemeClr val="tx1"/>
          </a:solidFill>
          <a:latin typeface="+mn-lt"/>
          <a:ea typeface="+mn-ea"/>
          <a:cs typeface="+mn-cs"/>
        </a:defRPr>
      </a:lvl6pPr>
      <a:lvl7pPr marL="2838156" algn="l" defTabSz="946052" rtl="0" eaLnBrk="1" latinLnBrk="0" hangingPunct="1">
        <a:defRPr sz="1905" kern="1200">
          <a:solidFill>
            <a:schemeClr val="tx1"/>
          </a:solidFill>
          <a:latin typeface="+mn-lt"/>
          <a:ea typeface="+mn-ea"/>
          <a:cs typeface="+mn-cs"/>
        </a:defRPr>
      </a:lvl7pPr>
      <a:lvl8pPr marL="3311182" algn="l" defTabSz="946052" rtl="0" eaLnBrk="1" latinLnBrk="0" hangingPunct="1">
        <a:defRPr sz="1905" kern="1200">
          <a:solidFill>
            <a:schemeClr val="tx1"/>
          </a:solidFill>
          <a:latin typeface="+mn-lt"/>
          <a:ea typeface="+mn-ea"/>
          <a:cs typeface="+mn-cs"/>
        </a:defRPr>
      </a:lvl8pPr>
      <a:lvl9pPr marL="3784207" algn="l" defTabSz="946052"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816">
          <p15:clr>
            <a:srgbClr val="F26B43"/>
          </p15:clr>
        </p15:guide>
        <p15:guide id="2" pos="440">
          <p15:clr>
            <a:srgbClr val="F26B43"/>
          </p15:clr>
        </p15:guide>
        <p15:guide id="3" pos="14856">
          <p15:clr>
            <a:srgbClr val="F26B43"/>
          </p15:clr>
        </p15:guide>
        <p15:guide id="4" orient="horz" pos="218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0000" y="440669"/>
            <a:ext cx="10794488" cy="616335"/>
          </a:xfrm>
          <a:prstGeom prst="rect">
            <a:avLst/>
          </a:prstGeom>
        </p:spPr>
        <p:txBody>
          <a:bodyPr vert="horz" lIns="0" tIns="0" rIns="0" bIns="0" rtlCol="0" anchor="b">
            <a:noAutofit/>
          </a:bodyPr>
          <a:lstStyle/>
          <a:p>
            <a:r>
              <a:rPr lang="en-US" noProof="0"/>
              <a:t>Click to edit Master title style</a:t>
            </a:r>
            <a:endParaRPr lang="en-AU" noProof="0"/>
          </a:p>
        </p:txBody>
      </p:sp>
      <p:sp>
        <p:nvSpPr>
          <p:cNvPr id="3" name="Text Placeholder 2"/>
          <p:cNvSpPr>
            <a:spLocks noGrp="1"/>
          </p:cNvSpPr>
          <p:nvPr>
            <p:ph type="body" idx="1"/>
          </p:nvPr>
        </p:nvSpPr>
        <p:spPr>
          <a:xfrm>
            <a:off x="630000" y="1412777"/>
            <a:ext cx="10794488" cy="4452101"/>
          </a:xfrm>
          <a:prstGeom prst="rect">
            <a:avLst/>
          </a:prstGeom>
        </p:spPr>
        <p:txBody>
          <a:bodyPr vert="horz" lIns="0" tIns="0" rIns="0" bIns="0" rtlCol="0">
            <a:noAutofit/>
          </a:bodyPr>
          <a:lstStyle/>
          <a:p>
            <a:pPr lvl="0"/>
            <a:r>
              <a:rPr lang="en-AU" noProof="0"/>
              <a:t>Use the increase/decrease list level buttons to change styles</a:t>
            </a:r>
          </a:p>
          <a:p>
            <a:pPr lvl="1"/>
            <a:r>
              <a:rPr lang="en-AU" noProof="0"/>
              <a:t>Second level</a:t>
            </a:r>
          </a:p>
          <a:p>
            <a:pPr lvl="2"/>
            <a:r>
              <a:rPr lang="en-AU" noProof="0"/>
              <a:t>Third level</a:t>
            </a:r>
          </a:p>
          <a:p>
            <a:pPr lvl="3"/>
            <a:r>
              <a:rPr lang="en-AU" noProof="0"/>
              <a:t>Fourth level</a:t>
            </a:r>
          </a:p>
          <a:p>
            <a:pPr lvl="4"/>
            <a:r>
              <a:rPr lang="en-AU" noProof="0"/>
              <a:t>Fifth level</a:t>
            </a:r>
          </a:p>
          <a:p>
            <a:pPr lvl="5"/>
            <a:r>
              <a:rPr lang="en-AU" noProof="0"/>
              <a:t>Sixth level</a:t>
            </a:r>
          </a:p>
          <a:p>
            <a:pPr lvl="6"/>
            <a:r>
              <a:rPr lang="en-AU" noProof="0"/>
              <a:t>Seventh level</a:t>
            </a:r>
          </a:p>
          <a:p>
            <a:pPr lvl="7"/>
            <a:r>
              <a:rPr lang="en-AU" noProof="0"/>
              <a:t>Eighth level</a:t>
            </a:r>
          </a:p>
          <a:p>
            <a:pPr lvl="8"/>
            <a:r>
              <a:rPr lang="en-AU" noProof="0"/>
              <a:t>Ninth level</a:t>
            </a:r>
          </a:p>
        </p:txBody>
      </p:sp>
      <p:pic>
        <p:nvPicPr>
          <p:cNvPr id="5" name="Picture 4" descr="Logo&#10;&#10;Description automatically generated">
            <a:extLst>
              <a:ext uri="{FF2B5EF4-FFF2-40B4-BE49-F238E27FC236}">
                <a16:creationId xmlns:a16="http://schemas.microsoft.com/office/drawing/2014/main" id="{E43BD77A-62AE-458C-9060-3433BBFDE5A4}"/>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630001" y="6344702"/>
            <a:ext cx="1342647" cy="260605"/>
          </a:xfrm>
          <a:prstGeom prst="rect">
            <a:avLst/>
          </a:prstGeom>
        </p:spPr>
      </p:pic>
    </p:spTree>
    <p:extLst>
      <p:ext uri="{BB962C8B-B14F-4D97-AF65-F5344CB8AC3E}">
        <p14:creationId xmlns:p14="http://schemas.microsoft.com/office/powerpoint/2010/main" val="356384894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834" r:id="rId20"/>
  </p:sldLayoutIdLst>
  <p:hf hdr="0" ftr="0" dt="0"/>
  <p:txStyles>
    <p:titleStyle>
      <a:lvl1pPr algn="l" defTabSz="946052" rtl="0" eaLnBrk="1" latinLnBrk="0" hangingPunct="1">
        <a:lnSpc>
          <a:spcPct val="100000"/>
        </a:lnSpc>
        <a:spcBef>
          <a:spcPct val="0"/>
        </a:spcBef>
        <a:buNone/>
        <a:defRPr sz="2800" b="1" kern="1200">
          <a:solidFill>
            <a:schemeClr val="tx1"/>
          </a:solidFill>
          <a:latin typeface="+mj-lt"/>
          <a:ea typeface="+mj-ea"/>
          <a:cs typeface="Arial" pitchFamily="34" charset="0"/>
        </a:defRPr>
      </a:lvl1pPr>
    </p:titleStyle>
    <p:bodyStyle>
      <a:lvl1pPr marL="0" indent="0" algn="l" defTabSz="946052" rtl="0" eaLnBrk="1" latinLnBrk="0" hangingPunct="1">
        <a:lnSpc>
          <a:spcPct val="100000"/>
        </a:lnSpc>
        <a:spcBef>
          <a:spcPts val="0"/>
        </a:spcBef>
        <a:spcAft>
          <a:spcPts val="600"/>
        </a:spcAft>
        <a:buFont typeface="Arial" pitchFamily="34" charset="0"/>
        <a:buNone/>
        <a:defRPr sz="1350" b="0" kern="1200" baseline="0">
          <a:solidFill>
            <a:schemeClr val="tx1"/>
          </a:solidFill>
          <a:latin typeface="+mj-lt"/>
          <a:ea typeface="+mn-ea"/>
          <a:cs typeface="Arial" pitchFamily="34" charset="0"/>
        </a:defRPr>
      </a:lvl1pPr>
      <a:lvl2pPr marL="0" indent="0" algn="l" defTabSz="946052" rtl="0" eaLnBrk="1" latinLnBrk="0" hangingPunct="1">
        <a:lnSpc>
          <a:spcPct val="100000"/>
        </a:lnSpc>
        <a:spcBef>
          <a:spcPts val="0"/>
        </a:spcBef>
        <a:spcAft>
          <a:spcPts val="600"/>
        </a:spcAft>
        <a:buFont typeface="Arial" pitchFamily="34" charset="0"/>
        <a:buNone/>
        <a:defRPr sz="1150" b="0" kern="1200">
          <a:solidFill>
            <a:schemeClr val="tx1"/>
          </a:solidFill>
          <a:latin typeface="+mn-lt"/>
          <a:ea typeface="+mn-ea"/>
          <a:cs typeface="Arial" pitchFamily="34" charset="0"/>
        </a:defRPr>
      </a:lvl2pPr>
      <a:lvl3pPr marL="198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3pPr>
      <a:lvl4pPr marL="396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4pPr>
      <a:lvl5pPr marL="594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baseline="0">
          <a:solidFill>
            <a:schemeClr val="tx1"/>
          </a:solidFill>
          <a:latin typeface="+mn-lt"/>
          <a:ea typeface="+mn-ea"/>
          <a:cs typeface="Arial" pitchFamily="34" charset="0"/>
        </a:defRPr>
      </a:lvl5pPr>
      <a:lvl6pPr marL="792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6pPr>
      <a:lvl7pPr marL="990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7pPr>
      <a:lvl8pPr marL="1188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8pPr>
      <a:lvl9pPr marL="1386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9pPr>
    </p:bodyStyle>
    <p:otherStyle>
      <a:defPPr>
        <a:defRPr lang="en-US"/>
      </a:defPPr>
      <a:lvl1pPr marL="0" algn="l" defTabSz="946052" rtl="0" eaLnBrk="1" latinLnBrk="0" hangingPunct="1">
        <a:defRPr sz="1905" kern="1200">
          <a:solidFill>
            <a:schemeClr val="tx1"/>
          </a:solidFill>
          <a:latin typeface="+mn-lt"/>
          <a:ea typeface="+mn-ea"/>
          <a:cs typeface="+mn-cs"/>
        </a:defRPr>
      </a:lvl1pPr>
      <a:lvl2pPr marL="473026" algn="l" defTabSz="946052" rtl="0" eaLnBrk="1" latinLnBrk="0" hangingPunct="1">
        <a:defRPr sz="1905" kern="1200">
          <a:solidFill>
            <a:schemeClr val="tx1"/>
          </a:solidFill>
          <a:latin typeface="+mn-lt"/>
          <a:ea typeface="+mn-ea"/>
          <a:cs typeface="+mn-cs"/>
        </a:defRPr>
      </a:lvl2pPr>
      <a:lvl3pPr marL="946052" algn="l" defTabSz="946052" rtl="0" eaLnBrk="1" latinLnBrk="0" hangingPunct="1">
        <a:defRPr sz="1905" kern="1200">
          <a:solidFill>
            <a:schemeClr val="tx1"/>
          </a:solidFill>
          <a:latin typeface="+mn-lt"/>
          <a:ea typeface="+mn-ea"/>
          <a:cs typeface="+mn-cs"/>
        </a:defRPr>
      </a:lvl3pPr>
      <a:lvl4pPr marL="1419078" algn="l" defTabSz="946052" rtl="0" eaLnBrk="1" latinLnBrk="0" hangingPunct="1">
        <a:defRPr sz="1905" kern="1200">
          <a:solidFill>
            <a:schemeClr val="tx1"/>
          </a:solidFill>
          <a:latin typeface="+mn-lt"/>
          <a:ea typeface="+mn-ea"/>
          <a:cs typeface="+mn-cs"/>
        </a:defRPr>
      </a:lvl4pPr>
      <a:lvl5pPr marL="1892104" algn="l" defTabSz="946052" rtl="0" eaLnBrk="1" latinLnBrk="0" hangingPunct="1">
        <a:defRPr sz="1905" kern="1200">
          <a:solidFill>
            <a:schemeClr val="tx1"/>
          </a:solidFill>
          <a:latin typeface="+mn-lt"/>
          <a:ea typeface="+mn-ea"/>
          <a:cs typeface="+mn-cs"/>
        </a:defRPr>
      </a:lvl5pPr>
      <a:lvl6pPr marL="2365130" algn="l" defTabSz="946052" rtl="0" eaLnBrk="1" latinLnBrk="0" hangingPunct="1">
        <a:defRPr sz="1905" kern="1200">
          <a:solidFill>
            <a:schemeClr val="tx1"/>
          </a:solidFill>
          <a:latin typeface="+mn-lt"/>
          <a:ea typeface="+mn-ea"/>
          <a:cs typeface="+mn-cs"/>
        </a:defRPr>
      </a:lvl6pPr>
      <a:lvl7pPr marL="2838156" algn="l" defTabSz="946052" rtl="0" eaLnBrk="1" latinLnBrk="0" hangingPunct="1">
        <a:defRPr sz="1905" kern="1200">
          <a:solidFill>
            <a:schemeClr val="tx1"/>
          </a:solidFill>
          <a:latin typeface="+mn-lt"/>
          <a:ea typeface="+mn-ea"/>
          <a:cs typeface="+mn-cs"/>
        </a:defRPr>
      </a:lvl7pPr>
      <a:lvl8pPr marL="3311182" algn="l" defTabSz="946052" rtl="0" eaLnBrk="1" latinLnBrk="0" hangingPunct="1">
        <a:defRPr sz="1905" kern="1200">
          <a:solidFill>
            <a:schemeClr val="tx1"/>
          </a:solidFill>
          <a:latin typeface="+mn-lt"/>
          <a:ea typeface="+mn-ea"/>
          <a:cs typeface="+mn-cs"/>
        </a:defRPr>
      </a:lvl8pPr>
      <a:lvl9pPr marL="3784207" algn="l" defTabSz="946052"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816">
          <p15:clr>
            <a:srgbClr val="F26B43"/>
          </p15:clr>
        </p15:guide>
        <p15:guide id="2" pos="440">
          <p15:clr>
            <a:srgbClr val="F26B43"/>
          </p15:clr>
        </p15:guide>
        <p15:guide id="3" pos="14856">
          <p15:clr>
            <a:srgbClr val="F26B43"/>
          </p15:clr>
        </p15:guide>
        <p15:guide id="4" orient="horz" pos="218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9379E5-8341-4976-B523-E17720B4D4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06E12F6-A8DA-4F4F-8B83-61BF06EF6B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8BAC3B7-2E5A-4B47-884E-D559D747E8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2DC0F4-56A6-47AD-B15E-2DFF68E3A1EF}" type="datetimeFigureOut">
              <a:rPr lang="en-AU" smtClean="0"/>
              <a:t>22/07/2026</a:t>
            </a:fld>
            <a:endParaRPr lang="en-AU"/>
          </a:p>
        </p:txBody>
      </p:sp>
      <p:sp>
        <p:nvSpPr>
          <p:cNvPr id="5" name="Footer Placeholder 4">
            <a:extLst>
              <a:ext uri="{FF2B5EF4-FFF2-40B4-BE49-F238E27FC236}">
                <a16:creationId xmlns:a16="http://schemas.microsoft.com/office/drawing/2014/main" id="{EBD12A72-39FF-4DD6-9415-25A4AD9F4B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F437216B-F0C3-4E55-B777-F18C639857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9D40B4-1D65-4C05-BE51-EE8525A276DB}" type="slidenum">
              <a:rPr lang="en-AU" smtClean="0"/>
              <a:t>‹#›</a:t>
            </a:fld>
            <a:endParaRPr lang="en-AU"/>
          </a:p>
        </p:txBody>
      </p:sp>
    </p:spTree>
    <p:extLst>
      <p:ext uri="{BB962C8B-B14F-4D97-AF65-F5344CB8AC3E}">
        <p14:creationId xmlns:p14="http://schemas.microsoft.com/office/powerpoint/2010/main" val="1891171359"/>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1257703"/>
      </p:ext>
    </p:extLst>
  </p:cSld>
  <p:clrMap bg1="lt1" tx1="dk1" bg2="lt2" tx2="dk2" accent1="accent1" accent2="accent2" accent3="accent3" accent4="accent4" accent5="accent5" accent6="accent6" hlink="hlink" folHlink="folHlink"/>
  <p:sldLayoutIdLst>
    <p:sldLayoutId id="214748381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0000" y="808272"/>
            <a:ext cx="10794488" cy="547044"/>
          </a:xfrm>
          <a:prstGeom prst="rect">
            <a:avLst/>
          </a:prstGeom>
        </p:spPr>
        <p:txBody>
          <a:bodyPr vert="horz" lIns="0" tIns="0" rIns="0" bIns="0" rtlCol="0" anchor="b">
            <a:noAutofit/>
          </a:bodyPr>
          <a:lstStyle/>
          <a:p>
            <a:r>
              <a:rPr lang="en-US" noProof="0"/>
              <a:t>Click to edit Master title style</a:t>
            </a:r>
            <a:endParaRPr lang="en-AU" noProof="0"/>
          </a:p>
        </p:txBody>
      </p:sp>
      <p:sp>
        <p:nvSpPr>
          <p:cNvPr id="3" name="Text Placeholder 2"/>
          <p:cNvSpPr>
            <a:spLocks noGrp="1"/>
          </p:cNvSpPr>
          <p:nvPr>
            <p:ph type="body" idx="1"/>
          </p:nvPr>
        </p:nvSpPr>
        <p:spPr>
          <a:xfrm>
            <a:off x="630000" y="1715929"/>
            <a:ext cx="10794488" cy="4452101"/>
          </a:xfrm>
          <a:prstGeom prst="rect">
            <a:avLst/>
          </a:prstGeom>
        </p:spPr>
        <p:txBody>
          <a:bodyPr vert="horz" lIns="0" tIns="0" rIns="0" bIns="0" rtlCol="0">
            <a:noAutofit/>
          </a:bodyPr>
          <a:lstStyle/>
          <a:p>
            <a:pPr lvl="0"/>
            <a:r>
              <a:rPr lang="en-AU" noProof="0"/>
              <a:t>Use the increase/decrease list level buttons to change styles</a:t>
            </a:r>
          </a:p>
          <a:p>
            <a:pPr lvl="1"/>
            <a:r>
              <a:rPr lang="en-AU" noProof="0"/>
              <a:t>Second level</a:t>
            </a:r>
          </a:p>
          <a:p>
            <a:pPr lvl="2"/>
            <a:r>
              <a:rPr lang="en-AU" noProof="0"/>
              <a:t>Third level</a:t>
            </a:r>
          </a:p>
          <a:p>
            <a:pPr lvl="3"/>
            <a:r>
              <a:rPr lang="en-AU" noProof="0"/>
              <a:t>Fourth level</a:t>
            </a:r>
          </a:p>
          <a:p>
            <a:pPr lvl="4"/>
            <a:r>
              <a:rPr lang="en-AU" noProof="0"/>
              <a:t>Fifth level</a:t>
            </a:r>
          </a:p>
          <a:p>
            <a:pPr lvl="5"/>
            <a:r>
              <a:rPr lang="en-AU" noProof="0"/>
              <a:t>Sixth level</a:t>
            </a:r>
          </a:p>
          <a:p>
            <a:pPr lvl="6"/>
            <a:r>
              <a:rPr lang="en-AU" noProof="0"/>
              <a:t>Seventh level</a:t>
            </a:r>
          </a:p>
          <a:p>
            <a:pPr lvl="7"/>
            <a:r>
              <a:rPr lang="en-AU" noProof="0"/>
              <a:t>Eighth level</a:t>
            </a:r>
          </a:p>
          <a:p>
            <a:pPr lvl="8"/>
            <a:r>
              <a:rPr lang="en-AU" noProof="0"/>
              <a:t>Ninth level</a:t>
            </a:r>
          </a:p>
        </p:txBody>
      </p:sp>
      <p:pic>
        <p:nvPicPr>
          <p:cNvPr id="5" name="Picture 4" descr="Logo&#10;&#10;Description automatically generated">
            <a:extLst>
              <a:ext uri="{FF2B5EF4-FFF2-40B4-BE49-F238E27FC236}">
                <a16:creationId xmlns:a16="http://schemas.microsoft.com/office/drawing/2014/main" id="{E43BD77A-62AE-458C-9060-3433BBFDE5A4}"/>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630000" y="6344701"/>
            <a:ext cx="1342647" cy="260605"/>
          </a:xfrm>
          <a:prstGeom prst="rect">
            <a:avLst/>
          </a:prstGeom>
        </p:spPr>
      </p:pic>
      <p:sp>
        <p:nvSpPr>
          <p:cNvPr id="7" name="TextBox 6">
            <a:extLst>
              <a:ext uri="{FF2B5EF4-FFF2-40B4-BE49-F238E27FC236}">
                <a16:creationId xmlns:a16="http://schemas.microsoft.com/office/drawing/2014/main" id="{27A91618-DF45-D412-56F8-135A65B2E198}"/>
              </a:ext>
            </a:extLst>
          </p:cNvPr>
          <p:cNvSpPr txBox="1"/>
          <p:nvPr userDrawn="1">
            <p:extLst>
              <p:ext uri="{1162E1C5-73C7-4A58-AE30-91384D911F3F}">
                <p184:classification xmlns:p184="http://schemas.microsoft.com/office/powerpoint/2018/4/main" val="hdr"/>
              </p:ext>
            </p:extLst>
          </p:nvPr>
        </p:nvSpPr>
        <p:spPr>
          <a:xfrm>
            <a:off x="5935663" y="31750"/>
            <a:ext cx="340519" cy="107722"/>
          </a:xfrm>
          <a:prstGeom prst="rect">
            <a:avLst/>
          </a:prstGeom>
        </p:spPr>
        <p:txBody>
          <a:bodyPr horzOverflow="overflow" lIns="0" tIns="0" rIns="0" bIns="0">
            <a:spAutoFit/>
          </a:bodyPr>
          <a:lstStyle/>
          <a:p>
            <a:pPr algn="l"/>
            <a:r>
              <a:rPr lang="en-AU" sz="700">
                <a:solidFill>
                  <a:srgbClr val="FF0000">
                    <a:alpha val="50000"/>
                  </a:srgbClr>
                </a:solidFill>
                <a:latin typeface="Aptos"/>
              </a:rPr>
              <a:t>OFFICIAL</a:t>
            </a:r>
          </a:p>
        </p:txBody>
      </p:sp>
      <p:sp>
        <p:nvSpPr>
          <p:cNvPr id="8" name="TextBox 7">
            <a:extLst>
              <a:ext uri="{FF2B5EF4-FFF2-40B4-BE49-F238E27FC236}">
                <a16:creationId xmlns:a16="http://schemas.microsoft.com/office/drawing/2014/main" id="{94618084-EFA8-4E12-9CA4-2F2F4B28A208}"/>
              </a:ext>
            </a:extLst>
          </p:cNvPr>
          <p:cNvSpPr txBox="1"/>
          <p:nvPr userDrawn="1">
            <p:extLst>
              <p:ext uri="{1162E1C5-73C7-4A58-AE30-91384D911F3F}">
                <p184:classification xmlns:p184="http://schemas.microsoft.com/office/powerpoint/2018/4/main" val="ftr"/>
              </p:ext>
            </p:extLst>
          </p:nvPr>
        </p:nvSpPr>
        <p:spPr>
          <a:xfrm>
            <a:off x="5935663" y="6719570"/>
            <a:ext cx="340519" cy="107722"/>
          </a:xfrm>
          <a:prstGeom prst="rect">
            <a:avLst/>
          </a:prstGeom>
        </p:spPr>
        <p:txBody>
          <a:bodyPr horzOverflow="overflow" lIns="0" tIns="0" rIns="0" bIns="0">
            <a:spAutoFit/>
          </a:bodyPr>
          <a:lstStyle/>
          <a:p>
            <a:pPr algn="l"/>
            <a:r>
              <a:rPr lang="en-AU" sz="700">
                <a:solidFill>
                  <a:srgbClr val="FF0000">
                    <a:alpha val="50000"/>
                  </a:srgbClr>
                </a:solidFill>
                <a:latin typeface="Aptos"/>
              </a:rPr>
              <a:t>OFFICIAL</a:t>
            </a:r>
          </a:p>
        </p:txBody>
      </p:sp>
    </p:spTree>
    <p:extLst>
      <p:ext uri="{BB962C8B-B14F-4D97-AF65-F5344CB8AC3E}">
        <p14:creationId xmlns:p14="http://schemas.microsoft.com/office/powerpoint/2010/main" val="2401158387"/>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Lst>
  <p:hf hdr="0" dt="0"/>
  <p:txStyles>
    <p:titleStyle>
      <a:lvl1pPr algn="l" defTabSz="946052" rtl="0" eaLnBrk="1" latinLnBrk="0" hangingPunct="1">
        <a:lnSpc>
          <a:spcPct val="100000"/>
        </a:lnSpc>
        <a:spcBef>
          <a:spcPct val="0"/>
        </a:spcBef>
        <a:buNone/>
        <a:defRPr sz="2800" b="1" kern="1200">
          <a:solidFill>
            <a:schemeClr val="tx1"/>
          </a:solidFill>
          <a:latin typeface="+mj-lt"/>
          <a:ea typeface="+mj-ea"/>
          <a:cs typeface="Arial" pitchFamily="34" charset="0"/>
        </a:defRPr>
      </a:lvl1pPr>
    </p:titleStyle>
    <p:bodyStyle>
      <a:lvl1pPr marL="0" indent="0" algn="l" defTabSz="946052" rtl="0" eaLnBrk="1" latinLnBrk="0" hangingPunct="1">
        <a:lnSpc>
          <a:spcPct val="100000"/>
        </a:lnSpc>
        <a:spcBef>
          <a:spcPts val="0"/>
        </a:spcBef>
        <a:spcAft>
          <a:spcPts val="600"/>
        </a:spcAft>
        <a:buFont typeface="Arial" pitchFamily="34" charset="0"/>
        <a:buNone/>
        <a:defRPr sz="1350" b="0" kern="1200" baseline="0">
          <a:solidFill>
            <a:schemeClr val="tx1"/>
          </a:solidFill>
          <a:latin typeface="+mn-lt"/>
          <a:ea typeface="+mn-ea"/>
          <a:cs typeface="Arial" pitchFamily="34" charset="0"/>
        </a:defRPr>
      </a:lvl1pPr>
      <a:lvl2pPr marL="0" indent="0" algn="l" defTabSz="946052" rtl="0" eaLnBrk="1" latinLnBrk="0" hangingPunct="1">
        <a:lnSpc>
          <a:spcPct val="100000"/>
        </a:lnSpc>
        <a:spcBef>
          <a:spcPts val="0"/>
        </a:spcBef>
        <a:spcAft>
          <a:spcPts val="600"/>
        </a:spcAft>
        <a:buFont typeface="Arial" pitchFamily="34" charset="0"/>
        <a:buNone/>
        <a:defRPr sz="1150" b="0" kern="1200">
          <a:solidFill>
            <a:schemeClr val="tx1"/>
          </a:solidFill>
          <a:latin typeface="+mn-lt"/>
          <a:ea typeface="+mn-ea"/>
          <a:cs typeface="Arial" pitchFamily="34" charset="0"/>
        </a:defRPr>
      </a:lvl2pPr>
      <a:lvl3pPr marL="198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3pPr>
      <a:lvl4pPr marL="396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4pPr>
      <a:lvl5pPr marL="594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baseline="0">
          <a:solidFill>
            <a:schemeClr val="tx1"/>
          </a:solidFill>
          <a:latin typeface="+mn-lt"/>
          <a:ea typeface="+mn-ea"/>
          <a:cs typeface="Arial" pitchFamily="34" charset="0"/>
        </a:defRPr>
      </a:lvl5pPr>
      <a:lvl6pPr marL="792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6pPr>
      <a:lvl7pPr marL="990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7pPr>
      <a:lvl8pPr marL="1188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8pPr>
      <a:lvl9pPr marL="1386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9pPr>
    </p:bodyStyle>
    <p:otherStyle>
      <a:defPPr>
        <a:defRPr lang="en-US"/>
      </a:defPPr>
      <a:lvl1pPr marL="0" algn="l" defTabSz="946052" rtl="0" eaLnBrk="1" latinLnBrk="0" hangingPunct="1">
        <a:defRPr sz="1905" kern="1200">
          <a:solidFill>
            <a:schemeClr val="tx1"/>
          </a:solidFill>
          <a:latin typeface="+mn-lt"/>
          <a:ea typeface="+mn-ea"/>
          <a:cs typeface="+mn-cs"/>
        </a:defRPr>
      </a:lvl1pPr>
      <a:lvl2pPr marL="473026" algn="l" defTabSz="946052" rtl="0" eaLnBrk="1" latinLnBrk="0" hangingPunct="1">
        <a:defRPr sz="1905" kern="1200">
          <a:solidFill>
            <a:schemeClr val="tx1"/>
          </a:solidFill>
          <a:latin typeface="+mn-lt"/>
          <a:ea typeface="+mn-ea"/>
          <a:cs typeface="+mn-cs"/>
        </a:defRPr>
      </a:lvl2pPr>
      <a:lvl3pPr marL="946052" algn="l" defTabSz="946052" rtl="0" eaLnBrk="1" latinLnBrk="0" hangingPunct="1">
        <a:defRPr sz="1905" kern="1200">
          <a:solidFill>
            <a:schemeClr val="tx1"/>
          </a:solidFill>
          <a:latin typeface="+mn-lt"/>
          <a:ea typeface="+mn-ea"/>
          <a:cs typeface="+mn-cs"/>
        </a:defRPr>
      </a:lvl3pPr>
      <a:lvl4pPr marL="1419078" algn="l" defTabSz="946052" rtl="0" eaLnBrk="1" latinLnBrk="0" hangingPunct="1">
        <a:defRPr sz="1905" kern="1200">
          <a:solidFill>
            <a:schemeClr val="tx1"/>
          </a:solidFill>
          <a:latin typeface="+mn-lt"/>
          <a:ea typeface="+mn-ea"/>
          <a:cs typeface="+mn-cs"/>
        </a:defRPr>
      </a:lvl4pPr>
      <a:lvl5pPr marL="1892104" algn="l" defTabSz="946052" rtl="0" eaLnBrk="1" latinLnBrk="0" hangingPunct="1">
        <a:defRPr sz="1905" kern="1200">
          <a:solidFill>
            <a:schemeClr val="tx1"/>
          </a:solidFill>
          <a:latin typeface="+mn-lt"/>
          <a:ea typeface="+mn-ea"/>
          <a:cs typeface="+mn-cs"/>
        </a:defRPr>
      </a:lvl5pPr>
      <a:lvl6pPr marL="2365130" algn="l" defTabSz="946052" rtl="0" eaLnBrk="1" latinLnBrk="0" hangingPunct="1">
        <a:defRPr sz="1905" kern="1200">
          <a:solidFill>
            <a:schemeClr val="tx1"/>
          </a:solidFill>
          <a:latin typeface="+mn-lt"/>
          <a:ea typeface="+mn-ea"/>
          <a:cs typeface="+mn-cs"/>
        </a:defRPr>
      </a:lvl6pPr>
      <a:lvl7pPr marL="2838156" algn="l" defTabSz="946052" rtl="0" eaLnBrk="1" latinLnBrk="0" hangingPunct="1">
        <a:defRPr sz="1905" kern="1200">
          <a:solidFill>
            <a:schemeClr val="tx1"/>
          </a:solidFill>
          <a:latin typeface="+mn-lt"/>
          <a:ea typeface="+mn-ea"/>
          <a:cs typeface="+mn-cs"/>
        </a:defRPr>
      </a:lvl7pPr>
      <a:lvl8pPr marL="3311182" algn="l" defTabSz="946052" rtl="0" eaLnBrk="1" latinLnBrk="0" hangingPunct="1">
        <a:defRPr sz="1905" kern="1200">
          <a:solidFill>
            <a:schemeClr val="tx1"/>
          </a:solidFill>
          <a:latin typeface="+mn-lt"/>
          <a:ea typeface="+mn-ea"/>
          <a:cs typeface="+mn-cs"/>
        </a:defRPr>
      </a:lvl8pPr>
      <a:lvl9pPr marL="3784207" algn="l" defTabSz="946052"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816">
          <p15:clr>
            <a:srgbClr val="F26B43"/>
          </p15:clr>
        </p15:guide>
        <p15:guide id="2" pos="440">
          <p15:clr>
            <a:srgbClr val="F26B43"/>
          </p15:clr>
        </p15:guide>
        <p15:guide id="3" pos="14856">
          <p15:clr>
            <a:srgbClr val="F26B43"/>
          </p15:clr>
        </p15:guide>
        <p15:guide id="4" orient="horz" pos="218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svg"/><Relationship Id="rId1" Type="http://schemas.openxmlformats.org/officeDocument/2006/relationships/slideLayout" Target="../slideLayouts/slideLayout35.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svg"/><Relationship Id="rId9" Type="http://schemas.openxmlformats.org/officeDocument/2006/relationships/image" Target="../media/image2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sv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7.xml"/><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9.png"/><Relationship Id="rId7"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27.xml"/><Relationship Id="rId6" Type="http://schemas.openxmlformats.org/officeDocument/2006/relationships/image" Target="../media/image36.png"/><Relationship Id="rId5" Type="http://schemas.microsoft.com/office/2007/relationships/hdphoto" Target="../media/hdphoto1.wdp"/><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9.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67.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29.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xml"/><Relationship Id="rId1" Type="http://schemas.openxmlformats.org/officeDocument/2006/relationships/slideLayout" Target="../slideLayouts/slideLayout67.xml"/></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5.xml"/><Relationship Id="rId1" Type="http://schemas.openxmlformats.org/officeDocument/2006/relationships/slideLayout" Target="../slideLayouts/slideLayout67.xml"/></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6.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7.xml"/><Relationship Id="rId1" Type="http://schemas.openxmlformats.org/officeDocument/2006/relationships/slideLayout" Target="../slideLayouts/slideLayout29.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7.xml"/></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1.xml"/><Relationship Id="rId1" Type="http://schemas.openxmlformats.org/officeDocument/2006/relationships/slideLayout" Target="../slideLayouts/slideLayout29.xml"/><Relationship Id="rId5" Type="http://schemas.openxmlformats.org/officeDocument/2006/relationships/image" Target="../media/image77.png"/><Relationship Id="rId4" Type="http://schemas.openxmlformats.org/officeDocument/2006/relationships/image" Target="../media/image76.png"/></Relationships>
</file>

<file path=ppt/slides/_rels/slide3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2.xml"/><Relationship Id="rId1" Type="http://schemas.openxmlformats.org/officeDocument/2006/relationships/slideLayout" Target="../slideLayouts/slideLayout29.xml"/><Relationship Id="rId5" Type="http://schemas.openxmlformats.org/officeDocument/2006/relationships/image" Target="../media/image80.png"/><Relationship Id="rId4" Type="http://schemas.openxmlformats.org/officeDocument/2006/relationships/image" Target="../media/image79.png"/></Relationships>
</file>

<file path=ppt/slides/_rels/slide3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3.xml"/><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82.png"/><Relationship Id="rId7" Type="http://schemas.openxmlformats.org/officeDocument/2006/relationships/image" Target="../media/image20.svg"/><Relationship Id="rId2" Type="http://schemas.openxmlformats.org/officeDocument/2006/relationships/notesSlide" Target="../notesSlides/notesSlide24.xml"/><Relationship Id="rId1" Type="http://schemas.openxmlformats.org/officeDocument/2006/relationships/slideLayout" Target="../slideLayouts/slideLayout31.xml"/><Relationship Id="rId6" Type="http://schemas.openxmlformats.org/officeDocument/2006/relationships/image" Target="../media/image19.svg"/><Relationship Id="rId5" Type="http://schemas.openxmlformats.org/officeDocument/2006/relationships/image" Target="../media/image18.svg"/><Relationship Id="rId10" Type="http://schemas.openxmlformats.org/officeDocument/2006/relationships/chart" Target="../charts/chart4.xml"/><Relationship Id="rId4" Type="http://schemas.openxmlformats.org/officeDocument/2006/relationships/image" Target="../media/image83.svg"/><Relationship Id="rId9" Type="http://schemas.openxmlformats.org/officeDocument/2006/relationships/image" Target="../media/image85.svg"/></Relationships>
</file>

<file path=ppt/slides/_rels/slide3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49.xml"/><Relationship Id="rId5" Type="http://schemas.openxmlformats.org/officeDocument/2006/relationships/image" Target="../media/image89.png"/><Relationship Id="rId4" Type="http://schemas.openxmlformats.org/officeDocument/2006/relationships/image" Target="../media/image88.png"/></Relationships>
</file>

<file path=ppt/slides/_rels/slide3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29.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3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ABF85-7E3E-DF46-7942-C85249C8082C}"/>
              </a:ext>
            </a:extLst>
          </p:cNvPr>
          <p:cNvSpPr>
            <a:spLocks noGrp="1"/>
          </p:cNvSpPr>
          <p:nvPr>
            <p:ph type="ctrTitle"/>
          </p:nvPr>
        </p:nvSpPr>
        <p:spPr>
          <a:xfrm>
            <a:off x="1524000" y="2179887"/>
            <a:ext cx="9144000" cy="2042255"/>
          </a:xfrm>
        </p:spPr>
        <p:txBody>
          <a:bodyPr/>
          <a:lstStyle/>
          <a:p>
            <a:r>
              <a:rPr lang="en-US" b="1" dirty="0"/>
              <a:t>Building at the speed of curiosity</a:t>
            </a:r>
            <a:endParaRPr lang="en-AU" b="1" dirty="0"/>
          </a:p>
        </p:txBody>
      </p:sp>
    </p:spTree>
    <p:extLst>
      <p:ext uri="{BB962C8B-B14F-4D97-AF65-F5344CB8AC3E}">
        <p14:creationId xmlns:p14="http://schemas.microsoft.com/office/powerpoint/2010/main" val="1030042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2449C-6D58-A9D2-AA74-1377D41A6EE3}"/>
              </a:ext>
            </a:extLst>
          </p:cNvPr>
          <p:cNvSpPr>
            <a:spLocks noGrp="1"/>
          </p:cNvSpPr>
          <p:nvPr>
            <p:ph type="title"/>
          </p:nvPr>
        </p:nvSpPr>
        <p:spPr/>
        <p:txBody>
          <a:bodyPr/>
          <a:lstStyle/>
          <a:p>
            <a:r>
              <a:rPr lang="en-AU" b="1" dirty="0"/>
              <a:t>Acknowledgement of country</a:t>
            </a:r>
          </a:p>
        </p:txBody>
      </p:sp>
      <p:sp>
        <p:nvSpPr>
          <p:cNvPr id="3" name="Content Placeholder 2">
            <a:extLst>
              <a:ext uri="{FF2B5EF4-FFF2-40B4-BE49-F238E27FC236}">
                <a16:creationId xmlns:a16="http://schemas.microsoft.com/office/drawing/2014/main" id="{DFABF1DE-C58D-B5C9-5AE9-589F6ABE06C2}"/>
              </a:ext>
            </a:extLst>
          </p:cNvPr>
          <p:cNvSpPr>
            <a:spLocks noGrp="1"/>
          </p:cNvSpPr>
          <p:nvPr>
            <p:ph idx="1"/>
          </p:nvPr>
        </p:nvSpPr>
        <p:spPr/>
        <p:txBody>
          <a:bodyPr/>
          <a:lstStyle/>
          <a:p>
            <a:endParaRPr lang="en-AU" dirty="0"/>
          </a:p>
        </p:txBody>
      </p:sp>
    </p:spTree>
    <p:extLst>
      <p:ext uri="{BB962C8B-B14F-4D97-AF65-F5344CB8AC3E}">
        <p14:creationId xmlns:p14="http://schemas.microsoft.com/office/powerpoint/2010/main" val="3479684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77071-9592-C091-4B62-FF9638067B2A}"/>
              </a:ext>
            </a:extLst>
          </p:cNvPr>
          <p:cNvSpPr>
            <a:spLocks noGrp="1"/>
          </p:cNvSpPr>
          <p:nvPr>
            <p:ph type="title"/>
          </p:nvPr>
        </p:nvSpPr>
        <p:spPr/>
        <p:txBody>
          <a:bodyPr/>
          <a:lstStyle/>
          <a:p>
            <a:r>
              <a:rPr lang="en-AU" b="1" dirty="0"/>
              <a:t>What I’ll be covering</a:t>
            </a:r>
          </a:p>
        </p:txBody>
      </p:sp>
      <p:sp>
        <p:nvSpPr>
          <p:cNvPr id="3" name="Content Placeholder 2">
            <a:extLst>
              <a:ext uri="{FF2B5EF4-FFF2-40B4-BE49-F238E27FC236}">
                <a16:creationId xmlns:a16="http://schemas.microsoft.com/office/drawing/2014/main" id="{2C339DBA-14A3-F53C-4ED6-D1EEDEB094B6}"/>
              </a:ext>
            </a:extLst>
          </p:cNvPr>
          <p:cNvSpPr>
            <a:spLocks noGrp="1"/>
          </p:cNvSpPr>
          <p:nvPr>
            <p:ph idx="1"/>
          </p:nvPr>
        </p:nvSpPr>
        <p:spPr/>
        <p:txBody>
          <a:bodyPr/>
          <a:lstStyle/>
          <a:p>
            <a:pPr marL="0" indent="0">
              <a:buNone/>
            </a:pPr>
            <a:r>
              <a:rPr lang="en-AU" dirty="0"/>
              <a:t>NOTE FOR CLAUDE: PLEASE CREATE A HIGH LEVEL VIBE OF WHAT I’LL BE ADDRESSING.</a:t>
            </a:r>
          </a:p>
        </p:txBody>
      </p:sp>
    </p:spTree>
    <p:extLst>
      <p:ext uri="{BB962C8B-B14F-4D97-AF65-F5344CB8AC3E}">
        <p14:creationId xmlns:p14="http://schemas.microsoft.com/office/powerpoint/2010/main" val="755120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CD3F-40B9-FB09-755B-7D563AA3D53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5572CF5-1B44-5117-45FD-511475CC948E}"/>
              </a:ext>
            </a:extLst>
          </p:cNvPr>
          <p:cNvSpPr/>
          <p:nvPr/>
        </p:nvSpPr>
        <p:spPr>
          <a:xfrm>
            <a:off x="6096000" y="0"/>
            <a:ext cx="6096000" cy="6858000"/>
          </a:xfrm>
          <a:prstGeom prst="rect">
            <a:avLst/>
          </a:prstGeom>
          <a:solidFill>
            <a:srgbClr val="FCFBF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dirty="0">
              <a:solidFill>
                <a:schemeClr val="tx1"/>
              </a:solidFill>
            </a:endParaRPr>
          </a:p>
        </p:txBody>
      </p:sp>
      <p:pic>
        <p:nvPicPr>
          <p:cNvPr id="1026" name="Picture 2" descr="Generated image">
            <a:extLst>
              <a:ext uri="{FF2B5EF4-FFF2-40B4-BE49-F238E27FC236}">
                <a16:creationId xmlns:a16="http://schemas.microsoft.com/office/drawing/2014/main" id="{A6A4EDD8-D1D6-CC34-F602-9A48CEE6F373}"/>
              </a:ext>
            </a:extLst>
          </p:cNvPr>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tretch>
            <a:fillRect/>
          </a:stretch>
        </p:blipFill>
        <p:spPr bwMode="auto">
          <a:xfrm>
            <a:off x="6506088" y="796207"/>
            <a:ext cx="5265585" cy="5265585"/>
          </a:xfrm>
          <a:prstGeom prst="rect">
            <a:avLst/>
          </a:prstGeom>
          <a:solidFill>
            <a:srgbClr val="FFFFFF"/>
          </a:solidFill>
        </p:spPr>
      </p:pic>
      <p:sp>
        <p:nvSpPr>
          <p:cNvPr id="3" name="Title 2">
            <a:extLst>
              <a:ext uri="{FF2B5EF4-FFF2-40B4-BE49-F238E27FC236}">
                <a16:creationId xmlns:a16="http://schemas.microsoft.com/office/drawing/2014/main" id="{F8AEA82C-96C6-2492-6B07-0D2F2DB95CD7}"/>
              </a:ext>
            </a:extLst>
          </p:cNvPr>
          <p:cNvSpPr>
            <a:spLocks noGrp="1"/>
          </p:cNvSpPr>
          <p:nvPr>
            <p:ph type="title"/>
          </p:nvPr>
        </p:nvSpPr>
        <p:spPr>
          <a:xfrm>
            <a:off x="630000" y="601539"/>
            <a:ext cx="4781924" cy="807261"/>
          </a:xfrm>
        </p:spPr>
        <p:txBody>
          <a:bodyPr anchor="ctr">
            <a:normAutofit/>
          </a:bodyPr>
          <a:lstStyle/>
          <a:p>
            <a:r>
              <a:rPr lang="en-US" dirty="0"/>
              <a:t>About </a:t>
            </a:r>
            <a:r>
              <a:rPr lang="en-US" dirty="0" err="1"/>
              <a:t>IPAVentures</a:t>
            </a:r>
            <a:endParaRPr lang="en-AU" dirty="0"/>
          </a:p>
        </p:txBody>
      </p:sp>
      <p:sp>
        <p:nvSpPr>
          <p:cNvPr id="5" name="Content Placeholder 4">
            <a:extLst>
              <a:ext uri="{FF2B5EF4-FFF2-40B4-BE49-F238E27FC236}">
                <a16:creationId xmlns:a16="http://schemas.microsoft.com/office/drawing/2014/main" id="{4D038D6C-11DA-B004-D9C3-C327CCD6F947}"/>
              </a:ext>
            </a:extLst>
          </p:cNvPr>
          <p:cNvSpPr>
            <a:spLocks noGrp="1"/>
          </p:cNvSpPr>
          <p:nvPr>
            <p:ph sz="quarter" idx="12"/>
          </p:nvPr>
        </p:nvSpPr>
        <p:spPr>
          <a:xfrm>
            <a:off x="630000" y="2278798"/>
            <a:ext cx="4781924" cy="2922206"/>
          </a:xfrm>
        </p:spPr>
        <p:txBody>
          <a:bodyPr>
            <a:normAutofit fontScale="92500"/>
          </a:bodyPr>
          <a:lstStyle/>
          <a:p>
            <a:r>
              <a:rPr lang="en-US" sz="2000" dirty="0"/>
              <a:t>Testing bold, high-potential ideas through small, fast, and focused experiments, with a willingness to pivot or scale based on what’s learned</a:t>
            </a:r>
          </a:p>
          <a:p>
            <a:pPr marL="228600" indent="-228600">
              <a:buFont typeface="Arial" panose="020B0604020202020204" pitchFamily="34" charset="0"/>
              <a:buChar char="•"/>
            </a:pPr>
            <a:endParaRPr lang="en-US" sz="2000" dirty="0"/>
          </a:p>
          <a:p>
            <a:endParaRPr lang="en-US" sz="2000" dirty="0"/>
          </a:p>
          <a:p>
            <a:r>
              <a:rPr lang="en-US" sz="2000" dirty="0"/>
              <a:t>We want to learn quickly and cheaply when we’re least certain. Then scale up the effort and investment only as/when we become more confident in proceeding.</a:t>
            </a:r>
          </a:p>
        </p:txBody>
      </p:sp>
    </p:spTree>
    <p:extLst>
      <p:ext uri="{BB962C8B-B14F-4D97-AF65-F5344CB8AC3E}">
        <p14:creationId xmlns:p14="http://schemas.microsoft.com/office/powerpoint/2010/main" val="635206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C1FEB-42FD-082B-9CA7-C0C573EAD609}"/>
              </a:ext>
            </a:extLst>
          </p:cNvPr>
          <p:cNvSpPr>
            <a:spLocks noGrp="1"/>
          </p:cNvSpPr>
          <p:nvPr>
            <p:ph type="title"/>
          </p:nvPr>
        </p:nvSpPr>
        <p:spPr>
          <a:xfrm>
            <a:off x="193141" y="900983"/>
            <a:ext cx="11805718" cy="914401"/>
          </a:xfrm>
        </p:spPr>
        <p:txBody>
          <a:bodyPr>
            <a:noAutofit/>
          </a:bodyPr>
          <a:lstStyle/>
          <a:p>
            <a:pPr algn="ctr"/>
            <a:r>
              <a:rPr lang="en-AU" sz="3200" b="1" dirty="0"/>
              <a:t>Building at the speed of curiosity </a:t>
            </a:r>
            <a:br>
              <a:rPr lang="en-AU" sz="3200" dirty="0"/>
            </a:br>
            <a:r>
              <a:rPr lang="en-AU" sz="4800" dirty="0">
                <a:solidFill>
                  <a:srgbClr val="FF0000"/>
                </a:solidFill>
              </a:rPr>
              <a:t>≠ </a:t>
            </a:r>
            <a:br>
              <a:rPr lang="en-AU" sz="3200" dirty="0"/>
            </a:br>
            <a:r>
              <a:rPr lang="en-AU" sz="3200" b="1" dirty="0"/>
              <a:t>Deploying an enterprise solution at the speed of curiosity</a:t>
            </a:r>
          </a:p>
        </p:txBody>
      </p:sp>
      <p:grpSp>
        <p:nvGrpSpPr>
          <p:cNvPr id="38" name="Group 37">
            <a:extLst>
              <a:ext uri="{FF2B5EF4-FFF2-40B4-BE49-F238E27FC236}">
                <a16:creationId xmlns:a16="http://schemas.microsoft.com/office/drawing/2014/main" id="{B7C93A4D-DBD8-73B4-AED9-970676C5DD86}"/>
              </a:ext>
            </a:extLst>
          </p:cNvPr>
          <p:cNvGrpSpPr/>
          <p:nvPr/>
        </p:nvGrpSpPr>
        <p:grpSpPr>
          <a:xfrm>
            <a:off x="501164" y="2724187"/>
            <a:ext cx="11189672" cy="3796450"/>
            <a:chOff x="-234971" y="2021791"/>
            <a:chExt cx="12451736" cy="4210698"/>
          </a:xfrm>
        </p:grpSpPr>
        <p:sp>
          <p:nvSpPr>
            <p:cNvPr id="5" name="Rectangle 4">
              <a:extLst>
                <a:ext uri="{FF2B5EF4-FFF2-40B4-BE49-F238E27FC236}">
                  <a16:creationId xmlns:a16="http://schemas.microsoft.com/office/drawing/2014/main" id="{83D40D57-41F2-5895-8ABE-419FB2FA6293}"/>
                </a:ext>
              </a:extLst>
            </p:cNvPr>
            <p:cNvSpPr/>
            <p:nvPr/>
          </p:nvSpPr>
          <p:spPr>
            <a:xfrm>
              <a:off x="147226" y="2640019"/>
              <a:ext cx="2597900" cy="494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b="1" dirty="0">
                  <a:solidFill>
                    <a:schemeClr val="accent1"/>
                  </a:solidFill>
                </a:rPr>
                <a:t>Is it desirable?</a:t>
              </a:r>
            </a:p>
          </p:txBody>
        </p:sp>
        <p:sp>
          <p:nvSpPr>
            <p:cNvPr id="6" name="Rectangle 5">
              <a:extLst>
                <a:ext uri="{FF2B5EF4-FFF2-40B4-BE49-F238E27FC236}">
                  <a16:creationId xmlns:a16="http://schemas.microsoft.com/office/drawing/2014/main" id="{A804ADE9-BFD1-A556-15EF-FBBE79B6B9ED}"/>
                </a:ext>
              </a:extLst>
            </p:cNvPr>
            <p:cNvSpPr/>
            <p:nvPr/>
          </p:nvSpPr>
          <p:spPr>
            <a:xfrm>
              <a:off x="145321" y="3773776"/>
              <a:ext cx="2599805" cy="494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b="1" dirty="0">
                  <a:solidFill>
                    <a:schemeClr val="accent1"/>
                  </a:solidFill>
                </a:rPr>
                <a:t>Is it viable?</a:t>
              </a:r>
            </a:p>
          </p:txBody>
        </p:sp>
        <p:sp>
          <p:nvSpPr>
            <p:cNvPr id="7" name="Rectangle 6">
              <a:extLst>
                <a:ext uri="{FF2B5EF4-FFF2-40B4-BE49-F238E27FC236}">
                  <a16:creationId xmlns:a16="http://schemas.microsoft.com/office/drawing/2014/main" id="{CE0F5C0A-0BB1-8DE0-9D2F-23B8900C36DE}"/>
                </a:ext>
              </a:extLst>
            </p:cNvPr>
            <p:cNvSpPr/>
            <p:nvPr/>
          </p:nvSpPr>
          <p:spPr>
            <a:xfrm>
              <a:off x="145322" y="5160334"/>
              <a:ext cx="2599804" cy="494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b="1" dirty="0">
                  <a:solidFill>
                    <a:schemeClr val="accent1"/>
                  </a:solidFill>
                </a:rPr>
                <a:t>Is it feasible?</a:t>
              </a:r>
            </a:p>
          </p:txBody>
        </p:sp>
        <p:sp>
          <p:nvSpPr>
            <p:cNvPr id="8" name="Rectangle 7">
              <a:extLst>
                <a:ext uri="{FF2B5EF4-FFF2-40B4-BE49-F238E27FC236}">
                  <a16:creationId xmlns:a16="http://schemas.microsoft.com/office/drawing/2014/main" id="{0E6661FC-E90B-CB4C-67CD-A78E76DD480A}"/>
                </a:ext>
              </a:extLst>
            </p:cNvPr>
            <p:cNvSpPr/>
            <p:nvPr/>
          </p:nvSpPr>
          <p:spPr>
            <a:xfrm>
              <a:off x="5071150" y="2807543"/>
              <a:ext cx="2335794" cy="6545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Privacy threshold assessment</a:t>
              </a:r>
            </a:p>
          </p:txBody>
        </p:sp>
        <p:sp>
          <p:nvSpPr>
            <p:cNvPr id="9" name="Rectangle 8">
              <a:extLst>
                <a:ext uri="{FF2B5EF4-FFF2-40B4-BE49-F238E27FC236}">
                  <a16:creationId xmlns:a16="http://schemas.microsoft.com/office/drawing/2014/main" id="{60D504D5-8C7D-AFBB-D821-F7E16054F182}"/>
                </a:ext>
              </a:extLst>
            </p:cNvPr>
            <p:cNvSpPr/>
            <p:nvPr/>
          </p:nvSpPr>
          <p:spPr>
            <a:xfrm>
              <a:off x="5071150" y="3580973"/>
              <a:ext cx="2335794" cy="6450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Privacy impact assessment</a:t>
              </a:r>
            </a:p>
          </p:txBody>
        </p:sp>
        <p:sp>
          <p:nvSpPr>
            <p:cNvPr id="10" name="Rectangle 9">
              <a:extLst>
                <a:ext uri="{FF2B5EF4-FFF2-40B4-BE49-F238E27FC236}">
                  <a16:creationId xmlns:a16="http://schemas.microsoft.com/office/drawing/2014/main" id="{F6D76E02-A471-62FD-1391-75EA42BA686E}"/>
                </a:ext>
              </a:extLst>
            </p:cNvPr>
            <p:cNvSpPr/>
            <p:nvPr/>
          </p:nvSpPr>
          <p:spPr>
            <a:xfrm>
              <a:off x="5071150" y="4361580"/>
              <a:ext cx="2335794" cy="6450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050" dirty="0"/>
                <a:t>Assessment against the Commonwealth AI Assurance Framework</a:t>
              </a:r>
            </a:p>
          </p:txBody>
        </p:sp>
        <p:sp>
          <p:nvSpPr>
            <p:cNvPr id="11" name="Rectangle 10">
              <a:extLst>
                <a:ext uri="{FF2B5EF4-FFF2-40B4-BE49-F238E27FC236}">
                  <a16:creationId xmlns:a16="http://schemas.microsoft.com/office/drawing/2014/main" id="{B035BF29-F27B-1748-6C12-99BB48A50D2B}"/>
                </a:ext>
              </a:extLst>
            </p:cNvPr>
            <p:cNvSpPr/>
            <p:nvPr/>
          </p:nvSpPr>
          <p:spPr>
            <a:xfrm>
              <a:off x="5071150" y="5142187"/>
              <a:ext cx="2335794" cy="589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dirty="0"/>
                <a:t>Assessment against the technical standards for government’s us of AI</a:t>
              </a:r>
            </a:p>
          </p:txBody>
        </p:sp>
        <p:sp>
          <p:nvSpPr>
            <p:cNvPr id="12" name="Multiplication Sign 11">
              <a:extLst>
                <a:ext uri="{FF2B5EF4-FFF2-40B4-BE49-F238E27FC236}">
                  <a16:creationId xmlns:a16="http://schemas.microsoft.com/office/drawing/2014/main" id="{67AE22C8-F9DF-3534-EE66-676763DBC83D}"/>
                </a:ext>
              </a:extLst>
            </p:cNvPr>
            <p:cNvSpPr/>
            <p:nvPr/>
          </p:nvSpPr>
          <p:spPr>
            <a:xfrm>
              <a:off x="4490882" y="2666573"/>
              <a:ext cx="914400" cy="914400"/>
            </a:xfrm>
            <a:prstGeom prst="mathMultiply">
              <a:avLst>
                <a:gd name="adj1" fmla="val 16589"/>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C00000"/>
                </a:solidFill>
              </a:endParaRPr>
            </a:p>
          </p:txBody>
        </p:sp>
        <p:sp>
          <p:nvSpPr>
            <p:cNvPr id="16" name="Multiplication Sign 15">
              <a:extLst>
                <a:ext uri="{FF2B5EF4-FFF2-40B4-BE49-F238E27FC236}">
                  <a16:creationId xmlns:a16="http://schemas.microsoft.com/office/drawing/2014/main" id="{087B2BE9-00DA-FCA6-C110-2B7F1046F886}"/>
                </a:ext>
              </a:extLst>
            </p:cNvPr>
            <p:cNvSpPr/>
            <p:nvPr/>
          </p:nvSpPr>
          <p:spPr>
            <a:xfrm>
              <a:off x="4490880" y="3469210"/>
              <a:ext cx="914400" cy="914400"/>
            </a:xfrm>
            <a:prstGeom prst="mathMultiply">
              <a:avLst>
                <a:gd name="adj1" fmla="val 16589"/>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C00000"/>
                </a:solidFill>
              </a:endParaRPr>
            </a:p>
          </p:txBody>
        </p:sp>
        <p:sp>
          <p:nvSpPr>
            <p:cNvPr id="17" name="Multiplication Sign 16">
              <a:extLst>
                <a:ext uri="{FF2B5EF4-FFF2-40B4-BE49-F238E27FC236}">
                  <a16:creationId xmlns:a16="http://schemas.microsoft.com/office/drawing/2014/main" id="{B9BDFFEF-B2AD-C727-2727-39AC5F1B7104}"/>
                </a:ext>
              </a:extLst>
            </p:cNvPr>
            <p:cNvSpPr/>
            <p:nvPr/>
          </p:nvSpPr>
          <p:spPr>
            <a:xfrm>
              <a:off x="4490388" y="4237927"/>
              <a:ext cx="914400" cy="914400"/>
            </a:xfrm>
            <a:prstGeom prst="mathMultiply">
              <a:avLst>
                <a:gd name="adj1" fmla="val 16589"/>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C00000"/>
                </a:solidFill>
              </a:endParaRPr>
            </a:p>
          </p:txBody>
        </p:sp>
        <p:sp>
          <p:nvSpPr>
            <p:cNvPr id="18" name="Multiplication Sign 17">
              <a:extLst>
                <a:ext uri="{FF2B5EF4-FFF2-40B4-BE49-F238E27FC236}">
                  <a16:creationId xmlns:a16="http://schemas.microsoft.com/office/drawing/2014/main" id="{2A17E770-E8F4-28D5-0278-1E51D2ACCB8D}"/>
                </a:ext>
              </a:extLst>
            </p:cNvPr>
            <p:cNvSpPr/>
            <p:nvPr/>
          </p:nvSpPr>
          <p:spPr>
            <a:xfrm>
              <a:off x="4441839" y="4994753"/>
              <a:ext cx="914400" cy="914400"/>
            </a:xfrm>
            <a:prstGeom prst="mathMultiply">
              <a:avLst>
                <a:gd name="adj1" fmla="val 16589"/>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C00000"/>
                </a:solidFill>
              </a:endParaRPr>
            </a:p>
          </p:txBody>
        </p:sp>
        <p:sp>
          <p:nvSpPr>
            <p:cNvPr id="19" name="Title 1">
              <a:extLst>
                <a:ext uri="{FF2B5EF4-FFF2-40B4-BE49-F238E27FC236}">
                  <a16:creationId xmlns:a16="http://schemas.microsoft.com/office/drawing/2014/main" id="{30450F94-1E48-1BC3-4A6F-EAC9CA9B4762}"/>
                </a:ext>
              </a:extLst>
            </p:cNvPr>
            <p:cNvSpPr txBox="1">
              <a:spLocks/>
            </p:cNvSpPr>
            <p:nvPr/>
          </p:nvSpPr>
          <p:spPr>
            <a:xfrm>
              <a:off x="-234971" y="2021791"/>
              <a:ext cx="2980099" cy="7817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3200" b="1" dirty="0"/>
                <a:t>What this is</a:t>
              </a:r>
            </a:p>
          </p:txBody>
        </p:sp>
        <p:sp>
          <p:nvSpPr>
            <p:cNvPr id="20" name="Title 1">
              <a:extLst>
                <a:ext uri="{FF2B5EF4-FFF2-40B4-BE49-F238E27FC236}">
                  <a16:creationId xmlns:a16="http://schemas.microsoft.com/office/drawing/2014/main" id="{EA3241D2-9789-2AD8-9535-0682EA79CB2D}"/>
                </a:ext>
              </a:extLst>
            </p:cNvPr>
            <p:cNvSpPr txBox="1">
              <a:spLocks/>
            </p:cNvSpPr>
            <p:nvPr/>
          </p:nvSpPr>
          <p:spPr>
            <a:xfrm>
              <a:off x="4748997" y="2066193"/>
              <a:ext cx="2980099" cy="7817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3200" b="1" dirty="0"/>
                <a:t>What it’s not</a:t>
              </a:r>
            </a:p>
          </p:txBody>
        </p:sp>
        <p:sp>
          <p:nvSpPr>
            <p:cNvPr id="26" name="TextBox 25">
              <a:extLst>
                <a:ext uri="{FF2B5EF4-FFF2-40B4-BE49-F238E27FC236}">
                  <a16:creationId xmlns:a16="http://schemas.microsoft.com/office/drawing/2014/main" id="{4907427C-4338-579A-09E1-2813F6FDDF01}"/>
                </a:ext>
              </a:extLst>
            </p:cNvPr>
            <p:cNvSpPr txBox="1"/>
            <p:nvPr/>
          </p:nvSpPr>
          <p:spPr>
            <a:xfrm>
              <a:off x="145321" y="5586158"/>
              <a:ext cx="2931832" cy="646331"/>
            </a:xfrm>
            <a:prstGeom prst="rect">
              <a:avLst/>
            </a:prstGeom>
            <a:noFill/>
          </p:spPr>
          <p:txBody>
            <a:bodyPr wrap="square">
              <a:spAutoFit/>
            </a:bodyPr>
            <a:lstStyle/>
            <a:p>
              <a:r>
                <a:rPr lang="en-AU" sz="1200" b="0" i="0" dirty="0">
                  <a:solidFill>
                    <a:srgbClr val="323130"/>
                  </a:solidFill>
                  <a:effectLst/>
                  <a:latin typeface="Segoe UI" panose="020B0502040204020203" pitchFamily="34" charset="0"/>
                </a:rPr>
                <a:t>Is the idea technically workable? </a:t>
              </a:r>
              <a:br>
                <a:rPr lang="en-AU" sz="1200" b="0" i="0" dirty="0">
                  <a:solidFill>
                    <a:srgbClr val="323130"/>
                  </a:solidFill>
                  <a:effectLst/>
                  <a:latin typeface="Segoe UI" panose="020B0502040204020203" pitchFamily="34" charset="0"/>
                </a:rPr>
              </a:br>
              <a:r>
                <a:rPr lang="en-AU" sz="1200" b="0" i="0" dirty="0">
                  <a:solidFill>
                    <a:srgbClr val="323130"/>
                  </a:solidFill>
                  <a:effectLst/>
                  <a:latin typeface="Segoe UI" panose="020B0502040204020203" pitchFamily="34" charset="0"/>
                </a:rPr>
                <a:t>Is it within our capability and capacity to deliver?</a:t>
              </a:r>
              <a:endParaRPr lang="en-AU" sz="1600" dirty="0"/>
            </a:p>
          </p:txBody>
        </p:sp>
        <p:sp>
          <p:nvSpPr>
            <p:cNvPr id="28" name="TextBox 27">
              <a:extLst>
                <a:ext uri="{FF2B5EF4-FFF2-40B4-BE49-F238E27FC236}">
                  <a16:creationId xmlns:a16="http://schemas.microsoft.com/office/drawing/2014/main" id="{D171F9FA-3B98-D1BD-3F47-227202A70973}"/>
                </a:ext>
              </a:extLst>
            </p:cNvPr>
            <p:cNvSpPr txBox="1"/>
            <p:nvPr/>
          </p:nvSpPr>
          <p:spPr>
            <a:xfrm>
              <a:off x="145320" y="3134451"/>
              <a:ext cx="3180074" cy="716855"/>
            </a:xfrm>
            <a:prstGeom prst="rect">
              <a:avLst/>
            </a:prstGeom>
            <a:noFill/>
          </p:spPr>
          <p:txBody>
            <a:bodyPr wrap="square">
              <a:spAutoFit/>
            </a:bodyPr>
            <a:lstStyle/>
            <a:p>
              <a:r>
                <a:rPr lang="en-AU" sz="1200" b="0" i="0" dirty="0">
                  <a:solidFill>
                    <a:srgbClr val="323130"/>
                  </a:solidFill>
                  <a:effectLst/>
                  <a:latin typeface="Segoe UI" panose="020B0502040204020203" pitchFamily="34" charset="0"/>
                </a:rPr>
                <a:t>Is the idea or product needed by or desirable to the user? Does it address their needs?</a:t>
              </a:r>
              <a:endParaRPr lang="en-AU" sz="1600" dirty="0"/>
            </a:p>
          </p:txBody>
        </p:sp>
        <p:sp>
          <p:nvSpPr>
            <p:cNvPr id="30" name="TextBox 29">
              <a:extLst>
                <a:ext uri="{FF2B5EF4-FFF2-40B4-BE49-F238E27FC236}">
                  <a16:creationId xmlns:a16="http://schemas.microsoft.com/office/drawing/2014/main" id="{036E6F65-5A3C-B527-173D-67288820CC15}"/>
                </a:ext>
              </a:extLst>
            </p:cNvPr>
            <p:cNvSpPr txBox="1"/>
            <p:nvPr/>
          </p:nvSpPr>
          <p:spPr>
            <a:xfrm>
              <a:off x="145320" y="4330334"/>
              <a:ext cx="2931832" cy="716855"/>
            </a:xfrm>
            <a:prstGeom prst="rect">
              <a:avLst/>
            </a:prstGeom>
            <a:noFill/>
          </p:spPr>
          <p:txBody>
            <a:bodyPr wrap="square">
              <a:spAutoFit/>
            </a:bodyPr>
            <a:lstStyle/>
            <a:p>
              <a:r>
                <a:rPr lang="en-AU" sz="1200" b="0" i="0" dirty="0">
                  <a:solidFill>
                    <a:srgbClr val="323130"/>
                  </a:solidFill>
                  <a:effectLst/>
                  <a:latin typeface="Segoe UI" panose="020B0502040204020203" pitchFamily="34" charset="0"/>
                </a:rPr>
                <a:t>Does it make economic and commercial sense? Is it a sustainable business opportunity?</a:t>
              </a:r>
              <a:endParaRPr lang="en-AU" sz="1600" dirty="0"/>
            </a:p>
          </p:txBody>
        </p:sp>
        <p:sp>
          <p:nvSpPr>
            <p:cNvPr id="37" name="TextBox 36">
              <a:extLst>
                <a:ext uri="{FF2B5EF4-FFF2-40B4-BE49-F238E27FC236}">
                  <a16:creationId xmlns:a16="http://schemas.microsoft.com/office/drawing/2014/main" id="{F188969A-D085-1AB7-B10E-30B7793727D1}"/>
                </a:ext>
              </a:extLst>
            </p:cNvPr>
            <p:cNvSpPr txBox="1"/>
            <p:nvPr/>
          </p:nvSpPr>
          <p:spPr>
            <a:xfrm>
              <a:off x="8551550" y="2257533"/>
              <a:ext cx="3665215" cy="3720819"/>
            </a:xfrm>
            <a:prstGeom prst="rect">
              <a:avLst/>
            </a:prstGeom>
            <a:noFill/>
          </p:spPr>
          <p:txBody>
            <a:bodyPr wrap="square">
              <a:spAutoFit/>
            </a:bodyPr>
            <a:lstStyle/>
            <a:p>
              <a:r>
                <a:rPr lang="en-US" sz="2800" b="1" dirty="0"/>
                <a:t>De-risking does not mean removing all risk. </a:t>
              </a:r>
            </a:p>
            <a:p>
              <a:endParaRPr lang="en-US" sz="2000" dirty="0"/>
            </a:p>
            <a:p>
              <a:r>
                <a:rPr lang="en-US" dirty="0"/>
                <a:t>It means identifying the most important uncertainties, testing them early and putting appropriate controls in place </a:t>
              </a:r>
              <a:r>
                <a:rPr lang="en-US" b="1" dirty="0"/>
                <a:t>before making a larger commitment.</a:t>
              </a:r>
            </a:p>
          </p:txBody>
        </p:sp>
      </p:grpSp>
    </p:spTree>
    <p:extLst>
      <p:ext uri="{BB962C8B-B14F-4D97-AF65-F5344CB8AC3E}">
        <p14:creationId xmlns:p14="http://schemas.microsoft.com/office/powerpoint/2010/main" val="390801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10577;p615">
            <a:extLst>
              <a:ext uri="{FF2B5EF4-FFF2-40B4-BE49-F238E27FC236}">
                <a16:creationId xmlns:a16="http://schemas.microsoft.com/office/drawing/2014/main" id="{3A5F75AF-0421-1E9D-1D45-C4CE24CA56F0}"/>
              </a:ext>
            </a:extLst>
          </p:cNvPr>
          <p:cNvSpPr/>
          <p:nvPr/>
        </p:nvSpPr>
        <p:spPr>
          <a:xfrm>
            <a:off x="6096000" y="1"/>
            <a:ext cx="6096002" cy="6858011"/>
          </a:xfrm>
          <a:prstGeom prst="rect">
            <a:avLst/>
          </a:prstGeom>
          <a:solidFill>
            <a:schemeClr val="accent2">
              <a:lumMod val="60000"/>
              <a:lumOff val="40000"/>
            </a:scheme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1200" cap="none" spc="0" normalizeH="0" baseline="0" noProof="0">
              <a:ln>
                <a:noFill/>
              </a:ln>
              <a:solidFill>
                <a:srgbClr val="DE4326"/>
              </a:solidFill>
              <a:effectLst/>
              <a:uLnTx/>
              <a:uFillTx/>
              <a:latin typeface="Century Gothic"/>
              <a:ea typeface="Century Gothic"/>
              <a:cs typeface="Century Gothic"/>
              <a:sym typeface="Century Gothic"/>
            </a:endParaRPr>
          </a:p>
        </p:txBody>
      </p:sp>
      <p:sp>
        <p:nvSpPr>
          <p:cNvPr id="4" name="Title 1">
            <a:extLst>
              <a:ext uri="{FF2B5EF4-FFF2-40B4-BE49-F238E27FC236}">
                <a16:creationId xmlns:a16="http://schemas.microsoft.com/office/drawing/2014/main" id="{AB86BDDC-8651-7BF8-C715-14F71F544FA7}"/>
              </a:ext>
            </a:extLst>
          </p:cNvPr>
          <p:cNvSpPr txBox="1">
            <a:spLocks/>
          </p:cNvSpPr>
          <p:nvPr/>
        </p:nvSpPr>
        <p:spPr>
          <a:xfrm>
            <a:off x="803563" y="800709"/>
            <a:ext cx="3859963" cy="80726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IP </a:t>
            </a:r>
            <a:r>
              <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sym typeface="Century Gothic"/>
              </a:rPr>
              <a:t>First Response</a:t>
            </a:r>
            <a:endParaRPr kumimoji="0" lang="en-AU"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sym typeface="Century Gothic"/>
            </a:endParaRPr>
          </a:p>
        </p:txBody>
      </p:sp>
      <p:sp>
        <p:nvSpPr>
          <p:cNvPr id="2" name="Rectangle: Rounded Corners 1">
            <a:extLst>
              <a:ext uri="{FF2B5EF4-FFF2-40B4-BE49-F238E27FC236}">
                <a16:creationId xmlns:a16="http://schemas.microsoft.com/office/drawing/2014/main" id="{F28EC6D8-6D64-1E79-8D95-33E817BD6796}"/>
              </a:ext>
            </a:extLst>
          </p:cNvPr>
          <p:cNvSpPr/>
          <p:nvPr/>
        </p:nvSpPr>
        <p:spPr>
          <a:xfrm>
            <a:off x="393967" y="3618308"/>
            <a:ext cx="4015473" cy="1358488"/>
          </a:xfrm>
          <a:prstGeom prst="roundRect">
            <a:avLst/>
          </a:prstGeom>
          <a:solidFill>
            <a:schemeClr val="accent6">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IP First Response is a platform created to </a:t>
            </a:r>
            <a:r>
              <a:rPr kumimoji="0" lang="en-US" sz="16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demystify the complexities of protecting Australian IP.</a:t>
            </a:r>
          </a:p>
        </p:txBody>
      </p:sp>
      <p:sp>
        <p:nvSpPr>
          <p:cNvPr id="8" name="Rectangle: Rounded Corners 7">
            <a:extLst>
              <a:ext uri="{FF2B5EF4-FFF2-40B4-BE49-F238E27FC236}">
                <a16:creationId xmlns:a16="http://schemas.microsoft.com/office/drawing/2014/main" id="{72EFE87C-C1CA-9CB9-819D-DE854DD1DE6F}"/>
              </a:ext>
            </a:extLst>
          </p:cNvPr>
          <p:cNvSpPr/>
          <p:nvPr/>
        </p:nvSpPr>
        <p:spPr>
          <a:xfrm>
            <a:off x="1198881" y="4814824"/>
            <a:ext cx="3859964" cy="1358488"/>
          </a:xfrm>
          <a:prstGeom prst="roundRect">
            <a:avLst/>
          </a:prstGeom>
          <a:solidFill>
            <a:schemeClr val="accent2">
              <a:lumMod val="60000"/>
              <a:lumOff val="4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By surfacing </a:t>
            </a: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alternatives to court</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we aim to make the ecosystem </a:t>
            </a: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equitable</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improving</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the implicit </a:t>
            </a: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power</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and </a:t>
            </a: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value</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of an </a:t>
            </a: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Australian</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IP right</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a:t>
            </a:r>
          </a:p>
        </p:txBody>
      </p:sp>
      <p:pic>
        <p:nvPicPr>
          <p:cNvPr id="9" name="Picture 8">
            <a:extLst>
              <a:ext uri="{FF2B5EF4-FFF2-40B4-BE49-F238E27FC236}">
                <a16:creationId xmlns:a16="http://schemas.microsoft.com/office/drawing/2014/main" id="{AB3F9B76-F000-44F3-037A-8B9A02D41CC1}"/>
              </a:ext>
            </a:extLst>
          </p:cNvPr>
          <p:cNvPicPr>
            <a:picLocks noChangeAspect="1"/>
          </p:cNvPicPr>
          <p:nvPr/>
        </p:nvPicPr>
        <p:blipFill>
          <a:blip r:embed="rId3"/>
          <a:stretch>
            <a:fillRect/>
          </a:stretch>
        </p:blipFill>
        <p:spPr>
          <a:xfrm>
            <a:off x="5477181" y="404454"/>
            <a:ext cx="4367908" cy="4027846"/>
          </a:xfrm>
          <a:prstGeom prst="rect">
            <a:avLst/>
          </a:prstGeom>
          <a:effectLst>
            <a:outerShdw blurRad="50800" dist="38100" dir="5400000" algn="t" rotWithShape="0">
              <a:prstClr val="black">
                <a:alpha val="40000"/>
              </a:prstClr>
            </a:outerShdw>
          </a:effectLst>
        </p:spPr>
      </p:pic>
      <p:pic>
        <p:nvPicPr>
          <p:cNvPr id="7" name="Picture 6" descr="A screenshot of a website&#10;&#10;AI-generated content may be incorrect.">
            <a:extLst>
              <a:ext uri="{FF2B5EF4-FFF2-40B4-BE49-F238E27FC236}">
                <a16:creationId xmlns:a16="http://schemas.microsoft.com/office/drawing/2014/main" id="{593B7A9B-2034-523F-5EE0-7B7ADDF3F4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13319" y="2151534"/>
            <a:ext cx="4136898" cy="4561532"/>
          </a:xfrm>
          <a:prstGeom prst="rect">
            <a:avLst/>
          </a:prstGeom>
          <a:effectLst>
            <a:outerShdw blurRad="50800" dist="38100" dir="8100000" algn="tr" rotWithShape="0">
              <a:prstClr val="black">
                <a:alpha val="40000"/>
              </a:prstClr>
            </a:outerShdw>
          </a:effectLst>
        </p:spPr>
      </p:pic>
      <p:sp>
        <p:nvSpPr>
          <p:cNvPr id="5" name="Title 1">
            <a:extLst>
              <a:ext uri="{FF2B5EF4-FFF2-40B4-BE49-F238E27FC236}">
                <a16:creationId xmlns:a16="http://schemas.microsoft.com/office/drawing/2014/main" id="{103E264A-E5BF-F6CE-F0F7-7DCAC37756CD}"/>
              </a:ext>
            </a:extLst>
          </p:cNvPr>
          <p:cNvSpPr txBox="1">
            <a:spLocks/>
          </p:cNvSpPr>
          <p:nvPr/>
        </p:nvSpPr>
        <p:spPr>
          <a:xfrm>
            <a:off x="803562" y="2506004"/>
            <a:ext cx="3859964" cy="80726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entury Gothic"/>
                <a:ea typeface="+mj-ea"/>
                <a:cs typeface="+mj-cs"/>
              </a:rPr>
              <a:t>For over 120 years, IP Australia has administered intellectual property rights and left their protection up to the owners.</a:t>
            </a:r>
            <a:endParaRPr kumimoji="0" lang="en-AU" sz="1400" b="1" i="0" u="none" strike="noStrike" kern="1200" cap="none" spc="0" normalizeH="0" baseline="0" noProof="0" dirty="0">
              <a:ln>
                <a:noFill/>
              </a:ln>
              <a:solidFill>
                <a:prstClr val="black"/>
              </a:solidFill>
              <a:effectLst/>
              <a:uLnTx/>
              <a:uFillTx/>
              <a:latin typeface="Century Gothic"/>
              <a:ea typeface="+mj-ea"/>
              <a:cs typeface="+mj-cs"/>
              <a:sym typeface="Century Gothic"/>
            </a:endParaRPr>
          </a:p>
        </p:txBody>
      </p:sp>
    </p:spTree>
    <p:extLst>
      <p:ext uri="{BB962C8B-B14F-4D97-AF65-F5344CB8AC3E}">
        <p14:creationId xmlns:p14="http://schemas.microsoft.com/office/powerpoint/2010/main" val="590346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03BF8-F8D7-B18F-ABF5-B95ADF4A967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F0BC632-27D3-7FBA-5653-1F4D4A22632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98278626-25FB-BF65-1446-2AD3641AC4B9}"/>
              </a:ext>
            </a:extLst>
          </p:cNvPr>
          <p:cNvSpPr>
            <a:spLocks/>
          </p:cNvSpPr>
          <p:nvPr/>
        </p:nvSpPr>
        <p:spPr>
          <a:xfrm>
            <a:off x="6046007" y="7110415"/>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solidFill>
                <a:prstClr val="black"/>
              </a:solidFill>
              <a:effectLst/>
              <a:uLnTx/>
              <a:uFillTx/>
              <a:latin typeface="Calibri"/>
              <a:ea typeface="+mn-ea"/>
              <a:cs typeface="+mn-cs"/>
            </a:endParaRPr>
          </a:p>
        </p:txBody>
      </p:sp>
      <p:sp>
        <p:nvSpPr>
          <p:cNvPr id="3" name="Title 2">
            <a:extLst>
              <a:ext uri="{FF2B5EF4-FFF2-40B4-BE49-F238E27FC236}">
                <a16:creationId xmlns:a16="http://schemas.microsoft.com/office/drawing/2014/main" id="{208DC70F-97CA-8EAC-F55B-89D0B4F6B3C1}"/>
              </a:ext>
            </a:extLst>
          </p:cNvPr>
          <p:cNvSpPr>
            <a:spLocks noGrp="1"/>
          </p:cNvSpPr>
          <p:nvPr>
            <p:ph type="title"/>
          </p:nvPr>
        </p:nvSpPr>
        <p:spPr>
          <a:xfrm>
            <a:off x="443372" y="369499"/>
            <a:ext cx="10405156" cy="807261"/>
          </a:xfrm>
        </p:spPr>
        <p:txBody>
          <a:bodyPr/>
          <a:lstStyle/>
          <a:p>
            <a:r>
              <a:rPr lang="en-US" sz="3300" dirty="0"/>
              <a:t>Accessible, ingestible &amp; enabling self-service</a:t>
            </a:r>
            <a:endParaRPr lang="en-AU" sz="3300" dirty="0"/>
          </a:p>
        </p:txBody>
      </p:sp>
      <p:sp>
        <p:nvSpPr>
          <p:cNvPr id="6" name="Content Placeholder 5">
            <a:extLst>
              <a:ext uri="{FF2B5EF4-FFF2-40B4-BE49-F238E27FC236}">
                <a16:creationId xmlns:a16="http://schemas.microsoft.com/office/drawing/2014/main" id="{237C0902-5F33-DDBD-A43F-08CAE5A49667}"/>
              </a:ext>
            </a:extLst>
          </p:cNvPr>
          <p:cNvSpPr>
            <a:spLocks noGrp="1"/>
          </p:cNvSpPr>
          <p:nvPr>
            <p:ph sz="quarter" idx="12"/>
          </p:nvPr>
        </p:nvSpPr>
        <p:spPr>
          <a:xfrm>
            <a:off x="443372" y="1318317"/>
            <a:ext cx="7898050" cy="345155"/>
          </a:xfrm>
        </p:spPr>
        <p:txBody>
          <a:bodyPr/>
          <a:lstStyle/>
          <a:p>
            <a:r>
              <a:rPr lang="en-AU" sz="1800" i="1" dirty="0"/>
              <a:t>Regardless of the AI’s context, we want it to provide users with the right information</a:t>
            </a:r>
          </a:p>
        </p:txBody>
      </p:sp>
      <p:pic>
        <p:nvPicPr>
          <p:cNvPr id="14" name="Content Placeholder 13" descr="Left Brain outline">
            <a:extLst>
              <a:ext uri="{FF2B5EF4-FFF2-40B4-BE49-F238E27FC236}">
                <a16:creationId xmlns:a16="http://schemas.microsoft.com/office/drawing/2014/main" id="{67D21158-22C0-B48B-D16D-B054D226F59A}"/>
              </a:ext>
            </a:extLst>
          </p:cNvPr>
          <p:cNvPicPr>
            <a:picLocks noGrp="1" noChangeAspect="1"/>
          </p:cNvPicPr>
          <p:nvPr>
            <p:ph sz="quarter" idx="14"/>
          </p:nvPr>
        </p:nvPicPr>
        <p:blipFill>
          <a:blip>
            <a:extLst>
              <a:ext uri="{96DAC541-7B7A-43D3-8B79-37D633B846F1}">
                <asvg:svgBlip xmlns:asvg="http://schemas.microsoft.com/office/drawing/2016/SVG/main" r:embed="rId2"/>
              </a:ext>
            </a:extLst>
          </a:blip>
          <a:stretch>
            <a:fillRect/>
          </a:stretch>
        </p:blipFill>
        <p:spPr>
          <a:xfrm flipH="1">
            <a:off x="1645804" y="2744192"/>
            <a:ext cx="1769468" cy="1769468"/>
          </a:xfrm>
        </p:spPr>
      </p:pic>
      <p:pic>
        <p:nvPicPr>
          <p:cNvPr id="18" name="Graphic 17" descr="Binary with solid fill">
            <a:extLst>
              <a:ext uri="{FF2B5EF4-FFF2-40B4-BE49-F238E27FC236}">
                <a16:creationId xmlns:a16="http://schemas.microsoft.com/office/drawing/2014/main" id="{014AB92E-2E83-9320-113D-CC7A615A7F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43064" y="3482108"/>
            <a:ext cx="457200" cy="457200"/>
          </a:xfrm>
          <a:prstGeom prst="rect">
            <a:avLst/>
          </a:prstGeom>
        </p:spPr>
      </p:pic>
      <p:pic>
        <p:nvPicPr>
          <p:cNvPr id="20" name="Graphic 19" descr="Binary with solid fill">
            <a:extLst>
              <a:ext uri="{FF2B5EF4-FFF2-40B4-BE49-F238E27FC236}">
                <a16:creationId xmlns:a16="http://schemas.microsoft.com/office/drawing/2014/main" id="{7337D303-2E31-CB7E-E8EE-5672A68EC9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7234" y="3482108"/>
            <a:ext cx="457200" cy="457200"/>
          </a:xfrm>
          <a:prstGeom prst="rect">
            <a:avLst/>
          </a:prstGeom>
        </p:spPr>
      </p:pic>
      <p:pic>
        <p:nvPicPr>
          <p:cNvPr id="21" name="Graphic 20" descr="Binary with solid fill">
            <a:extLst>
              <a:ext uri="{FF2B5EF4-FFF2-40B4-BE49-F238E27FC236}">
                <a16:creationId xmlns:a16="http://schemas.microsoft.com/office/drawing/2014/main" id="{3C7C58A8-0FE7-D39D-2FA0-1F117A53B7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1404" y="3482108"/>
            <a:ext cx="457200" cy="457200"/>
          </a:xfrm>
          <a:prstGeom prst="rect">
            <a:avLst/>
          </a:prstGeom>
        </p:spPr>
      </p:pic>
      <p:pic>
        <p:nvPicPr>
          <p:cNvPr id="23" name="Picture 22" descr="A bird and a robot in a nest&#10;&#10;AI-generated content may be incorrect.">
            <a:extLst>
              <a:ext uri="{FF2B5EF4-FFF2-40B4-BE49-F238E27FC236}">
                <a16:creationId xmlns:a16="http://schemas.microsoft.com/office/drawing/2014/main" id="{B3A9BE6B-F1C6-2614-DB9B-CF80032DAC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7084" y="2564481"/>
            <a:ext cx="1969134" cy="1969134"/>
          </a:xfrm>
          <a:prstGeom prst="rect">
            <a:avLst/>
          </a:prstGeom>
        </p:spPr>
      </p:pic>
      <p:pic>
        <p:nvPicPr>
          <p:cNvPr id="26" name="Graphic 25" descr="List outline">
            <a:extLst>
              <a:ext uri="{FF2B5EF4-FFF2-40B4-BE49-F238E27FC236}">
                <a16:creationId xmlns:a16="http://schemas.microsoft.com/office/drawing/2014/main" id="{9F6F9E74-7DF9-4CA6-C054-6C06CFCEE0F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48964" y="2721548"/>
            <a:ext cx="897202" cy="897202"/>
          </a:xfrm>
          <a:prstGeom prst="rect">
            <a:avLst/>
          </a:prstGeom>
        </p:spPr>
      </p:pic>
      <p:sp>
        <p:nvSpPr>
          <p:cNvPr id="34" name="Oval 33">
            <a:extLst>
              <a:ext uri="{FF2B5EF4-FFF2-40B4-BE49-F238E27FC236}">
                <a16:creationId xmlns:a16="http://schemas.microsoft.com/office/drawing/2014/main" id="{82A16B8A-D737-8D3C-7DFB-14D310197741}"/>
              </a:ext>
            </a:extLst>
          </p:cNvPr>
          <p:cNvSpPr/>
          <p:nvPr/>
        </p:nvSpPr>
        <p:spPr>
          <a:xfrm>
            <a:off x="5555940" y="3060934"/>
            <a:ext cx="980134" cy="98013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solidFill>
                <a:prstClr val="black"/>
              </a:solidFill>
              <a:effectLst/>
              <a:uLnTx/>
              <a:uFillTx/>
              <a:latin typeface="Calibri"/>
              <a:ea typeface="+mn-ea"/>
              <a:cs typeface="+mn-cs"/>
            </a:endParaRPr>
          </a:p>
        </p:txBody>
      </p:sp>
      <p:pic>
        <p:nvPicPr>
          <p:cNvPr id="33" name="Graphic 32" descr="World outline">
            <a:extLst>
              <a:ext uri="{FF2B5EF4-FFF2-40B4-BE49-F238E27FC236}">
                <a16:creationId xmlns:a16="http://schemas.microsoft.com/office/drawing/2014/main" id="{2833F7F5-C26B-9117-8E59-6A566CA2A44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07689" y="3088523"/>
            <a:ext cx="897202" cy="897202"/>
          </a:xfrm>
          <a:prstGeom prst="rect">
            <a:avLst/>
          </a:prstGeom>
        </p:spPr>
      </p:pic>
      <p:pic>
        <p:nvPicPr>
          <p:cNvPr id="10" name="Graphic 9" descr="Magnifying glass outline">
            <a:extLst>
              <a:ext uri="{FF2B5EF4-FFF2-40B4-BE49-F238E27FC236}">
                <a16:creationId xmlns:a16="http://schemas.microsoft.com/office/drawing/2014/main" id="{A01EF87B-C886-B997-E587-2869ED46235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67461" y="2850340"/>
            <a:ext cx="1740768" cy="1740768"/>
          </a:xfrm>
          <a:prstGeom prst="rect">
            <a:avLst/>
          </a:prstGeom>
        </p:spPr>
      </p:pic>
      <p:sp>
        <p:nvSpPr>
          <p:cNvPr id="30" name="Content Placeholder 5">
            <a:extLst>
              <a:ext uri="{FF2B5EF4-FFF2-40B4-BE49-F238E27FC236}">
                <a16:creationId xmlns:a16="http://schemas.microsoft.com/office/drawing/2014/main" id="{96107B8D-2F40-E449-7977-06BBC6BF71A9}"/>
              </a:ext>
            </a:extLst>
          </p:cNvPr>
          <p:cNvSpPr txBox="1">
            <a:spLocks/>
          </p:cNvSpPr>
          <p:nvPr/>
        </p:nvSpPr>
        <p:spPr>
          <a:xfrm>
            <a:off x="1137234" y="4671066"/>
            <a:ext cx="2886232" cy="1281600"/>
          </a:xfrm>
          <a:prstGeom prst="roundRect">
            <a:avLst/>
          </a:prstGeom>
          <a:solidFill>
            <a:schemeClr val="accent2">
              <a:lumMod val="20000"/>
              <a:lumOff val="80000"/>
            </a:schemeClr>
          </a:solidFill>
          <a:ln w="28575">
            <a:solidFill>
              <a:srgbClr val="323E48"/>
            </a:solidFill>
          </a:ln>
        </p:spPr>
        <p:txBody>
          <a:bodyPr vert="horz" lIns="0" tIns="0" rIns="0" bIns="0" rtlCol="0" anchor="ctr">
            <a:noAutofit/>
          </a:bodyPr>
          <a:lstStyle>
            <a:lvl1pPr marL="0" indent="0" algn="l" defTabSz="1892104" rtl="0" eaLnBrk="1" latinLnBrk="0" hangingPunct="1">
              <a:lnSpc>
                <a:spcPct val="100000"/>
              </a:lnSpc>
              <a:spcBef>
                <a:spcPts val="0"/>
              </a:spcBef>
              <a:spcAft>
                <a:spcPts val="1200"/>
              </a:spcAft>
              <a:buFont typeface="Arial" pitchFamily="34" charset="0"/>
              <a:buNone/>
              <a:defRPr sz="2700" b="0" kern="1200" baseline="0">
                <a:solidFill>
                  <a:schemeClr val="tx1"/>
                </a:solidFill>
                <a:latin typeface="+mn-lt"/>
                <a:ea typeface="+mn-ea"/>
                <a:cs typeface="Arial" pitchFamily="34" charset="0"/>
              </a:defRPr>
            </a:lvl1pPr>
            <a:lvl2pPr marL="0" indent="0" algn="l" defTabSz="1892104" rtl="0" eaLnBrk="1" latinLnBrk="0" hangingPunct="1">
              <a:lnSpc>
                <a:spcPct val="100000"/>
              </a:lnSpc>
              <a:spcBef>
                <a:spcPts val="0"/>
              </a:spcBef>
              <a:spcAft>
                <a:spcPts val="1200"/>
              </a:spcAft>
              <a:buFont typeface="Arial" pitchFamily="34" charset="0"/>
              <a:buNone/>
              <a:defRPr sz="2300" b="0" kern="1200">
                <a:solidFill>
                  <a:schemeClr val="tx1"/>
                </a:solidFill>
                <a:latin typeface="+mn-lt"/>
                <a:ea typeface="+mn-ea"/>
                <a:cs typeface="Arial" pitchFamily="34" charset="0"/>
              </a:defRPr>
            </a:lvl2pPr>
            <a:lvl3pPr marL="396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3pPr>
            <a:lvl4pPr marL="792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4pPr>
            <a:lvl5pPr marL="1188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baseline="0">
                <a:solidFill>
                  <a:schemeClr val="tx1"/>
                </a:solidFill>
                <a:latin typeface="+mn-lt"/>
                <a:ea typeface="+mn-ea"/>
                <a:cs typeface="Arial" pitchFamily="34" charset="0"/>
              </a:defRPr>
            </a:lvl5pPr>
            <a:lvl6pPr marL="1584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6pPr>
            <a:lvl7pPr marL="1980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7pPr>
            <a:lvl8pPr marL="2376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8pPr>
            <a:lvl9pPr marL="2772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9pPr>
          </a:lstStyle>
          <a:p>
            <a:pPr marL="0" marR="0" lvl="0" indent="0" algn="ctr" defTabSz="1892104" rtl="0" eaLnBrk="1" fontAlgn="auto" latinLnBrk="0" hangingPunct="1">
              <a:lnSpc>
                <a:spcPct val="100000"/>
              </a:lnSpc>
              <a:spcBef>
                <a:spcPts val="0"/>
              </a:spcBef>
              <a:spcAft>
                <a:spcPts val="1200"/>
              </a:spcAft>
              <a:buClrTx/>
              <a:buSzTx/>
              <a:buFont typeface="Arial" pitchFamily="34" charset="0"/>
              <a:buNone/>
              <a:tabLst/>
              <a:defRPr/>
            </a:pPr>
            <a:r>
              <a:rPr kumimoji="0" lang="en-AU" sz="1600" b="0" i="0" u="none" strike="noStrike" kern="1200" cap="none" spc="0" normalizeH="0" baseline="0" noProof="0">
                <a:ln>
                  <a:noFill/>
                </a:ln>
                <a:solidFill>
                  <a:prstClr val="black"/>
                </a:solidFill>
                <a:effectLst/>
                <a:uLnTx/>
                <a:uFillTx/>
                <a:latin typeface="Calibri"/>
                <a:ea typeface="+mn-ea"/>
                <a:cs typeface="Arial" pitchFamily="34" charset="0"/>
              </a:rPr>
              <a:t>Explicit and machine-readable approval to use IP First Response content as LLM training data </a:t>
            </a:r>
          </a:p>
        </p:txBody>
      </p:sp>
      <p:sp>
        <p:nvSpPr>
          <p:cNvPr id="31" name="Content Placeholder 5">
            <a:extLst>
              <a:ext uri="{FF2B5EF4-FFF2-40B4-BE49-F238E27FC236}">
                <a16:creationId xmlns:a16="http://schemas.microsoft.com/office/drawing/2014/main" id="{A7788706-DF16-830B-0CD6-19B001320128}"/>
              </a:ext>
            </a:extLst>
          </p:cNvPr>
          <p:cNvSpPr txBox="1">
            <a:spLocks/>
          </p:cNvSpPr>
          <p:nvPr/>
        </p:nvSpPr>
        <p:spPr>
          <a:xfrm>
            <a:off x="4876692" y="4671066"/>
            <a:ext cx="2887200" cy="1281600"/>
          </a:xfrm>
          <a:prstGeom prst="roundRect">
            <a:avLst/>
          </a:prstGeom>
          <a:solidFill>
            <a:schemeClr val="accent2">
              <a:lumMod val="20000"/>
              <a:lumOff val="80000"/>
            </a:schemeClr>
          </a:solidFill>
          <a:ln w="28575">
            <a:solidFill>
              <a:srgbClr val="323E48"/>
            </a:solidFill>
          </a:ln>
        </p:spPr>
        <p:txBody>
          <a:bodyPr vert="horz" lIns="0" tIns="0" rIns="0" bIns="0" rtlCol="0" anchor="ctr">
            <a:noAutofit/>
          </a:bodyPr>
          <a:lstStyle>
            <a:lvl1pPr marL="0" indent="0" algn="l" defTabSz="1892104" rtl="0" eaLnBrk="1" latinLnBrk="0" hangingPunct="1">
              <a:lnSpc>
                <a:spcPct val="100000"/>
              </a:lnSpc>
              <a:spcBef>
                <a:spcPts val="0"/>
              </a:spcBef>
              <a:spcAft>
                <a:spcPts val="1200"/>
              </a:spcAft>
              <a:buFont typeface="Arial" pitchFamily="34" charset="0"/>
              <a:buNone/>
              <a:defRPr sz="2700" b="0" kern="1200" baseline="0">
                <a:solidFill>
                  <a:schemeClr val="tx1"/>
                </a:solidFill>
                <a:latin typeface="+mn-lt"/>
                <a:ea typeface="+mn-ea"/>
                <a:cs typeface="Arial" pitchFamily="34" charset="0"/>
              </a:defRPr>
            </a:lvl1pPr>
            <a:lvl2pPr marL="0" indent="0" algn="l" defTabSz="1892104" rtl="0" eaLnBrk="1" latinLnBrk="0" hangingPunct="1">
              <a:lnSpc>
                <a:spcPct val="100000"/>
              </a:lnSpc>
              <a:spcBef>
                <a:spcPts val="0"/>
              </a:spcBef>
              <a:spcAft>
                <a:spcPts val="1200"/>
              </a:spcAft>
              <a:buFont typeface="Arial" pitchFamily="34" charset="0"/>
              <a:buNone/>
              <a:defRPr sz="2300" b="0" kern="1200">
                <a:solidFill>
                  <a:schemeClr val="tx1"/>
                </a:solidFill>
                <a:latin typeface="+mn-lt"/>
                <a:ea typeface="+mn-ea"/>
                <a:cs typeface="Arial" pitchFamily="34" charset="0"/>
              </a:defRPr>
            </a:lvl2pPr>
            <a:lvl3pPr marL="396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3pPr>
            <a:lvl4pPr marL="792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4pPr>
            <a:lvl5pPr marL="1188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baseline="0">
                <a:solidFill>
                  <a:schemeClr val="tx1"/>
                </a:solidFill>
                <a:latin typeface="+mn-lt"/>
                <a:ea typeface="+mn-ea"/>
                <a:cs typeface="Arial" pitchFamily="34" charset="0"/>
              </a:defRPr>
            </a:lvl5pPr>
            <a:lvl6pPr marL="1584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6pPr>
            <a:lvl7pPr marL="1980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7pPr>
            <a:lvl8pPr marL="2376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8pPr>
            <a:lvl9pPr marL="2772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9pPr>
          </a:lstStyle>
          <a:p>
            <a:pPr marL="0" marR="0" lvl="0" indent="0" algn="ctr" defTabSz="1892104" rtl="0" eaLnBrk="1" fontAlgn="auto" latinLnBrk="0" hangingPunct="1">
              <a:lnSpc>
                <a:spcPct val="100000"/>
              </a:lnSpc>
              <a:spcBef>
                <a:spcPts val="0"/>
              </a:spcBef>
              <a:spcAft>
                <a:spcPts val="1200"/>
              </a:spcAft>
              <a:buClrTx/>
              <a:buSzTx/>
              <a:buFont typeface="Arial" pitchFamily="34" charset="0"/>
              <a:buNone/>
              <a:tabLst/>
              <a:defRPr/>
            </a:pPr>
            <a:r>
              <a:rPr kumimoji="0" lang="en-AU" sz="1600" b="0" i="0" u="none" strike="noStrike" kern="1200" cap="none" spc="0" normalizeH="0" baseline="0" noProof="0">
                <a:ln>
                  <a:noFill/>
                </a:ln>
                <a:solidFill>
                  <a:prstClr val="black"/>
                </a:solidFill>
                <a:effectLst/>
                <a:uLnTx/>
                <a:uFillTx/>
                <a:latin typeface="Calibri"/>
                <a:ea typeface="+mn-ea"/>
                <a:cs typeface="Arial" pitchFamily="34" charset="0"/>
              </a:rPr>
              <a:t>Making our site content easy to find, parse and regurgitate for AI search tools (also helps our SEO)</a:t>
            </a:r>
          </a:p>
        </p:txBody>
      </p:sp>
      <p:sp>
        <p:nvSpPr>
          <p:cNvPr id="36" name="Content Placeholder 5">
            <a:extLst>
              <a:ext uri="{FF2B5EF4-FFF2-40B4-BE49-F238E27FC236}">
                <a16:creationId xmlns:a16="http://schemas.microsoft.com/office/drawing/2014/main" id="{70194B9D-2CF4-37B9-F78C-E2C854EB4003}"/>
              </a:ext>
            </a:extLst>
          </p:cNvPr>
          <p:cNvSpPr txBox="1">
            <a:spLocks/>
          </p:cNvSpPr>
          <p:nvPr/>
        </p:nvSpPr>
        <p:spPr>
          <a:xfrm>
            <a:off x="8528050" y="4668425"/>
            <a:ext cx="2887200" cy="1280856"/>
          </a:xfrm>
          <a:prstGeom prst="roundRect">
            <a:avLst/>
          </a:prstGeom>
          <a:solidFill>
            <a:schemeClr val="accent2">
              <a:lumMod val="20000"/>
              <a:lumOff val="80000"/>
            </a:schemeClr>
          </a:solidFill>
          <a:ln w="28575">
            <a:solidFill>
              <a:srgbClr val="323E48"/>
            </a:solidFill>
          </a:ln>
        </p:spPr>
        <p:txBody>
          <a:bodyPr vert="horz" lIns="0" tIns="0" rIns="0" bIns="0" rtlCol="0" anchor="ctr">
            <a:noAutofit/>
          </a:bodyPr>
          <a:lstStyle>
            <a:lvl1pPr marL="0" indent="0" algn="l" defTabSz="1892104" rtl="0" eaLnBrk="1" latinLnBrk="0" hangingPunct="1">
              <a:lnSpc>
                <a:spcPct val="100000"/>
              </a:lnSpc>
              <a:spcBef>
                <a:spcPts val="0"/>
              </a:spcBef>
              <a:spcAft>
                <a:spcPts val="1200"/>
              </a:spcAft>
              <a:buFont typeface="Arial" pitchFamily="34" charset="0"/>
              <a:buNone/>
              <a:defRPr sz="2700" b="0" kern="1200" baseline="0">
                <a:solidFill>
                  <a:schemeClr val="tx1"/>
                </a:solidFill>
                <a:latin typeface="+mn-lt"/>
                <a:ea typeface="+mn-ea"/>
                <a:cs typeface="Arial" pitchFamily="34" charset="0"/>
              </a:defRPr>
            </a:lvl1pPr>
            <a:lvl2pPr marL="0" indent="0" algn="l" defTabSz="1892104" rtl="0" eaLnBrk="1" latinLnBrk="0" hangingPunct="1">
              <a:lnSpc>
                <a:spcPct val="100000"/>
              </a:lnSpc>
              <a:spcBef>
                <a:spcPts val="0"/>
              </a:spcBef>
              <a:spcAft>
                <a:spcPts val="1200"/>
              </a:spcAft>
              <a:buFont typeface="Arial" pitchFamily="34" charset="0"/>
              <a:buNone/>
              <a:defRPr sz="2300" b="0" kern="1200">
                <a:solidFill>
                  <a:schemeClr val="tx1"/>
                </a:solidFill>
                <a:latin typeface="+mn-lt"/>
                <a:ea typeface="+mn-ea"/>
                <a:cs typeface="Arial" pitchFamily="34" charset="0"/>
              </a:defRPr>
            </a:lvl2pPr>
            <a:lvl3pPr marL="396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3pPr>
            <a:lvl4pPr marL="792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4pPr>
            <a:lvl5pPr marL="1188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baseline="0">
                <a:solidFill>
                  <a:schemeClr val="tx1"/>
                </a:solidFill>
                <a:latin typeface="+mn-lt"/>
                <a:ea typeface="+mn-ea"/>
                <a:cs typeface="Arial" pitchFamily="34" charset="0"/>
              </a:defRPr>
            </a:lvl5pPr>
            <a:lvl6pPr marL="1584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6pPr>
            <a:lvl7pPr marL="1980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7pPr>
            <a:lvl8pPr marL="2376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8pPr>
            <a:lvl9pPr marL="2772000" indent="-396000" algn="l" defTabSz="1892104" rtl="0" eaLnBrk="1" latinLnBrk="0" hangingPunct="1">
              <a:lnSpc>
                <a:spcPct val="100000"/>
              </a:lnSpc>
              <a:spcBef>
                <a:spcPts val="0"/>
              </a:spcBef>
              <a:spcAft>
                <a:spcPts val="1200"/>
              </a:spcAft>
              <a:buFont typeface="Calibri" panose="020F0502020204030204" pitchFamily="34" charset="0"/>
              <a:buChar char="•"/>
              <a:defRPr sz="2300" b="0" kern="1200">
                <a:solidFill>
                  <a:schemeClr val="tx1"/>
                </a:solidFill>
                <a:latin typeface="+mn-lt"/>
                <a:ea typeface="+mn-ea"/>
                <a:cs typeface="Arial" pitchFamily="34" charset="0"/>
              </a:defRPr>
            </a:lvl9pPr>
          </a:lstStyle>
          <a:p>
            <a:pPr marL="0" marR="0" lvl="0" indent="0" algn="ctr" defTabSz="1892104" rtl="0" eaLnBrk="1" fontAlgn="auto" latinLnBrk="0" hangingPunct="1">
              <a:lnSpc>
                <a:spcPct val="100000"/>
              </a:lnSpc>
              <a:spcBef>
                <a:spcPts val="0"/>
              </a:spcBef>
              <a:spcAft>
                <a:spcPts val="1200"/>
              </a:spcAft>
              <a:buClrTx/>
              <a:buSzTx/>
              <a:buFont typeface="Arial" pitchFamily="34" charset="0"/>
              <a:buNone/>
              <a:tabLst/>
              <a:defRPr/>
            </a:pPr>
            <a:r>
              <a:rPr kumimoji="0" lang="en-AU" sz="1600" b="0" i="0" u="none" strike="noStrike" kern="1200" cap="none" spc="0" normalizeH="0" baseline="0" noProof="0">
                <a:ln>
                  <a:noFill/>
                </a:ln>
                <a:solidFill>
                  <a:prstClr val="black"/>
                </a:solidFill>
                <a:effectLst/>
                <a:uLnTx/>
                <a:uFillTx/>
                <a:latin typeface="Calibri"/>
                <a:ea typeface="+mn-ea"/>
                <a:cs typeface="Arial" pitchFamily="34" charset="0"/>
              </a:rPr>
              <a:t>Empowering users to take our content to their own LLM, improving the likelihood of ‘correct’ performance</a:t>
            </a:r>
          </a:p>
        </p:txBody>
      </p:sp>
    </p:spTree>
    <p:extLst>
      <p:ext uri="{BB962C8B-B14F-4D97-AF65-F5344CB8AC3E}">
        <p14:creationId xmlns:p14="http://schemas.microsoft.com/office/powerpoint/2010/main" val="1289164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FB870-2148-F3AF-5B0C-2713F6EFD3AC}"/>
              </a:ext>
            </a:extLst>
          </p:cNvPr>
          <p:cNvSpPr>
            <a:spLocks noGrp="1"/>
          </p:cNvSpPr>
          <p:nvPr>
            <p:ph type="title"/>
          </p:nvPr>
        </p:nvSpPr>
        <p:spPr/>
        <p:txBody>
          <a:bodyPr/>
          <a:lstStyle/>
          <a:p>
            <a:r>
              <a:rPr lang="en-AU" b="1" dirty="0"/>
              <a:t>Mo content </a:t>
            </a:r>
            <a:r>
              <a:rPr lang="en-AU" b="1" dirty="0" err="1"/>
              <a:t>mo</a:t>
            </a:r>
            <a:r>
              <a:rPr lang="en-AU" b="1" dirty="0"/>
              <a:t> problems</a:t>
            </a:r>
          </a:p>
        </p:txBody>
      </p:sp>
      <p:sp>
        <p:nvSpPr>
          <p:cNvPr id="5" name="TextBox 4">
            <a:extLst>
              <a:ext uri="{FF2B5EF4-FFF2-40B4-BE49-F238E27FC236}">
                <a16:creationId xmlns:a16="http://schemas.microsoft.com/office/drawing/2014/main" id="{1E0E4733-C842-2A69-5F49-57E3E876A462}"/>
              </a:ext>
            </a:extLst>
          </p:cNvPr>
          <p:cNvSpPr txBox="1"/>
          <p:nvPr/>
        </p:nvSpPr>
        <p:spPr>
          <a:xfrm>
            <a:off x="1639613" y="5477212"/>
            <a:ext cx="6386547" cy="1015663"/>
          </a:xfrm>
          <a:prstGeom prst="rect">
            <a:avLst/>
          </a:prstGeom>
          <a:noFill/>
        </p:spPr>
        <p:txBody>
          <a:bodyPr wrap="square">
            <a:spAutoFit/>
          </a:bodyPr>
          <a:lstStyle/>
          <a:p>
            <a:pPr marL="0" indent="0">
              <a:buNone/>
            </a:pPr>
            <a:r>
              <a:rPr lang="en-AU" sz="2000" b="1" dirty="0"/>
              <a:t>Quick tip:</a:t>
            </a:r>
          </a:p>
          <a:p>
            <a:pPr marL="0" indent="0">
              <a:buNone/>
            </a:pPr>
            <a:r>
              <a:rPr lang="en-AU" sz="2000" dirty="0"/>
              <a:t>Framing a problem with the phrase </a:t>
            </a:r>
            <a:r>
              <a:rPr lang="en-AU" sz="2000" dirty="0">
                <a:solidFill>
                  <a:schemeClr val="accent1"/>
                </a:solidFill>
              </a:rPr>
              <a:t>‘how might we’</a:t>
            </a:r>
            <a:r>
              <a:rPr lang="en-AU" sz="2000" dirty="0"/>
              <a:t> encourages creative and constructive problem solving</a:t>
            </a:r>
          </a:p>
        </p:txBody>
      </p:sp>
      <p:sp>
        <p:nvSpPr>
          <p:cNvPr id="6" name="Content Placeholder 2">
            <a:extLst>
              <a:ext uri="{FF2B5EF4-FFF2-40B4-BE49-F238E27FC236}">
                <a16:creationId xmlns:a16="http://schemas.microsoft.com/office/drawing/2014/main" id="{415CAB8A-0C7A-8AF0-C986-2FE9EE44370E}"/>
              </a:ext>
            </a:extLst>
          </p:cNvPr>
          <p:cNvSpPr txBox="1">
            <a:spLocks/>
          </p:cNvSpPr>
          <p:nvPr/>
        </p:nvSpPr>
        <p:spPr>
          <a:xfrm>
            <a:off x="1177158" y="1977756"/>
            <a:ext cx="9306911" cy="321238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3200" b="1" dirty="0"/>
              <a:t>Information currency</a:t>
            </a:r>
          </a:p>
          <a:p>
            <a:pPr marL="0" indent="0">
              <a:buFont typeface="Arial" panose="020B0604020202020204" pitchFamily="34" charset="0"/>
              <a:buNone/>
            </a:pPr>
            <a:r>
              <a:rPr lang="en-AU" dirty="0">
                <a:solidFill>
                  <a:schemeClr val="accent4"/>
                </a:solidFill>
              </a:rPr>
              <a:t>How might we </a:t>
            </a:r>
            <a:r>
              <a:rPr lang="en-AU" dirty="0"/>
              <a:t>ensure our content continues to be a reliable source of truth?</a:t>
            </a:r>
          </a:p>
          <a:p>
            <a:pPr marL="0" indent="0">
              <a:buFont typeface="Arial" panose="020B0604020202020204" pitchFamily="34" charset="0"/>
              <a:buNone/>
            </a:pPr>
            <a:endParaRPr lang="en-AU" sz="1600" dirty="0"/>
          </a:p>
          <a:p>
            <a:pPr marL="0" indent="0">
              <a:buFont typeface="Arial" panose="020B0604020202020204" pitchFamily="34" charset="0"/>
              <a:buNone/>
            </a:pPr>
            <a:r>
              <a:rPr lang="en-AU" sz="3200" b="1" dirty="0"/>
              <a:t>Stylistic consistency</a:t>
            </a:r>
          </a:p>
          <a:p>
            <a:pPr marL="0" indent="0">
              <a:buFont typeface="Arial" panose="020B0604020202020204" pitchFamily="34" charset="0"/>
              <a:buNone/>
            </a:pPr>
            <a:r>
              <a:rPr lang="en-AU" dirty="0">
                <a:solidFill>
                  <a:schemeClr val="accent4"/>
                </a:solidFill>
              </a:rPr>
              <a:t>How might we </a:t>
            </a:r>
            <a:r>
              <a:rPr lang="en-AU" dirty="0"/>
              <a:t>reduce the burden of aligning </a:t>
            </a:r>
            <a:r>
              <a:rPr lang="en-US" dirty="0"/>
              <a:t>content changes with the APS style guide?</a:t>
            </a:r>
          </a:p>
        </p:txBody>
      </p:sp>
    </p:spTree>
    <p:extLst>
      <p:ext uri="{BB962C8B-B14F-4D97-AF65-F5344CB8AC3E}">
        <p14:creationId xmlns:p14="http://schemas.microsoft.com/office/powerpoint/2010/main" val="2171430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51821F-FABE-F71C-6E99-0724558258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89488" y="2507602"/>
            <a:ext cx="4295450" cy="1842796"/>
          </a:xfrm>
          <a:prstGeom prst="rect">
            <a:avLst/>
          </a:prstGeom>
        </p:spPr>
      </p:pic>
      <p:pic>
        <p:nvPicPr>
          <p:cNvPr id="11" name="Picture 10">
            <a:extLst>
              <a:ext uri="{FF2B5EF4-FFF2-40B4-BE49-F238E27FC236}">
                <a16:creationId xmlns:a16="http://schemas.microsoft.com/office/drawing/2014/main" id="{F84C4C4C-219E-A380-6F1E-7994A682B82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33030" y="2781145"/>
            <a:ext cx="4722165" cy="1282855"/>
          </a:xfrm>
          <a:prstGeom prst="rect">
            <a:avLst/>
          </a:prstGeom>
        </p:spPr>
      </p:pic>
      <p:sp>
        <p:nvSpPr>
          <p:cNvPr id="14" name="TextBox 13">
            <a:extLst>
              <a:ext uri="{FF2B5EF4-FFF2-40B4-BE49-F238E27FC236}">
                <a16:creationId xmlns:a16="http://schemas.microsoft.com/office/drawing/2014/main" id="{01E94B8F-F07A-F440-FE55-BD15A458C6DA}"/>
              </a:ext>
            </a:extLst>
          </p:cNvPr>
          <p:cNvSpPr txBox="1"/>
          <p:nvPr/>
        </p:nvSpPr>
        <p:spPr>
          <a:xfrm>
            <a:off x="7157875" y="4505741"/>
            <a:ext cx="3727063" cy="646331"/>
          </a:xfrm>
          <a:prstGeom prst="rect">
            <a:avLst/>
          </a:prstGeom>
          <a:noFill/>
        </p:spPr>
        <p:txBody>
          <a:bodyPr wrap="square">
            <a:spAutoFit/>
          </a:bodyPr>
          <a:lstStyle/>
          <a:p>
            <a:pPr marL="0" marR="0" lvl="0" indent="0" algn="ctr" defTabSz="1828800" eaLnBrk="1" fontAlgn="auto" latinLnBrk="0" hangingPunct="1">
              <a:lnSpc>
                <a:spcPct val="100000"/>
              </a:lnSpc>
              <a:spcBef>
                <a:spcPts val="0"/>
              </a:spcBef>
              <a:spcAft>
                <a:spcPts val="0"/>
              </a:spcAft>
              <a:buClrTx/>
              <a:buSzTx/>
              <a:buFontTx/>
              <a:buNone/>
              <a:tabLst/>
              <a:defRPr/>
            </a:pPr>
            <a:r>
              <a:rPr kumimoji="0" lang="en-AU" b="0" i="0" u="none" strike="noStrike" kern="0" cap="none" spc="0" normalizeH="0" baseline="0" noProof="0" dirty="0">
                <a:ln>
                  <a:noFill/>
                </a:ln>
                <a:solidFill>
                  <a:srgbClr val="1D1A46">
                    <a:lumMod val="50000"/>
                    <a:lumOff val="50000"/>
                  </a:srgbClr>
                </a:solidFill>
                <a:effectLst/>
                <a:uLnTx/>
                <a:uFillTx/>
              </a:rPr>
              <a:t>A text analysis tool built off a codified </a:t>
            </a:r>
            <a:r>
              <a:rPr lang="en-AU" kern="0" dirty="0">
                <a:solidFill>
                  <a:srgbClr val="6F68C7"/>
                </a:solidFill>
              </a:rPr>
              <a:t>APS</a:t>
            </a:r>
            <a:r>
              <a:rPr lang="en-AU" kern="0" dirty="0">
                <a:solidFill>
                  <a:srgbClr val="1D1A46">
                    <a:lumMod val="50000"/>
                    <a:lumOff val="50000"/>
                  </a:srgbClr>
                </a:solidFill>
              </a:rPr>
              <a:t> style manual</a:t>
            </a:r>
            <a:endParaRPr kumimoji="0" lang="en-AU" b="0" i="0" u="none" strike="noStrike" kern="0" cap="none" spc="0" normalizeH="0" baseline="0" noProof="0" dirty="0">
              <a:ln>
                <a:noFill/>
              </a:ln>
              <a:solidFill>
                <a:srgbClr val="1D1A46">
                  <a:lumMod val="50000"/>
                  <a:lumOff val="50000"/>
                </a:srgbClr>
              </a:solidFill>
              <a:effectLst/>
              <a:uLnTx/>
              <a:uFillTx/>
            </a:endParaRPr>
          </a:p>
        </p:txBody>
      </p:sp>
      <p:sp>
        <p:nvSpPr>
          <p:cNvPr id="15" name="TextBox 14">
            <a:extLst>
              <a:ext uri="{FF2B5EF4-FFF2-40B4-BE49-F238E27FC236}">
                <a16:creationId xmlns:a16="http://schemas.microsoft.com/office/drawing/2014/main" id="{C2F0BC82-B446-8DCC-68EE-95BDC25A25FA}"/>
              </a:ext>
            </a:extLst>
          </p:cNvPr>
          <p:cNvSpPr txBox="1"/>
          <p:nvPr/>
        </p:nvSpPr>
        <p:spPr>
          <a:xfrm>
            <a:off x="1168431" y="4505740"/>
            <a:ext cx="4051362" cy="646331"/>
          </a:xfrm>
          <a:prstGeom prst="rect">
            <a:avLst/>
          </a:prstGeom>
          <a:noFill/>
        </p:spPr>
        <p:txBody>
          <a:bodyPr wrap="square">
            <a:spAutoFit/>
          </a:bodyPr>
          <a:lstStyle/>
          <a:p>
            <a:pPr lvl="0" algn="ctr" defTabSz="1828800"/>
            <a:r>
              <a:rPr lang="en-AU" dirty="0">
                <a:solidFill>
                  <a:schemeClr val="accent1"/>
                </a:solidFill>
              </a:rPr>
              <a:t> An automated external change monitoring and alerting platform</a:t>
            </a:r>
            <a:endParaRPr kumimoji="0" lang="en-AU" sz="1600" b="0" i="0" u="none" strike="noStrike" kern="0" cap="none" spc="0" normalizeH="0" baseline="0" noProof="0" dirty="0">
              <a:ln>
                <a:noFill/>
              </a:ln>
              <a:solidFill>
                <a:schemeClr val="accent1"/>
              </a:solidFill>
              <a:effectLst/>
              <a:uLnTx/>
              <a:uFillTx/>
            </a:endParaRPr>
          </a:p>
        </p:txBody>
      </p:sp>
      <p:cxnSp>
        <p:nvCxnSpPr>
          <p:cNvPr id="17" name="Straight Connector 16">
            <a:extLst>
              <a:ext uri="{FF2B5EF4-FFF2-40B4-BE49-F238E27FC236}">
                <a16:creationId xmlns:a16="http://schemas.microsoft.com/office/drawing/2014/main" id="{F691979F-0CBA-E04F-DDBD-BFCFEA148047}"/>
              </a:ext>
            </a:extLst>
          </p:cNvPr>
          <p:cNvCxnSpPr>
            <a:cxnSpLocks/>
          </p:cNvCxnSpPr>
          <p:nvPr/>
        </p:nvCxnSpPr>
        <p:spPr>
          <a:xfrm>
            <a:off x="6096000" y="2328433"/>
            <a:ext cx="0" cy="2823638"/>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1214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75CBC2-E6D5-9EA3-57AD-9BC8BBC52EC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547521" y="1906663"/>
            <a:ext cx="7096958" cy="3044673"/>
          </a:xfrm>
          <a:prstGeom prst="rect">
            <a:avLst/>
          </a:prstGeom>
        </p:spPr>
      </p:pic>
      <p:sp>
        <p:nvSpPr>
          <p:cNvPr id="3" name="TextBox 2">
            <a:extLst>
              <a:ext uri="{FF2B5EF4-FFF2-40B4-BE49-F238E27FC236}">
                <a16:creationId xmlns:a16="http://schemas.microsoft.com/office/drawing/2014/main" id="{B0B27DF0-11DC-727D-5A26-F6AFF8996B2F}"/>
              </a:ext>
            </a:extLst>
          </p:cNvPr>
          <p:cNvSpPr txBox="1"/>
          <p:nvPr/>
        </p:nvSpPr>
        <p:spPr>
          <a:xfrm>
            <a:off x="1581150" y="5099735"/>
            <a:ext cx="9029700" cy="369332"/>
          </a:xfrm>
          <a:prstGeom prst="rect">
            <a:avLst/>
          </a:prstGeom>
          <a:noFill/>
        </p:spPr>
        <p:txBody>
          <a:bodyPr wrap="square">
            <a:spAutoFit/>
          </a:bodyPr>
          <a:lstStyle/>
          <a:p>
            <a:pPr marL="0" indent="0" algn="ctr">
              <a:buFont typeface="Arial" panose="020B0604020202020204" pitchFamily="34" charset="0"/>
              <a:buNone/>
            </a:pPr>
            <a:r>
              <a:rPr lang="en-AU" sz="1800" dirty="0">
                <a:solidFill>
                  <a:srgbClr val="6F68C7"/>
                </a:solidFill>
              </a:rPr>
              <a:t>How might we reduce the burden of aligning </a:t>
            </a:r>
            <a:r>
              <a:rPr lang="en-US" sz="1800" dirty="0">
                <a:solidFill>
                  <a:srgbClr val="6F68C7"/>
                </a:solidFill>
              </a:rPr>
              <a:t>content changes with the APS style guide?</a:t>
            </a:r>
          </a:p>
        </p:txBody>
      </p:sp>
    </p:spTree>
    <p:extLst>
      <p:ext uri="{BB962C8B-B14F-4D97-AF65-F5344CB8AC3E}">
        <p14:creationId xmlns:p14="http://schemas.microsoft.com/office/powerpoint/2010/main" val="2256446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6D4624-FBC3-7274-668C-C12870269E12}"/>
              </a:ext>
            </a:extLst>
          </p:cNvPr>
          <p:cNvSpPr>
            <a:spLocks noGrp="1"/>
          </p:cNvSpPr>
          <p:nvPr>
            <p:ph type="title"/>
          </p:nvPr>
        </p:nvSpPr>
        <p:spPr>
          <a:xfrm>
            <a:off x="583871" y="251189"/>
            <a:ext cx="4781924" cy="807261"/>
          </a:xfrm>
        </p:spPr>
        <p:txBody>
          <a:bodyPr/>
          <a:lstStyle/>
          <a:p>
            <a:r>
              <a:rPr lang="en-AU" noProof="0" dirty="0"/>
              <a:t>GenAI for content writing</a:t>
            </a:r>
          </a:p>
        </p:txBody>
      </p:sp>
      <p:grpSp>
        <p:nvGrpSpPr>
          <p:cNvPr id="52" name="Group 51">
            <a:extLst>
              <a:ext uri="{FF2B5EF4-FFF2-40B4-BE49-F238E27FC236}">
                <a16:creationId xmlns:a16="http://schemas.microsoft.com/office/drawing/2014/main" id="{B632CAC4-0D86-A3D4-44D1-41C257D34644}"/>
              </a:ext>
            </a:extLst>
          </p:cNvPr>
          <p:cNvGrpSpPr/>
          <p:nvPr/>
        </p:nvGrpSpPr>
        <p:grpSpPr>
          <a:xfrm>
            <a:off x="561701" y="1802551"/>
            <a:ext cx="5841974" cy="1839006"/>
            <a:chOff x="6549258" y="7972157"/>
            <a:chExt cx="8101297" cy="4416894"/>
          </a:xfrm>
          <a:solidFill>
            <a:schemeClr val="accent2">
              <a:lumMod val="20000"/>
              <a:lumOff val="80000"/>
            </a:schemeClr>
          </a:solidFill>
        </p:grpSpPr>
        <p:sp>
          <p:nvSpPr>
            <p:cNvPr id="50" name="Rectangle: Single Corner Rounded 49">
              <a:extLst>
                <a:ext uri="{FF2B5EF4-FFF2-40B4-BE49-F238E27FC236}">
                  <a16:creationId xmlns:a16="http://schemas.microsoft.com/office/drawing/2014/main" id="{057563C5-848E-7739-C584-96030CFA3DF6}"/>
                </a:ext>
              </a:extLst>
            </p:cNvPr>
            <p:cNvSpPr/>
            <p:nvPr/>
          </p:nvSpPr>
          <p:spPr>
            <a:xfrm>
              <a:off x="6549258" y="9428685"/>
              <a:ext cx="8101297" cy="2960366"/>
            </a:xfrm>
            <a:prstGeom prst="round1Rect">
              <a:avLst/>
            </a:prstGeom>
            <a:grpFill/>
            <a:ln w="2857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31" name="Rectangle: Rounded Corners 30">
              <a:extLst>
                <a:ext uri="{FF2B5EF4-FFF2-40B4-BE49-F238E27FC236}">
                  <a16:creationId xmlns:a16="http://schemas.microsoft.com/office/drawing/2014/main" id="{FE5A2A68-DB75-FFE2-EEBD-AE00F42ABB53}"/>
                </a:ext>
              </a:extLst>
            </p:cNvPr>
            <p:cNvSpPr/>
            <p:nvPr/>
          </p:nvSpPr>
          <p:spPr>
            <a:xfrm>
              <a:off x="6549259" y="7972157"/>
              <a:ext cx="3354737" cy="1200329"/>
            </a:xfrm>
            <a:prstGeom prst="roundRect">
              <a:avLst/>
            </a:prstGeom>
            <a:grp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r>
                <a:rPr lang="en-AU" sz="2192" b="1">
                  <a:solidFill>
                    <a:srgbClr val="323E48"/>
                  </a:solidFill>
                  <a:latin typeface="Calibri"/>
                </a:rPr>
                <a:t>System instructions</a:t>
              </a:r>
            </a:p>
          </p:txBody>
        </p:sp>
        <p:sp>
          <p:nvSpPr>
            <p:cNvPr id="32" name="TextBox 31">
              <a:extLst>
                <a:ext uri="{FF2B5EF4-FFF2-40B4-BE49-F238E27FC236}">
                  <a16:creationId xmlns:a16="http://schemas.microsoft.com/office/drawing/2014/main" id="{B414908E-261A-B1CA-AE85-A9B519807961}"/>
                </a:ext>
              </a:extLst>
            </p:cNvPr>
            <p:cNvSpPr txBox="1"/>
            <p:nvPr/>
          </p:nvSpPr>
          <p:spPr>
            <a:xfrm>
              <a:off x="6632155" y="9681482"/>
              <a:ext cx="7842339" cy="2587244"/>
            </a:xfrm>
            <a:prstGeom prst="rect">
              <a:avLst/>
            </a:prstGeom>
            <a:grpFill/>
          </p:spPr>
          <p:txBody>
            <a:bodyPr wrap="square">
              <a:spAutoFit/>
            </a:bodyPr>
            <a:lstStyle/>
            <a:p>
              <a:pPr marL="171450" indent="-171450" defTabSz="1088481">
                <a:buFont typeface="Arial" panose="020B0604020202020204" pitchFamily="34" charset="0"/>
                <a:buChar char="•"/>
              </a:pPr>
              <a:r>
                <a:rPr lang="en-AU" sz="1600">
                  <a:solidFill>
                    <a:prstClr val="black"/>
                  </a:solidFill>
                  <a:latin typeface="ui-sans-serif"/>
                </a:rPr>
                <a:t>Write for Australian small-business owners with no IP expertise.</a:t>
              </a:r>
            </a:p>
            <a:p>
              <a:pPr marL="171450" indent="-171450" defTabSz="1088481">
                <a:buFont typeface="Arial" panose="020B0604020202020204" pitchFamily="34" charset="0"/>
                <a:buChar char="•"/>
              </a:pPr>
              <a:r>
                <a:rPr lang="en-AU" sz="1600">
                  <a:solidFill>
                    <a:prstClr val="black"/>
                  </a:solidFill>
                  <a:latin typeface="Calibri"/>
                </a:rPr>
                <a:t>Use plain-English at roughly Year-8 reading level.</a:t>
              </a:r>
              <a:endParaRPr lang="en-AU" sz="1600">
                <a:solidFill>
                  <a:prstClr val="black"/>
                </a:solidFill>
                <a:latin typeface="ui-sans-serif"/>
              </a:endParaRPr>
            </a:p>
            <a:p>
              <a:pPr marL="171450" indent="-171450" defTabSz="1088481">
                <a:buFont typeface="Arial" panose="020B0604020202020204" pitchFamily="34" charset="0"/>
                <a:buChar char="•"/>
              </a:pPr>
              <a:r>
                <a:rPr lang="en-AU" sz="1600">
                  <a:solidFill>
                    <a:prstClr val="black"/>
                  </a:solidFill>
                  <a:latin typeface="Calibri"/>
                </a:rPr>
                <a:t>Prefer ‘may’ / ‘can’ over imperatives.</a:t>
              </a:r>
            </a:p>
            <a:p>
              <a:pPr marL="171450" indent="-171450" defTabSz="1088481">
                <a:buFont typeface="Arial" panose="020B0604020202020204" pitchFamily="34" charset="0"/>
                <a:buChar char="•"/>
              </a:pPr>
              <a:r>
                <a:rPr lang="en-AU" sz="1600">
                  <a:solidFill>
                    <a:prstClr val="black"/>
                  </a:solidFill>
                  <a:latin typeface="Calibri"/>
                </a:rPr>
                <a:t>etc…</a:t>
              </a:r>
            </a:p>
          </p:txBody>
        </p:sp>
      </p:grpSp>
      <p:cxnSp>
        <p:nvCxnSpPr>
          <p:cNvPr id="55" name="Straight Arrow Connector 54">
            <a:extLst>
              <a:ext uri="{FF2B5EF4-FFF2-40B4-BE49-F238E27FC236}">
                <a16:creationId xmlns:a16="http://schemas.microsoft.com/office/drawing/2014/main" id="{1187F631-627B-F7A8-F3FF-680720585235}"/>
              </a:ext>
            </a:extLst>
          </p:cNvPr>
          <p:cNvCxnSpPr>
            <a:cxnSpLocks/>
          </p:cNvCxnSpPr>
          <p:nvPr/>
        </p:nvCxnSpPr>
        <p:spPr>
          <a:xfrm>
            <a:off x="8132445" y="1702971"/>
            <a:ext cx="12778" cy="706016"/>
          </a:xfrm>
          <a:prstGeom prst="straightConnector1">
            <a:avLst/>
          </a:prstGeom>
          <a:ln w="76200">
            <a:prstDash val="sysDash"/>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5F5E2D29-17FC-407E-1BB5-BD0C29884454}"/>
              </a:ext>
            </a:extLst>
          </p:cNvPr>
          <p:cNvSpPr txBox="1"/>
          <p:nvPr/>
        </p:nvSpPr>
        <p:spPr>
          <a:xfrm>
            <a:off x="583871" y="1136036"/>
            <a:ext cx="4940551" cy="369332"/>
          </a:xfrm>
          <a:prstGeom prst="rect">
            <a:avLst/>
          </a:prstGeom>
          <a:noFill/>
        </p:spPr>
        <p:txBody>
          <a:bodyPr wrap="square">
            <a:spAutoFit/>
          </a:bodyPr>
          <a:lstStyle/>
          <a:p>
            <a:pPr defTabSz="1088481"/>
            <a:r>
              <a:rPr lang="en-AU" dirty="0">
                <a:solidFill>
                  <a:prstClr val="black"/>
                </a:solidFill>
                <a:latin typeface="Calibri"/>
              </a:rPr>
              <a:t>Using projects/‘agents’ returns a workable result </a:t>
            </a:r>
          </a:p>
        </p:txBody>
      </p:sp>
      <p:pic>
        <p:nvPicPr>
          <p:cNvPr id="9" name="Graphic 8" descr="Paper outline">
            <a:extLst>
              <a:ext uri="{FF2B5EF4-FFF2-40B4-BE49-F238E27FC236}">
                <a16:creationId xmlns:a16="http://schemas.microsoft.com/office/drawing/2014/main" id="{8A2D152E-98C7-94CA-C606-717A7D23BE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61284" y="2532653"/>
            <a:ext cx="1010638" cy="1010638"/>
          </a:xfrm>
          <a:prstGeom prst="rect">
            <a:avLst/>
          </a:prstGeom>
        </p:spPr>
      </p:pic>
      <p:grpSp>
        <p:nvGrpSpPr>
          <p:cNvPr id="10" name="Group 9">
            <a:extLst>
              <a:ext uri="{FF2B5EF4-FFF2-40B4-BE49-F238E27FC236}">
                <a16:creationId xmlns:a16="http://schemas.microsoft.com/office/drawing/2014/main" id="{EAC7B4EB-A78C-A280-1E60-89C4B588639A}"/>
              </a:ext>
            </a:extLst>
          </p:cNvPr>
          <p:cNvGrpSpPr/>
          <p:nvPr/>
        </p:nvGrpSpPr>
        <p:grpSpPr>
          <a:xfrm>
            <a:off x="6422765" y="476064"/>
            <a:ext cx="4031138" cy="1258466"/>
            <a:chOff x="8075915" y="8027321"/>
            <a:chExt cx="5590139" cy="3022564"/>
          </a:xfrm>
          <a:solidFill>
            <a:schemeClr val="accent2">
              <a:lumMod val="20000"/>
              <a:lumOff val="80000"/>
            </a:schemeClr>
          </a:solidFill>
        </p:grpSpPr>
        <p:sp>
          <p:nvSpPr>
            <p:cNvPr id="11" name="Rectangle: Single Corner Rounded 10">
              <a:extLst>
                <a:ext uri="{FF2B5EF4-FFF2-40B4-BE49-F238E27FC236}">
                  <a16:creationId xmlns:a16="http://schemas.microsoft.com/office/drawing/2014/main" id="{E40F94EE-465D-EA50-8A2C-490B4AB98F84}"/>
                </a:ext>
              </a:extLst>
            </p:cNvPr>
            <p:cNvSpPr/>
            <p:nvPr/>
          </p:nvSpPr>
          <p:spPr>
            <a:xfrm>
              <a:off x="8075915" y="9428685"/>
              <a:ext cx="5590139" cy="1621200"/>
            </a:xfrm>
            <a:prstGeom prst="round1Rect">
              <a:avLst/>
            </a:prstGeom>
            <a:solidFill>
              <a:schemeClr val="accent1"/>
            </a:solidFill>
            <a:ln w="57150">
              <a:solidFill>
                <a:schemeClr val="accent5"/>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14" name="Rectangle: Rounded Corners 13">
              <a:extLst>
                <a:ext uri="{FF2B5EF4-FFF2-40B4-BE49-F238E27FC236}">
                  <a16:creationId xmlns:a16="http://schemas.microsoft.com/office/drawing/2014/main" id="{7B1A1E59-0B94-F150-51DA-A3C3C44D3EB0}"/>
                </a:ext>
              </a:extLst>
            </p:cNvPr>
            <p:cNvSpPr/>
            <p:nvPr/>
          </p:nvSpPr>
          <p:spPr>
            <a:xfrm>
              <a:off x="8075915" y="8027321"/>
              <a:ext cx="4315716" cy="1200329"/>
            </a:xfrm>
            <a:prstGeom prst="roundRect">
              <a:avLst/>
            </a:prstGeom>
            <a:solidFill>
              <a:schemeClr val="accent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r>
                <a:rPr lang="en-AU" sz="2192" b="1" dirty="0">
                  <a:solidFill>
                    <a:prstClr val="white"/>
                  </a:solidFill>
                  <a:latin typeface="Calibri"/>
                </a:rPr>
                <a:t>Content writer’s prompt</a:t>
              </a:r>
            </a:p>
          </p:txBody>
        </p:sp>
        <p:sp>
          <p:nvSpPr>
            <p:cNvPr id="15" name="TextBox 14">
              <a:extLst>
                <a:ext uri="{FF2B5EF4-FFF2-40B4-BE49-F238E27FC236}">
                  <a16:creationId xmlns:a16="http://schemas.microsoft.com/office/drawing/2014/main" id="{2173BE11-AB58-D248-354C-4E8BEAEFAAD7}"/>
                </a:ext>
              </a:extLst>
            </p:cNvPr>
            <p:cNvSpPr txBox="1"/>
            <p:nvPr/>
          </p:nvSpPr>
          <p:spPr>
            <a:xfrm>
              <a:off x="8261294" y="9592475"/>
              <a:ext cx="5334317" cy="1404503"/>
            </a:xfrm>
            <a:prstGeom prst="rect">
              <a:avLst/>
            </a:prstGeom>
            <a:solidFill>
              <a:schemeClr val="accent1"/>
            </a:solidFill>
          </p:spPr>
          <p:txBody>
            <a:bodyPr wrap="square">
              <a:spAutoFit/>
            </a:bodyPr>
            <a:lstStyle/>
            <a:p>
              <a:pPr marL="171450" indent="-171450" defTabSz="1088481">
                <a:buFont typeface="Arial" panose="020B0604020202020204" pitchFamily="34" charset="0"/>
                <a:buChar char="•"/>
              </a:pPr>
              <a:r>
                <a:rPr lang="en-AU" sz="1600">
                  <a:solidFill>
                    <a:prstClr val="white"/>
                  </a:solidFill>
                  <a:latin typeface="ui-sans-serif"/>
                </a:rPr>
                <a:t>What’s the topic of the output?</a:t>
              </a:r>
            </a:p>
            <a:p>
              <a:pPr marL="171450" indent="-171450" defTabSz="1088481">
                <a:buFont typeface="Arial" panose="020B0604020202020204" pitchFamily="34" charset="0"/>
                <a:buChar char="•"/>
              </a:pPr>
              <a:r>
                <a:rPr lang="en-AU" sz="1600">
                  <a:solidFill>
                    <a:prstClr val="white"/>
                  </a:solidFill>
                  <a:latin typeface="ui-sans-serif"/>
                </a:rPr>
                <a:t>What should we focus on about the topic?</a:t>
              </a:r>
              <a:endParaRPr lang="en-AU" sz="1600">
                <a:solidFill>
                  <a:prstClr val="white"/>
                </a:solidFill>
                <a:latin typeface="Calibri"/>
              </a:endParaRPr>
            </a:p>
          </p:txBody>
        </p:sp>
      </p:grpSp>
      <p:cxnSp>
        <p:nvCxnSpPr>
          <p:cNvPr id="19" name="Straight Arrow Connector 18">
            <a:extLst>
              <a:ext uri="{FF2B5EF4-FFF2-40B4-BE49-F238E27FC236}">
                <a16:creationId xmlns:a16="http://schemas.microsoft.com/office/drawing/2014/main" id="{9F0A91B9-F36E-7193-BFAC-779414734EA8}"/>
              </a:ext>
            </a:extLst>
          </p:cNvPr>
          <p:cNvCxnSpPr>
            <a:cxnSpLocks/>
          </p:cNvCxnSpPr>
          <p:nvPr/>
        </p:nvCxnSpPr>
        <p:spPr>
          <a:xfrm>
            <a:off x="6387682" y="2996170"/>
            <a:ext cx="981423" cy="0"/>
          </a:xfrm>
          <a:prstGeom prst="straightConnector1">
            <a:avLst/>
          </a:prstGeom>
          <a:ln w="762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FB54D0E-075A-0BD3-4868-8FC7BDB23E35}"/>
              </a:ext>
            </a:extLst>
          </p:cNvPr>
          <p:cNvCxnSpPr>
            <a:cxnSpLocks/>
          </p:cNvCxnSpPr>
          <p:nvPr/>
        </p:nvCxnSpPr>
        <p:spPr>
          <a:xfrm>
            <a:off x="8933698" y="3022919"/>
            <a:ext cx="1086948" cy="0"/>
          </a:xfrm>
          <a:prstGeom prst="straightConnector1">
            <a:avLst/>
          </a:prstGeom>
          <a:ln w="11430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CA7D7CC-D5D6-4B4A-2791-D760CFE3D2B3}"/>
              </a:ext>
            </a:extLst>
          </p:cNvPr>
          <p:cNvCxnSpPr>
            <a:cxnSpLocks/>
          </p:cNvCxnSpPr>
          <p:nvPr/>
        </p:nvCxnSpPr>
        <p:spPr>
          <a:xfrm>
            <a:off x="10466603" y="3619500"/>
            <a:ext cx="0" cy="503055"/>
          </a:xfrm>
          <a:prstGeom prst="straightConnector1">
            <a:avLst/>
          </a:prstGeom>
          <a:ln w="114300">
            <a:prstDash val="solid"/>
            <a:tailEnd type="triangle"/>
          </a:ln>
        </p:spPr>
        <p:style>
          <a:lnRef idx="1">
            <a:schemeClr val="accent1"/>
          </a:lnRef>
          <a:fillRef idx="0">
            <a:schemeClr val="accent1"/>
          </a:fillRef>
          <a:effectRef idx="0">
            <a:schemeClr val="accent1"/>
          </a:effectRef>
          <a:fontRef idx="minor">
            <a:schemeClr val="tx1"/>
          </a:fontRef>
        </p:style>
      </p:cxnSp>
      <p:pic>
        <p:nvPicPr>
          <p:cNvPr id="54" name="Graphic 53" descr="Paper outline">
            <a:extLst>
              <a:ext uri="{FF2B5EF4-FFF2-40B4-BE49-F238E27FC236}">
                <a16:creationId xmlns:a16="http://schemas.microsoft.com/office/drawing/2014/main" id="{0C3ED0F9-D450-6399-F75F-DA1D096AE0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61284" y="5755244"/>
            <a:ext cx="1069184" cy="1069184"/>
          </a:xfrm>
          <a:prstGeom prst="rect">
            <a:avLst/>
          </a:prstGeom>
        </p:spPr>
      </p:pic>
      <p:cxnSp>
        <p:nvCxnSpPr>
          <p:cNvPr id="57" name="Straight Arrow Connector 56">
            <a:extLst>
              <a:ext uri="{FF2B5EF4-FFF2-40B4-BE49-F238E27FC236}">
                <a16:creationId xmlns:a16="http://schemas.microsoft.com/office/drawing/2014/main" id="{B444B1A2-FD96-7C81-B9A5-EC7D26A244D0}"/>
              </a:ext>
            </a:extLst>
          </p:cNvPr>
          <p:cNvCxnSpPr>
            <a:cxnSpLocks/>
          </p:cNvCxnSpPr>
          <p:nvPr/>
        </p:nvCxnSpPr>
        <p:spPr>
          <a:xfrm>
            <a:off x="10453903" y="5285890"/>
            <a:ext cx="0" cy="386607"/>
          </a:xfrm>
          <a:prstGeom prst="straightConnector1">
            <a:avLst/>
          </a:prstGeom>
          <a:ln w="114300">
            <a:prstDash val="solid"/>
            <a:tailEnd type="triangle"/>
          </a:ln>
        </p:spPr>
        <p:style>
          <a:lnRef idx="1">
            <a:schemeClr val="accent1"/>
          </a:lnRef>
          <a:fillRef idx="0">
            <a:schemeClr val="accent1"/>
          </a:fillRef>
          <a:effectRef idx="0">
            <a:schemeClr val="accent1"/>
          </a:effectRef>
          <a:fontRef idx="minor">
            <a:schemeClr val="tx1"/>
          </a:fontRef>
        </p:style>
      </p:cxnSp>
      <p:sp>
        <p:nvSpPr>
          <p:cNvPr id="61" name="Rectangle: Rounded Corners 60">
            <a:extLst>
              <a:ext uri="{FF2B5EF4-FFF2-40B4-BE49-F238E27FC236}">
                <a16:creationId xmlns:a16="http://schemas.microsoft.com/office/drawing/2014/main" id="{B63F6477-5A6B-161E-013B-16A0D4987DFA}"/>
              </a:ext>
            </a:extLst>
          </p:cNvPr>
          <p:cNvSpPr/>
          <p:nvPr/>
        </p:nvSpPr>
        <p:spPr>
          <a:xfrm>
            <a:off x="937190" y="4605935"/>
            <a:ext cx="2419154" cy="499766"/>
          </a:xfrm>
          <a:prstGeom prst="roundRect">
            <a:avLst/>
          </a:prstGeom>
          <a:solidFill>
            <a:schemeClr val="accent5">
              <a:lumMod val="20000"/>
              <a:lumOff val="80000"/>
            </a:schemeClr>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r>
              <a:rPr lang="en-AU" sz="2192" b="1">
                <a:solidFill>
                  <a:srgbClr val="323E48"/>
                </a:solidFill>
                <a:latin typeface="Calibri"/>
              </a:rPr>
              <a:t>QA instructions</a:t>
            </a:r>
          </a:p>
        </p:txBody>
      </p:sp>
      <p:grpSp>
        <p:nvGrpSpPr>
          <p:cNvPr id="88" name="Group 87">
            <a:extLst>
              <a:ext uri="{FF2B5EF4-FFF2-40B4-BE49-F238E27FC236}">
                <a16:creationId xmlns:a16="http://schemas.microsoft.com/office/drawing/2014/main" id="{88565DC2-8847-1F1B-B3CC-111E9407F497}"/>
              </a:ext>
            </a:extLst>
          </p:cNvPr>
          <p:cNvGrpSpPr/>
          <p:nvPr/>
        </p:nvGrpSpPr>
        <p:grpSpPr>
          <a:xfrm>
            <a:off x="937190" y="5200185"/>
            <a:ext cx="4600011" cy="1010638"/>
            <a:chOff x="1874379" y="9535073"/>
            <a:chExt cx="9200021" cy="2021276"/>
          </a:xfrm>
        </p:grpSpPr>
        <p:sp>
          <p:nvSpPr>
            <p:cNvPr id="60" name="Rectangle: Single Corner Rounded 59">
              <a:extLst>
                <a:ext uri="{FF2B5EF4-FFF2-40B4-BE49-F238E27FC236}">
                  <a16:creationId xmlns:a16="http://schemas.microsoft.com/office/drawing/2014/main" id="{F66C6853-6785-70B9-6AFD-6339E4AFB957}"/>
                </a:ext>
              </a:extLst>
            </p:cNvPr>
            <p:cNvSpPr/>
            <p:nvPr/>
          </p:nvSpPr>
          <p:spPr>
            <a:xfrm>
              <a:off x="1874379" y="9535073"/>
              <a:ext cx="9200021" cy="2021276"/>
            </a:xfrm>
            <a:prstGeom prst="round1Rect">
              <a:avLst/>
            </a:prstGeom>
            <a:solidFill>
              <a:schemeClr val="accent5">
                <a:lumMod val="20000"/>
                <a:lumOff val="80000"/>
              </a:schemeClr>
            </a:solidFill>
            <a:ln w="2857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62" name="TextBox 61">
              <a:extLst>
                <a:ext uri="{FF2B5EF4-FFF2-40B4-BE49-F238E27FC236}">
                  <a16:creationId xmlns:a16="http://schemas.microsoft.com/office/drawing/2014/main" id="{92238970-8E72-746D-9E92-190D90C8B3F2}"/>
                </a:ext>
              </a:extLst>
            </p:cNvPr>
            <p:cNvSpPr txBox="1"/>
            <p:nvPr/>
          </p:nvSpPr>
          <p:spPr>
            <a:xfrm>
              <a:off x="2247859" y="9731885"/>
              <a:ext cx="8483729" cy="1661994"/>
            </a:xfrm>
            <a:prstGeom prst="rect">
              <a:avLst/>
            </a:prstGeom>
            <a:solidFill>
              <a:schemeClr val="accent5">
                <a:lumMod val="20000"/>
                <a:lumOff val="80000"/>
              </a:schemeClr>
            </a:solidFill>
          </p:spPr>
          <p:txBody>
            <a:bodyPr wrap="square">
              <a:spAutoFit/>
            </a:bodyPr>
            <a:lstStyle/>
            <a:p>
              <a:pPr marL="171450" indent="-171450" defTabSz="1088481">
                <a:buFont typeface="Arial" panose="020B0604020202020204" pitchFamily="34" charset="0"/>
                <a:buChar char="•"/>
              </a:pPr>
              <a:r>
                <a:rPr lang="en-AU" sz="1600" dirty="0">
                  <a:solidFill>
                    <a:prstClr val="black"/>
                  </a:solidFill>
                  <a:latin typeface="ui-sans-serif"/>
                </a:rPr>
                <a:t>Check the output against the attached rules</a:t>
              </a:r>
            </a:p>
            <a:p>
              <a:pPr marL="171450" indent="-171450" defTabSz="1088481">
                <a:buFont typeface="Arial" panose="020B0604020202020204" pitchFamily="34" charset="0"/>
                <a:buChar char="•"/>
              </a:pPr>
              <a:r>
                <a:rPr lang="en-AU" sz="1600" dirty="0">
                  <a:solidFill>
                    <a:prstClr val="black"/>
                  </a:solidFill>
                  <a:latin typeface="ui-sans-serif"/>
                </a:rPr>
                <a:t>Produce a version that adheres to the rules</a:t>
              </a:r>
            </a:p>
            <a:p>
              <a:pPr marL="171450" indent="-171450" defTabSz="1088481">
                <a:buFont typeface="Arial" panose="020B0604020202020204" pitchFamily="34" charset="0"/>
                <a:buChar char="•"/>
              </a:pPr>
              <a:r>
                <a:rPr lang="en-AU" sz="1600" dirty="0">
                  <a:solidFill>
                    <a:prstClr val="black"/>
                  </a:solidFill>
                  <a:latin typeface="ui-sans-serif"/>
                </a:rPr>
                <a:t>Tell me what you changed and why</a:t>
              </a:r>
            </a:p>
          </p:txBody>
        </p:sp>
      </p:grpSp>
      <p:cxnSp>
        <p:nvCxnSpPr>
          <p:cNvPr id="65" name="Straight Arrow Connector 64">
            <a:extLst>
              <a:ext uri="{FF2B5EF4-FFF2-40B4-BE49-F238E27FC236}">
                <a16:creationId xmlns:a16="http://schemas.microsoft.com/office/drawing/2014/main" id="{3E90F028-4672-D1E6-3262-9AD9CB7A17D9}"/>
              </a:ext>
            </a:extLst>
          </p:cNvPr>
          <p:cNvCxnSpPr>
            <a:cxnSpLocks/>
          </p:cNvCxnSpPr>
          <p:nvPr/>
        </p:nvCxnSpPr>
        <p:spPr>
          <a:xfrm>
            <a:off x="4527755" y="4795999"/>
            <a:ext cx="5168695" cy="0"/>
          </a:xfrm>
          <a:prstGeom prst="straightConnector1">
            <a:avLst/>
          </a:prstGeom>
          <a:ln w="76200">
            <a:prstDash val="sysDash"/>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2C8BCC76-4486-E282-1D26-22D1B240A146}"/>
              </a:ext>
            </a:extLst>
          </p:cNvPr>
          <p:cNvSpPr txBox="1"/>
          <p:nvPr/>
        </p:nvSpPr>
        <p:spPr>
          <a:xfrm>
            <a:off x="7600377" y="3443263"/>
            <a:ext cx="1089693" cy="246221"/>
          </a:xfrm>
          <a:prstGeom prst="rect">
            <a:avLst/>
          </a:prstGeom>
          <a:noFill/>
          <a:ln>
            <a:noFill/>
          </a:ln>
        </p:spPr>
        <p:txBody>
          <a:bodyPr wrap="square">
            <a:spAutoFit/>
          </a:bodyPr>
          <a:lstStyle/>
          <a:p>
            <a:pPr algn="ctr" defTabSz="544241"/>
            <a:r>
              <a:rPr lang="en-AU" sz="1000" b="1" dirty="0">
                <a:solidFill>
                  <a:prstClr val="black"/>
                </a:solidFill>
                <a:latin typeface="ui-sans-serif"/>
              </a:rPr>
              <a:t>LLM</a:t>
            </a:r>
            <a:endParaRPr lang="en-AU" sz="1000" b="1" dirty="0">
              <a:solidFill>
                <a:prstClr val="black"/>
              </a:solidFill>
              <a:latin typeface="Calibri"/>
            </a:endParaRPr>
          </a:p>
        </p:txBody>
      </p:sp>
      <p:sp>
        <p:nvSpPr>
          <p:cNvPr id="80" name="TextBox 79">
            <a:extLst>
              <a:ext uri="{FF2B5EF4-FFF2-40B4-BE49-F238E27FC236}">
                <a16:creationId xmlns:a16="http://schemas.microsoft.com/office/drawing/2014/main" id="{C30503B3-9C6D-88CC-D8CF-C0235D5857DE}"/>
              </a:ext>
            </a:extLst>
          </p:cNvPr>
          <p:cNvSpPr txBox="1"/>
          <p:nvPr/>
        </p:nvSpPr>
        <p:spPr>
          <a:xfrm>
            <a:off x="9909056" y="4957738"/>
            <a:ext cx="1089693" cy="246221"/>
          </a:xfrm>
          <a:prstGeom prst="rect">
            <a:avLst/>
          </a:prstGeom>
          <a:noFill/>
          <a:ln>
            <a:noFill/>
          </a:ln>
        </p:spPr>
        <p:txBody>
          <a:bodyPr wrap="square">
            <a:spAutoFit/>
          </a:bodyPr>
          <a:lstStyle/>
          <a:p>
            <a:pPr algn="ctr" defTabSz="544241"/>
            <a:r>
              <a:rPr lang="en-AU" sz="1000" b="1">
                <a:solidFill>
                  <a:prstClr val="black"/>
                </a:solidFill>
                <a:latin typeface="ui-sans-serif"/>
              </a:rPr>
              <a:t>LLM</a:t>
            </a:r>
            <a:endParaRPr lang="en-AU" sz="1000" b="1">
              <a:solidFill>
                <a:prstClr val="black"/>
              </a:solidFill>
              <a:latin typeface="Calibri"/>
            </a:endParaRPr>
          </a:p>
        </p:txBody>
      </p:sp>
      <p:sp>
        <p:nvSpPr>
          <p:cNvPr id="82" name="TextBox 81">
            <a:extLst>
              <a:ext uri="{FF2B5EF4-FFF2-40B4-BE49-F238E27FC236}">
                <a16:creationId xmlns:a16="http://schemas.microsoft.com/office/drawing/2014/main" id="{C352FE3C-B22B-6066-3B20-96F0633BA858}"/>
              </a:ext>
            </a:extLst>
          </p:cNvPr>
          <p:cNvSpPr txBox="1"/>
          <p:nvPr/>
        </p:nvSpPr>
        <p:spPr>
          <a:xfrm>
            <a:off x="9921756" y="2978222"/>
            <a:ext cx="1089693" cy="276999"/>
          </a:xfrm>
          <a:prstGeom prst="rect">
            <a:avLst/>
          </a:prstGeom>
          <a:noFill/>
          <a:ln>
            <a:noFill/>
          </a:ln>
        </p:spPr>
        <p:txBody>
          <a:bodyPr wrap="square">
            <a:spAutoFit/>
          </a:bodyPr>
          <a:lstStyle/>
          <a:p>
            <a:pPr algn="ctr" defTabSz="544241"/>
            <a:r>
              <a:rPr lang="en-AU" sz="1200" b="1">
                <a:solidFill>
                  <a:prstClr val="black"/>
                </a:solidFill>
                <a:latin typeface="ui-sans-serif"/>
              </a:rPr>
              <a:t>DRAFT</a:t>
            </a:r>
            <a:endParaRPr lang="en-AU" sz="1200" b="1">
              <a:solidFill>
                <a:prstClr val="black"/>
              </a:solidFill>
              <a:latin typeface="Calibri"/>
            </a:endParaRPr>
          </a:p>
        </p:txBody>
      </p:sp>
      <p:grpSp>
        <p:nvGrpSpPr>
          <p:cNvPr id="87" name="Group 86">
            <a:extLst>
              <a:ext uri="{FF2B5EF4-FFF2-40B4-BE49-F238E27FC236}">
                <a16:creationId xmlns:a16="http://schemas.microsoft.com/office/drawing/2014/main" id="{ED0DA08E-5A5E-6C73-24AE-345C9AFE7A00}"/>
              </a:ext>
            </a:extLst>
          </p:cNvPr>
          <p:cNvGrpSpPr/>
          <p:nvPr/>
        </p:nvGrpSpPr>
        <p:grpSpPr>
          <a:xfrm>
            <a:off x="3704834" y="4340115"/>
            <a:ext cx="1089693" cy="839763"/>
            <a:chOff x="11074400" y="8351706"/>
            <a:chExt cx="2179386" cy="1679526"/>
          </a:xfrm>
          <a:solidFill>
            <a:schemeClr val="accent5"/>
          </a:solidFill>
        </p:grpSpPr>
        <p:pic>
          <p:nvPicPr>
            <p:cNvPr id="63" name="Graphic 62" descr="Paper outline">
              <a:extLst>
                <a:ext uri="{FF2B5EF4-FFF2-40B4-BE49-F238E27FC236}">
                  <a16:creationId xmlns:a16="http://schemas.microsoft.com/office/drawing/2014/main" id="{A479C6C2-6A87-EEF4-CFB4-71E6462B34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31074" y="8351706"/>
              <a:ext cx="1679526" cy="1679526"/>
            </a:xfrm>
            <a:prstGeom prst="rect">
              <a:avLst/>
            </a:prstGeom>
          </p:spPr>
        </p:pic>
        <p:sp>
          <p:nvSpPr>
            <p:cNvPr id="83" name="TextBox 82">
              <a:extLst>
                <a:ext uri="{FF2B5EF4-FFF2-40B4-BE49-F238E27FC236}">
                  <a16:creationId xmlns:a16="http://schemas.microsoft.com/office/drawing/2014/main" id="{59E32EAF-3543-8EC2-1A4A-44B5C01114FE}"/>
                </a:ext>
              </a:extLst>
            </p:cNvPr>
            <p:cNvSpPr txBox="1"/>
            <p:nvPr/>
          </p:nvSpPr>
          <p:spPr>
            <a:xfrm>
              <a:off x="11074400" y="8901774"/>
              <a:ext cx="2179386" cy="923330"/>
            </a:xfrm>
            <a:prstGeom prst="rect">
              <a:avLst/>
            </a:prstGeom>
            <a:noFill/>
            <a:ln>
              <a:noFill/>
            </a:ln>
          </p:spPr>
          <p:txBody>
            <a:bodyPr wrap="square">
              <a:spAutoFit/>
            </a:bodyPr>
            <a:lstStyle/>
            <a:p>
              <a:pPr algn="ctr" defTabSz="544241"/>
              <a:r>
                <a:rPr lang="en-AU" sz="1200" b="1">
                  <a:solidFill>
                    <a:srgbClr val="323E48"/>
                  </a:solidFill>
                  <a:latin typeface="ui-sans-serif"/>
                </a:rPr>
                <a:t>RULE</a:t>
              </a:r>
            </a:p>
            <a:p>
              <a:pPr algn="ctr" defTabSz="544241"/>
              <a:r>
                <a:rPr lang="en-AU" sz="1200" b="1">
                  <a:solidFill>
                    <a:srgbClr val="323E48"/>
                  </a:solidFill>
                  <a:latin typeface="ui-sans-serif"/>
                </a:rPr>
                <a:t>BOOK</a:t>
              </a:r>
              <a:endParaRPr lang="en-AU" sz="1200" b="1">
                <a:solidFill>
                  <a:srgbClr val="323E48"/>
                </a:solidFill>
                <a:latin typeface="Calibri"/>
              </a:endParaRPr>
            </a:p>
          </p:txBody>
        </p:sp>
      </p:grpSp>
      <p:sp>
        <p:nvSpPr>
          <p:cNvPr id="89" name="Plus Sign 88">
            <a:extLst>
              <a:ext uri="{FF2B5EF4-FFF2-40B4-BE49-F238E27FC236}">
                <a16:creationId xmlns:a16="http://schemas.microsoft.com/office/drawing/2014/main" id="{95584041-19BF-63F7-1AE0-3C8CE85B6795}"/>
              </a:ext>
            </a:extLst>
          </p:cNvPr>
          <p:cNvSpPr/>
          <p:nvPr/>
        </p:nvSpPr>
        <p:spPr>
          <a:xfrm>
            <a:off x="3424202" y="4605935"/>
            <a:ext cx="457200" cy="457200"/>
          </a:xfrm>
          <a:prstGeom prst="mathPlus">
            <a:avLst>
              <a:gd name="adj1" fmla="val 852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94" name="Rectangle: Rounded Corners 93">
            <a:extLst>
              <a:ext uri="{FF2B5EF4-FFF2-40B4-BE49-F238E27FC236}">
                <a16:creationId xmlns:a16="http://schemas.microsoft.com/office/drawing/2014/main" id="{F144D925-64F3-C4EC-2D06-F1FF1DB6C676}"/>
              </a:ext>
            </a:extLst>
          </p:cNvPr>
          <p:cNvSpPr/>
          <p:nvPr/>
        </p:nvSpPr>
        <p:spPr>
          <a:xfrm>
            <a:off x="6822325" y="6085914"/>
            <a:ext cx="3112131" cy="499766"/>
          </a:xfrm>
          <a:prstGeom prst="roundRect">
            <a:avLst/>
          </a:prstGeom>
          <a:solidFill>
            <a:schemeClr val="accent1">
              <a:lumMod val="60000"/>
              <a:lumOff val="40000"/>
            </a:schemeClr>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r>
              <a:rPr lang="en-AU" sz="2192" b="1">
                <a:solidFill>
                  <a:prstClr val="white"/>
                </a:solidFill>
                <a:latin typeface="Calibri"/>
              </a:rPr>
              <a:t>Content writer review</a:t>
            </a:r>
          </a:p>
        </p:txBody>
      </p:sp>
      <p:sp>
        <p:nvSpPr>
          <p:cNvPr id="96" name="TextBox 95">
            <a:extLst>
              <a:ext uri="{FF2B5EF4-FFF2-40B4-BE49-F238E27FC236}">
                <a16:creationId xmlns:a16="http://schemas.microsoft.com/office/drawing/2014/main" id="{97E4BDDB-B77B-D0B7-C7DA-62443AA9BB02}"/>
              </a:ext>
            </a:extLst>
          </p:cNvPr>
          <p:cNvSpPr txBox="1"/>
          <p:nvPr/>
        </p:nvSpPr>
        <p:spPr>
          <a:xfrm>
            <a:off x="10196647" y="6124015"/>
            <a:ext cx="1089693" cy="461665"/>
          </a:xfrm>
          <a:prstGeom prst="rect">
            <a:avLst/>
          </a:prstGeom>
          <a:noFill/>
          <a:ln>
            <a:noFill/>
          </a:ln>
        </p:spPr>
        <p:txBody>
          <a:bodyPr wrap="square">
            <a:spAutoFit/>
          </a:bodyPr>
          <a:lstStyle/>
          <a:p>
            <a:pPr defTabSz="544241"/>
            <a:r>
              <a:rPr lang="en-AU" sz="1200" b="1" dirty="0">
                <a:solidFill>
                  <a:prstClr val="black"/>
                </a:solidFill>
                <a:latin typeface="ui-sans-serif"/>
              </a:rPr>
              <a:t>CLEAN</a:t>
            </a:r>
          </a:p>
          <a:p>
            <a:pPr defTabSz="544241"/>
            <a:r>
              <a:rPr lang="en-AU" sz="1200" b="1" dirty="0">
                <a:solidFill>
                  <a:prstClr val="black"/>
                </a:solidFill>
                <a:latin typeface="ui-sans-serif"/>
              </a:rPr>
              <a:t>DRAFT</a:t>
            </a:r>
            <a:endParaRPr lang="en-AU" sz="1200" b="1" dirty="0">
              <a:solidFill>
                <a:prstClr val="black"/>
              </a:solidFill>
              <a:latin typeface="Calibri"/>
            </a:endParaRPr>
          </a:p>
        </p:txBody>
      </p:sp>
      <p:pic>
        <p:nvPicPr>
          <p:cNvPr id="4" name="Picture 3">
            <a:extLst>
              <a:ext uri="{FF2B5EF4-FFF2-40B4-BE49-F238E27FC236}">
                <a16:creationId xmlns:a16="http://schemas.microsoft.com/office/drawing/2014/main" id="{8099CC59-374A-5FEC-2DF7-1555530CB2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37087" y="2331986"/>
            <a:ext cx="1254545" cy="1254545"/>
          </a:xfrm>
          <a:prstGeom prst="rect">
            <a:avLst/>
          </a:prstGeom>
        </p:spPr>
      </p:pic>
      <p:pic>
        <p:nvPicPr>
          <p:cNvPr id="7" name="Picture 6">
            <a:extLst>
              <a:ext uri="{FF2B5EF4-FFF2-40B4-BE49-F238E27FC236}">
                <a16:creationId xmlns:a16="http://schemas.microsoft.com/office/drawing/2014/main" id="{53AE99FD-97EA-9C4A-4634-63E82FB60A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15743" y="4122555"/>
            <a:ext cx="916932" cy="916932"/>
          </a:xfrm>
          <a:prstGeom prst="rect">
            <a:avLst/>
          </a:prstGeom>
        </p:spPr>
      </p:pic>
    </p:spTree>
    <p:extLst>
      <p:ext uri="{BB962C8B-B14F-4D97-AF65-F5344CB8AC3E}">
        <p14:creationId xmlns:p14="http://schemas.microsoft.com/office/powerpoint/2010/main" val="955022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D21F215-3B61-535C-6902-DF7EFDC6D6AB}"/>
              </a:ext>
            </a:extLst>
          </p:cNvPr>
          <p:cNvSpPr/>
          <p:nvPr/>
        </p:nvSpPr>
        <p:spPr>
          <a:xfrm>
            <a:off x="6096000" y="0"/>
            <a:ext cx="6096001" cy="68580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3" name="Title 2">
            <a:extLst>
              <a:ext uri="{FF2B5EF4-FFF2-40B4-BE49-F238E27FC236}">
                <a16:creationId xmlns:a16="http://schemas.microsoft.com/office/drawing/2014/main" id="{87036E5D-E5D1-69F5-F1FE-DE50E4C9CF51}"/>
              </a:ext>
            </a:extLst>
          </p:cNvPr>
          <p:cNvSpPr>
            <a:spLocks noGrp="1"/>
          </p:cNvSpPr>
          <p:nvPr>
            <p:ph type="title"/>
          </p:nvPr>
        </p:nvSpPr>
        <p:spPr>
          <a:xfrm>
            <a:off x="472684" y="545243"/>
            <a:ext cx="5623316" cy="807261"/>
          </a:xfrm>
        </p:spPr>
        <p:txBody>
          <a:bodyPr/>
          <a:lstStyle/>
          <a:p>
            <a:r>
              <a:rPr lang="en-AU" noProof="0" dirty="0">
                <a:solidFill>
                  <a:schemeClr val="accent3"/>
                </a:solidFill>
              </a:rPr>
              <a:t>The problem:</a:t>
            </a:r>
            <a:br>
              <a:rPr lang="en-AU" noProof="0" dirty="0"/>
            </a:br>
            <a:r>
              <a:rPr lang="en-AU" sz="2400" dirty="0"/>
              <a:t>An impractical number of rules</a:t>
            </a:r>
            <a:endParaRPr lang="en-AU" noProof="0" dirty="0"/>
          </a:p>
        </p:txBody>
      </p:sp>
      <p:sp>
        <p:nvSpPr>
          <p:cNvPr id="5" name="Rectangle: Rounded Corners 4">
            <a:extLst>
              <a:ext uri="{FF2B5EF4-FFF2-40B4-BE49-F238E27FC236}">
                <a16:creationId xmlns:a16="http://schemas.microsoft.com/office/drawing/2014/main" id="{CD462FDC-1B14-033B-C6D4-19C75024CC3B}"/>
              </a:ext>
            </a:extLst>
          </p:cNvPr>
          <p:cNvSpPr/>
          <p:nvPr/>
        </p:nvSpPr>
        <p:spPr>
          <a:xfrm>
            <a:off x="1139195" y="2487914"/>
            <a:ext cx="3929449" cy="666512"/>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r>
              <a:rPr lang="en-AU" sz="2000" b="1">
                <a:solidFill>
                  <a:prstClr val="black"/>
                </a:solidFill>
                <a:latin typeface="Calibri"/>
              </a:rPr>
              <a:t>APS style manual</a:t>
            </a:r>
          </a:p>
        </p:txBody>
      </p:sp>
      <p:sp>
        <p:nvSpPr>
          <p:cNvPr id="6" name="Rectangle: Rounded Corners 5">
            <a:extLst>
              <a:ext uri="{FF2B5EF4-FFF2-40B4-BE49-F238E27FC236}">
                <a16:creationId xmlns:a16="http://schemas.microsoft.com/office/drawing/2014/main" id="{67B35168-935A-111B-1F07-09C417E7662C}"/>
              </a:ext>
            </a:extLst>
          </p:cNvPr>
          <p:cNvSpPr/>
          <p:nvPr/>
        </p:nvSpPr>
        <p:spPr>
          <a:xfrm>
            <a:off x="1139195" y="4020824"/>
            <a:ext cx="3929450" cy="666512"/>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r>
              <a:rPr lang="en-AU" b="1">
                <a:solidFill>
                  <a:prstClr val="black"/>
                </a:solidFill>
                <a:latin typeface="Calibri"/>
              </a:rPr>
              <a:t>IP Australia’s Tone of Voice Guide</a:t>
            </a:r>
          </a:p>
        </p:txBody>
      </p:sp>
      <p:sp>
        <p:nvSpPr>
          <p:cNvPr id="7" name="Rectangle: Rounded Corners 6">
            <a:extLst>
              <a:ext uri="{FF2B5EF4-FFF2-40B4-BE49-F238E27FC236}">
                <a16:creationId xmlns:a16="http://schemas.microsoft.com/office/drawing/2014/main" id="{312B59BF-61AA-ACC0-4ECE-8FB89319ACDA}"/>
              </a:ext>
            </a:extLst>
          </p:cNvPr>
          <p:cNvSpPr/>
          <p:nvPr/>
        </p:nvSpPr>
        <p:spPr>
          <a:xfrm>
            <a:off x="1139195" y="5652815"/>
            <a:ext cx="3929450" cy="666512"/>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r>
              <a:rPr lang="en-AU" sz="2000" b="1">
                <a:solidFill>
                  <a:prstClr val="black"/>
                </a:solidFill>
                <a:latin typeface="Calibri"/>
              </a:rPr>
              <a:t>IP First Response style guide</a:t>
            </a:r>
          </a:p>
        </p:txBody>
      </p:sp>
      <p:sp>
        <p:nvSpPr>
          <p:cNvPr id="8" name="Title 2">
            <a:extLst>
              <a:ext uri="{FF2B5EF4-FFF2-40B4-BE49-F238E27FC236}">
                <a16:creationId xmlns:a16="http://schemas.microsoft.com/office/drawing/2014/main" id="{7BACC20C-513B-3D98-499F-A4491B457F9B}"/>
              </a:ext>
            </a:extLst>
          </p:cNvPr>
          <p:cNvSpPr txBox="1">
            <a:spLocks/>
          </p:cNvSpPr>
          <p:nvPr/>
        </p:nvSpPr>
        <p:spPr>
          <a:xfrm>
            <a:off x="1674060" y="1973705"/>
            <a:ext cx="2859718" cy="464026"/>
          </a:xfrm>
          <a:prstGeom prst="rect">
            <a:avLst/>
          </a:prstGeom>
        </p:spPr>
        <p:txBody>
          <a:bodyPr vert="horz" lIns="0" tIns="0" rIns="0" bIns="0" rtlCol="0" anchor="b">
            <a:noAutofit/>
          </a:bodyPr>
          <a:lstStyle>
            <a:lvl1pPr algn="l" defTabSz="1892104" rtl="0" eaLnBrk="1" latinLnBrk="0" hangingPunct="1">
              <a:lnSpc>
                <a:spcPct val="100000"/>
              </a:lnSpc>
              <a:spcBef>
                <a:spcPct val="0"/>
              </a:spcBef>
              <a:buNone/>
              <a:defRPr sz="5600" b="1" kern="1200">
                <a:solidFill>
                  <a:schemeClr val="tx1"/>
                </a:solidFill>
                <a:latin typeface="+mj-lt"/>
                <a:ea typeface="+mj-ea"/>
                <a:cs typeface="Arial" pitchFamily="34" charset="0"/>
              </a:defRPr>
            </a:lvl1pPr>
          </a:lstStyle>
          <a:p>
            <a:pPr algn="ctr" defTabSz="946052"/>
            <a:r>
              <a:rPr lang="en-AU" sz="2400" dirty="0">
                <a:solidFill>
                  <a:prstClr val="black"/>
                </a:solidFill>
                <a:latin typeface="Tahoma"/>
              </a:rPr>
              <a:t>180 webpages</a:t>
            </a:r>
          </a:p>
        </p:txBody>
      </p:sp>
      <p:sp>
        <p:nvSpPr>
          <p:cNvPr id="9" name="Title 2">
            <a:extLst>
              <a:ext uri="{FF2B5EF4-FFF2-40B4-BE49-F238E27FC236}">
                <a16:creationId xmlns:a16="http://schemas.microsoft.com/office/drawing/2014/main" id="{4032CDE9-DA9F-1312-448E-B0BD390A23FB}"/>
              </a:ext>
            </a:extLst>
          </p:cNvPr>
          <p:cNvSpPr txBox="1">
            <a:spLocks/>
          </p:cNvSpPr>
          <p:nvPr/>
        </p:nvSpPr>
        <p:spPr>
          <a:xfrm>
            <a:off x="2172966" y="3451148"/>
            <a:ext cx="1861906" cy="508436"/>
          </a:xfrm>
          <a:prstGeom prst="rect">
            <a:avLst/>
          </a:prstGeom>
        </p:spPr>
        <p:txBody>
          <a:bodyPr vert="horz" lIns="0" tIns="0" rIns="0" bIns="0" rtlCol="0" anchor="b">
            <a:noAutofit/>
          </a:bodyPr>
          <a:lstStyle>
            <a:lvl1pPr algn="l" defTabSz="1892104" rtl="0" eaLnBrk="1" latinLnBrk="0" hangingPunct="1">
              <a:lnSpc>
                <a:spcPct val="100000"/>
              </a:lnSpc>
              <a:spcBef>
                <a:spcPct val="0"/>
              </a:spcBef>
              <a:buNone/>
              <a:defRPr sz="5600" b="1" kern="1200">
                <a:solidFill>
                  <a:schemeClr val="tx1"/>
                </a:solidFill>
                <a:latin typeface="+mj-lt"/>
                <a:ea typeface="+mj-ea"/>
                <a:cs typeface="Arial" pitchFamily="34" charset="0"/>
              </a:defRPr>
            </a:lvl1pPr>
          </a:lstStyle>
          <a:p>
            <a:pPr algn="ctr" defTabSz="946052"/>
            <a:r>
              <a:rPr lang="en-AU" sz="2400">
                <a:solidFill>
                  <a:prstClr val="black"/>
                </a:solidFill>
                <a:latin typeface="Tahoma"/>
              </a:rPr>
              <a:t>17 pages</a:t>
            </a:r>
          </a:p>
        </p:txBody>
      </p:sp>
      <p:sp>
        <p:nvSpPr>
          <p:cNvPr id="10" name="Title 2">
            <a:extLst>
              <a:ext uri="{FF2B5EF4-FFF2-40B4-BE49-F238E27FC236}">
                <a16:creationId xmlns:a16="http://schemas.microsoft.com/office/drawing/2014/main" id="{9228C223-2DC7-DD51-B99A-9A1C8CE9AAD4}"/>
              </a:ext>
            </a:extLst>
          </p:cNvPr>
          <p:cNvSpPr txBox="1">
            <a:spLocks/>
          </p:cNvSpPr>
          <p:nvPr/>
        </p:nvSpPr>
        <p:spPr>
          <a:xfrm>
            <a:off x="2172966" y="5156019"/>
            <a:ext cx="1861906" cy="446613"/>
          </a:xfrm>
          <a:prstGeom prst="rect">
            <a:avLst/>
          </a:prstGeom>
        </p:spPr>
        <p:txBody>
          <a:bodyPr vert="horz" lIns="0" tIns="0" rIns="0" bIns="0" rtlCol="0" anchor="b">
            <a:noAutofit/>
          </a:bodyPr>
          <a:lstStyle>
            <a:lvl1pPr algn="l" defTabSz="1892104" rtl="0" eaLnBrk="1" latinLnBrk="0" hangingPunct="1">
              <a:lnSpc>
                <a:spcPct val="100000"/>
              </a:lnSpc>
              <a:spcBef>
                <a:spcPct val="0"/>
              </a:spcBef>
              <a:buNone/>
              <a:defRPr sz="5600" b="1" kern="1200">
                <a:solidFill>
                  <a:schemeClr val="tx1"/>
                </a:solidFill>
                <a:latin typeface="+mj-lt"/>
                <a:ea typeface="+mj-ea"/>
                <a:cs typeface="Arial" pitchFamily="34" charset="0"/>
              </a:defRPr>
            </a:lvl1pPr>
          </a:lstStyle>
          <a:p>
            <a:pPr algn="ctr" defTabSz="946052"/>
            <a:r>
              <a:rPr lang="en-AU" sz="2400">
                <a:solidFill>
                  <a:prstClr val="black"/>
                </a:solidFill>
                <a:latin typeface="Tahoma"/>
              </a:rPr>
              <a:t>30 pages</a:t>
            </a:r>
          </a:p>
        </p:txBody>
      </p:sp>
      <p:grpSp>
        <p:nvGrpSpPr>
          <p:cNvPr id="21" name="Group 20">
            <a:extLst>
              <a:ext uri="{FF2B5EF4-FFF2-40B4-BE49-F238E27FC236}">
                <a16:creationId xmlns:a16="http://schemas.microsoft.com/office/drawing/2014/main" id="{C8439968-CEB7-69A8-9AA4-68C3E40F26EA}"/>
              </a:ext>
            </a:extLst>
          </p:cNvPr>
          <p:cNvGrpSpPr/>
          <p:nvPr/>
        </p:nvGrpSpPr>
        <p:grpSpPr>
          <a:xfrm>
            <a:off x="6971428" y="294306"/>
            <a:ext cx="4350329" cy="6269388"/>
            <a:chOff x="14889268" y="1741165"/>
            <a:chExt cx="7611898" cy="10969733"/>
          </a:xfrm>
          <a:effectLst>
            <a:outerShdw blurRad="50800" dist="38100" dir="8100000" algn="tr" rotWithShape="0">
              <a:prstClr val="black">
                <a:alpha val="40000"/>
              </a:prstClr>
            </a:outerShdw>
          </a:effectLst>
        </p:grpSpPr>
        <p:pic>
          <p:nvPicPr>
            <p:cNvPr id="12" name="Picture 11">
              <a:extLst>
                <a:ext uri="{FF2B5EF4-FFF2-40B4-BE49-F238E27FC236}">
                  <a16:creationId xmlns:a16="http://schemas.microsoft.com/office/drawing/2014/main" id="{13917334-26B6-7A84-1CFC-2964856D1948}"/>
                </a:ext>
              </a:extLst>
            </p:cNvPr>
            <p:cNvPicPr>
              <a:picLocks noChangeAspect="1"/>
            </p:cNvPicPr>
            <p:nvPr/>
          </p:nvPicPr>
          <p:blipFill>
            <a:blip r:embed="rId3"/>
            <a:stretch>
              <a:fillRect/>
            </a:stretch>
          </p:blipFill>
          <p:spPr>
            <a:xfrm>
              <a:off x="14889268" y="2332046"/>
              <a:ext cx="7611897" cy="10378852"/>
            </a:xfrm>
            <a:prstGeom prst="rect">
              <a:avLst/>
            </a:prstGeom>
          </p:spPr>
        </p:pic>
        <p:sp>
          <p:nvSpPr>
            <p:cNvPr id="13" name="Title 2">
              <a:extLst>
                <a:ext uri="{FF2B5EF4-FFF2-40B4-BE49-F238E27FC236}">
                  <a16:creationId xmlns:a16="http://schemas.microsoft.com/office/drawing/2014/main" id="{E1DCA4D9-6576-63EA-88F7-01B902DBA66A}"/>
                </a:ext>
              </a:extLst>
            </p:cNvPr>
            <p:cNvSpPr txBox="1">
              <a:spLocks/>
            </p:cNvSpPr>
            <p:nvPr/>
          </p:nvSpPr>
          <p:spPr>
            <a:xfrm>
              <a:off x="14889268" y="1741165"/>
              <a:ext cx="7611898" cy="1614520"/>
            </a:xfrm>
            <a:prstGeom prst="rect">
              <a:avLst/>
            </a:prstGeom>
            <a:solidFill>
              <a:schemeClr val="bg1"/>
            </a:solidFill>
          </p:spPr>
          <p:txBody>
            <a:bodyPr vert="horz" lIns="0" tIns="0" rIns="0" bIns="0" rtlCol="0" anchor="ctr">
              <a:noAutofit/>
            </a:bodyPr>
            <a:lstStyle>
              <a:lvl1pPr algn="l" defTabSz="1892104" rtl="0" eaLnBrk="1" latinLnBrk="0" hangingPunct="1">
                <a:lnSpc>
                  <a:spcPct val="100000"/>
                </a:lnSpc>
                <a:spcBef>
                  <a:spcPct val="0"/>
                </a:spcBef>
                <a:buNone/>
                <a:defRPr sz="5600" b="1" kern="1200">
                  <a:solidFill>
                    <a:schemeClr val="tx1"/>
                  </a:solidFill>
                  <a:latin typeface="+mj-lt"/>
                  <a:ea typeface="+mj-ea"/>
                  <a:cs typeface="Arial" pitchFamily="34" charset="0"/>
                </a:defRPr>
              </a:lvl1pPr>
            </a:lstStyle>
            <a:p>
              <a:pPr algn="ctr" defTabSz="946052"/>
              <a:r>
                <a:rPr lang="en-AU" sz="1800">
                  <a:solidFill>
                    <a:srgbClr val="323E48">
                      <a:lumMod val="75000"/>
                    </a:srgbClr>
                  </a:solidFill>
                  <a:latin typeface="Calibri"/>
                </a:rPr>
                <a:t>Context rot: </a:t>
              </a:r>
            </a:p>
            <a:p>
              <a:pPr algn="ctr" defTabSz="946052"/>
              <a:r>
                <a:rPr lang="en-AU" sz="1400" b="0">
                  <a:solidFill>
                    <a:srgbClr val="323E48">
                      <a:lumMod val="75000"/>
                    </a:srgbClr>
                  </a:solidFill>
                  <a:latin typeface="Calibri"/>
                </a:rPr>
                <a:t>Degradation of LLM performance in long contexts</a:t>
              </a:r>
            </a:p>
          </p:txBody>
        </p:sp>
      </p:grpSp>
    </p:spTree>
    <p:extLst>
      <p:ext uri="{BB962C8B-B14F-4D97-AF65-F5344CB8AC3E}">
        <p14:creationId xmlns:p14="http://schemas.microsoft.com/office/powerpoint/2010/main" val="2027547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BB44843-AE29-AB7E-CB70-CDA5FDA8A4C7}"/>
              </a:ext>
            </a:extLst>
          </p:cNvPr>
          <p:cNvSpPr>
            <a:spLocks noGrp="1" noRot="1" noMove="1" noResize="1" noEditPoints="1" noAdjustHandles="1" noChangeArrowheads="1" noChangeShapeType="1"/>
          </p:cNvSpPr>
          <p:nvPr/>
        </p:nvSpPr>
        <p:spPr>
          <a:xfrm>
            <a:off x="5571905" y="0"/>
            <a:ext cx="662009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sp>
        <p:nvSpPr>
          <p:cNvPr id="18" name="Arrow: Right 17">
            <a:extLst>
              <a:ext uri="{FF2B5EF4-FFF2-40B4-BE49-F238E27FC236}">
                <a16:creationId xmlns:a16="http://schemas.microsoft.com/office/drawing/2014/main" id="{3878BBAE-D2B9-552E-9977-2C81BF118257}"/>
              </a:ext>
            </a:extLst>
          </p:cNvPr>
          <p:cNvSpPr/>
          <p:nvPr/>
        </p:nvSpPr>
        <p:spPr>
          <a:xfrm rot="16200000">
            <a:off x="7659909" y="3910903"/>
            <a:ext cx="1636827" cy="807261"/>
          </a:xfrm>
          <a:prstGeom prst="rightArrow">
            <a:avLst/>
          </a:prstGeom>
          <a:solidFill>
            <a:schemeClr val="accent6">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sp>
        <p:nvSpPr>
          <p:cNvPr id="3" name="Title 2">
            <a:extLst>
              <a:ext uri="{FF2B5EF4-FFF2-40B4-BE49-F238E27FC236}">
                <a16:creationId xmlns:a16="http://schemas.microsoft.com/office/drawing/2014/main" id="{888EE0F8-4207-1612-817B-2B8C372845D5}"/>
              </a:ext>
            </a:extLst>
          </p:cNvPr>
          <p:cNvSpPr>
            <a:spLocks noGrp="1"/>
          </p:cNvSpPr>
          <p:nvPr>
            <p:ph type="title"/>
          </p:nvPr>
        </p:nvSpPr>
        <p:spPr>
          <a:xfrm>
            <a:off x="423812" y="82418"/>
            <a:ext cx="9964788" cy="807261"/>
          </a:xfrm>
        </p:spPr>
        <p:txBody>
          <a:bodyPr/>
          <a:lstStyle/>
          <a:p>
            <a:r>
              <a:rPr lang="en-AU" sz="3300" dirty="0"/>
              <a:t>How we started drafting the rules for Octavius</a:t>
            </a:r>
          </a:p>
        </p:txBody>
      </p:sp>
      <p:pic>
        <p:nvPicPr>
          <p:cNvPr id="15" name="Picture 14">
            <a:extLst>
              <a:ext uri="{FF2B5EF4-FFF2-40B4-BE49-F238E27FC236}">
                <a16:creationId xmlns:a16="http://schemas.microsoft.com/office/drawing/2014/main" id="{CB7DBD7E-F418-2144-5D21-93B146B1CEB5}"/>
              </a:ext>
            </a:extLst>
          </p:cNvPr>
          <p:cNvPicPr>
            <a:picLocks noChangeAspect="1"/>
          </p:cNvPicPr>
          <p:nvPr/>
        </p:nvPicPr>
        <p:blipFill>
          <a:blip r:embed="rId2">
            <a:alphaModFix amt="42000"/>
          </a:blip>
          <a:stretch>
            <a:fillRect/>
          </a:stretch>
        </p:blipFill>
        <p:spPr>
          <a:xfrm>
            <a:off x="255542" y="1198138"/>
            <a:ext cx="3598510" cy="5469986"/>
          </a:xfrm>
          <a:prstGeom prst="rect">
            <a:avLst/>
          </a:prstGeom>
          <a:solidFill>
            <a:schemeClr val="bg1"/>
          </a:solidFill>
          <a:ln w="38100">
            <a:noFill/>
          </a:ln>
          <a:effectLst>
            <a:outerShdw blurRad="50800" dist="38100" dir="8100000" algn="tr" rotWithShape="0">
              <a:prstClr val="black">
                <a:alpha val="40000"/>
              </a:prstClr>
            </a:outerShdw>
          </a:effectLst>
        </p:spPr>
      </p:pic>
      <p:graphicFrame>
        <p:nvGraphicFramePr>
          <p:cNvPr id="16" name="Table 15">
            <a:extLst>
              <a:ext uri="{FF2B5EF4-FFF2-40B4-BE49-F238E27FC236}">
                <a16:creationId xmlns:a16="http://schemas.microsoft.com/office/drawing/2014/main" id="{B8614BF2-44F8-8BBA-8D43-8AEC5BBE9CFC}"/>
              </a:ext>
            </a:extLst>
          </p:cNvPr>
          <p:cNvGraphicFramePr>
            <a:graphicFrameLocks noGrp="1"/>
          </p:cNvGraphicFramePr>
          <p:nvPr/>
        </p:nvGraphicFramePr>
        <p:xfrm>
          <a:off x="5571905" y="5132947"/>
          <a:ext cx="6269028" cy="1535178"/>
        </p:xfrm>
        <a:graphic>
          <a:graphicData uri="http://schemas.openxmlformats.org/drawingml/2006/table">
            <a:tbl>
              <a:tblPr firstRow="1" bandRow="1">
                <a:tableStyleId>{93296810-A885-4BE3-A3E7-6D5BEEA58F35}</a:tableStyleId>
              </a:tblPr>
              <a:tblGrid>
                <a:gridCol w="1567257">
                  <a:extLst>
                    <a:ext uri="{9D8B030D-6E8A-4147-A177-3AD203B41FA5}">
                      <a16:colId xmlns:a16="http://schemas.microsoft.com/office/drawing/2014/main" val="2409035525"/>
                    </a:ext>
                  </a:extLst>
                </a:gridCol>
                <a:gridCol w="1567257">
                  <a:extLst>
                    <a:ext uri="{9D8B030D-6E8A-4147-A177-3AD203B41FA5}">
                      <a16:colId xmlns:a16="http://schemas.microsoft.com/office/drawing/2014/main" val="335230830"/>
                    </a:ext>
                  </a:extLst>
                </a:gridCol>
                <a:gridCol w="1567257">
                  <a:extLst>
                    <a:ext uri="{9D8B030D-6E8A-4147-A177-3AD203B41FA5}">
                      <a16:colId xmlns:a16="http://schemas.microsoft.com/office/drawing/2014/main" val="2437402579"/>
                    </a:ext>
                  </a:extLst>
                </a:gridCol>
                <a:gridCol w="1567257">
                  <a:extLst>
                    <a:ext uri="{9D8B030D-6E8A-4147-A177-3AD203B41FA5}">
                      <a16:colId xmlns:a16="http://schemas.microsoft.com/office/drawing/2014/main" val="2416374039"/>
                    </a:ext>
                  </a:extLst>
                </a:gridCol>
              </a:tblGrid>
              <a:tr h="308112">
                <a:tc>
                  <a:txBody>
                    <a:bodyPr/>
                    <a:lstStyle/>
                    <a:p>
                      <a:pPr algn="ctr" fontAlgn="b">
                        <a:buNone/>
                      </a:pPr>
                      <a:r>
                        <a:rPr lang="en-AU" sz="1600" b="1" u="none" strike="noStrike" err="1">
                          <a:solidFill>
                            <a:schemeClr val="bg1"/>
                          </a:solidFill>
                          <a:effectLst/>
                        </a:rPr>
                        <a:t>source_heading</a:t>
                      </a:r>
                      <a:endParaRPr lang="en-AU" sz="1600" b="1" i="0" u="none" strike="noStrike">
                        <a:solidFill>
                          <a:schemeClr val="bg1"/>
                        </a:solidFill>
                        <a:effectLst/>
                        <a:latin typeface="Aptos Narrow"/>
                      </a:endParaRPr>
                    </a:p>
                  </a:txBody>
                  <a:tcPr marL="4763" marR="4763" marT="4763" marB="0" anchor="ctr"/>
                </a:tc>
                <a:tc>
                  <a:txBody>
                    <a:bodyPr/>
                    <a:lstStyle/>
                    <a:p>
                      <a:pPr algn="ctr" fontAlgn="b">
                        <a:buNone/>
                      </a:pPr>
                      <a:r>
                        <a:rPr lang="en-AU" sz="1600" b="1" u="none" strike="noStrike" err="1">
                          <a:solidFill>
                            <a:schemeClr val="bg1"/>
                          </a:solidFill>
                          <a:effectLst/>
                        </a:rPr>
                        <a:t>rule_summary</a:t>
                      </a:r>
                      <a:endParaRPr lang="en-AU" sz="1600" b="1" i="0" u="none" strike="noStrike">
                        <a:solidFill>
                          <a:schemeClr val="bg1"/>
                        </a:solidFill>
                        <a:effectLst/>
                        <a:latin typeface="Aptos Narrow"/>
                      </a:endParaRPr>
                    </a:p>
                  </a:txBody>
                  <a:tcPr marL="4763" marR="4763" marT="4763" marB="0" anchor="ctr"/>
                </a:tc>
                <a:tc>
                  <a:txBody>
                    <a:bodyPr/>
                    <a:lstStyle/>
                    <a:p>
                      <a:pPr algn="ctr" fontAlgn="b">
                        <a:buNone/>
                      </a:pPr>
                      <a:r>
                        <a:rPr lang="en-AU" sz="1600" b="1" u="none" strike="noStrike" dirty="0" err="1">
                          <a:solidFill>
                            <a:schemeClr val="bg1"/>
                          </a:solidFill>
                          <a:effectLst/>
                        </a:rPr>
                        <a:t>rule_detail</a:t>
                      </a:r>
                      <a:endParaRPr lang="en-AU" sz="1600" b="1" i="0" u="none" strike="noStrike" dirty="0">
                        <a:solidFill>
                          <a:schemeClr val="bg1"/>
                        </a:solidFill>
                        <a:effectLst/>
                        <a:latin typeface="Aptos Narrow"/>
                      </a:endParaRPr>
                    </a:p>
                  </a:txBody>
                  <a:tcPr marL="4763" marR="4763" marT="4763" marB="0" anchor="ctr"/>
                </a:tc>
                <a:tc>
                  <a:txBody>
                    <a:bodyPr/>
                    <a:lstStyle/>
                    <a:p>
                      <a:pPr algn="ctr" fontAlgn="b">
                        <a:buNone/>
                      </a:pPr>
                      <a:r>
                        <a:rPr lang="en-AU" sz="1600" b="1" u="none" strike="noStrike" err="1">
                          <a:solidFill>
                            <a:schemeClr val="bg1"/>
                          </a:solidFill>
                          <a:effectLst/>
                        </a:rPr>
                        <a:t>pattern_hint</a:t>
                      </a:r>
                      <a:endParaRPr lang="en-AU" sz="1600" b="1" i="0" u="none" strike="noStrike">
                        <a:solidFill>
                          <a:schemeClr val="bg1"/>
                        </a:solidFill>
                        <a:effectLst/>
                        <a:latin typeface="Aptos Narrow"/>
                      </a:endParaRPr>
                    </a:p>
                  </a:txBody>
                  <a:tcPr marL="4763" marR="4763" marT="4763" marB="0" anchor="ctr"/>
                </a:tc>
                <a:extLst>
                  <a:ext uri="{0D108BD9-81ED-4DB2-BD59-A6C34878D82A}">
                    <a16:rowId xmlns:a16="http://schemas.microsoft.com/office/drawing/2014/main" val="1360269965"/>
                  </a:ext>
                </a:extLst>
              </a:tr>
              <a:tr h="1227066">
                <a:tc>
                  <a:txBody>
                    <a:bodyPr/>
                    <a:lstStyle/>
                    <a:p>
                      <a:r>
                        <a:rPr lang="en-AU" sz="1000" b="0">
                          <a:solidFill>
                            <a:schemeClr val="accent6">
                              <a:lumMod val="90000"/>
                              <a:lumOff val="10000"/>
                            </a:schemeClr>
                          </a:solidFill>
                        </a:rPr>
                        <a:t>Adverbial clauses</a:t>
                      </a:r>
                    </a:p>
                  </a:txBody>
                  <a:tcPr marL="45720" marR="45720" marT="22860" marB="22860" anchor="ctr"/>
                </a:tc>
                <a:tc>
                  <a:txBody>
                    <a:bodyPr/>
                    <a:lstStyle/>
                    <a:p>
                      <a:r>
                        <a:rPr lang="en-US" sz="1000" b="0" dirty="0">
                          <a:solidFill>
                            <a:schemeClr val="accent6">
                              <a:lumMod val="90000"/>
                              <a:lumOff val="10000"/>
                            </a:schemeClr>
                          </a:solidFill>
                        </a:rPr>
                        <a:t>Use a comma after an adverbial clause that precedes the main clause.</a:t>
                      </a:r>
                      <a:endParaRPr lang="en-AU" sz="1000" b="0" dirty="0">
                        <a:solidFill>
                          <a:schemeClr val="accent6">
                            <a:lumMod val="90000"/>
                            <a:lumOff val="10000"/>
                          </a:schemeClr>
                        </a:solidFill>
                      </a:endParaRPr>
                    </a:p>
                  </a:txBody>
                  <a:tcPr marL="45720" marR="45720" marT="22860" marB="22860" anchor="ctr"/>
                </a:tc>
                <a:tc>
                  <a:txBody>
                    <a:bodyPr/>
                    <a:lstStyle/>
                    <a:p>
                      <a:r>
                        <a:rPr lang="en-US" sz="1000" b="0" dirty="0">
                          <a:solidFill>
                            <a:schemeClr val="accent6">
                              <a:lumMod val="90000"/>
                              <a:lumOff val="10000"/>
                            </a:schemeClr>
                          </a:solidFill>
                        </a:rPr>
                        <a:t>When an adverbial clause appears before the main clause, a trailing comma helps readers identify the subject of the main clause. Omitting it can make sentences ambiguous.</a:t>
                      </a:r>
                      <a:endParaRPr lang="en-AU" sz="1000" b="0" dirty="0">
                        <a:solidFill>
                          <a:schemeClr val="accent6">
                            <a:lumMod val="90000"/>
                            <a:lumOff val="10000"/>
                          </a:schemeClr>
                        </a:solidFill>
                      </a:endParaRPr>
                    </a:p>
                  </a:txBody>
                  <a:tcPr marL="45720" marR="45720" marT="22860" marB="22860" anchor="ctr"/>
                </a:tc>
                <a:tc>
                  <a:txBody>
                    <a:bodyPr/>
                    <a:lstStyle/>
                    <a:p>
                      <a:r>
                        <a:rPr lang="en-US" sz="1000" b="0" dirty="0">
                          <a:solidFill>
                            <a:schemeClr val="accent6">
                              <a:lumMod val="90000"/>
                              <a:lumOff val="10000"/>
                            </a:schemeClr>
                          </a:solidFill>
                        </a:rPr>
                        <a:t>Detect subordinating conjunction at sentence start followed by clause with no comma before main clause subject</a:t>
                      </a:r>
                      <a:endParaRPr lang="en-AU" sz="1000" b="0" dirty="0">
                        <a:solidFill>
                          <a:schemeClr val="accent6">
                            <a:lumMod val="90000"/>
                            <a:lumOff val="10000"/>
                          </a:schemeClr>
                        </a:solidFill>
                      </a:endParaRPr>
                    </a:p>
                  </a:txBody>
                  <a:tcPr marL="45720" marR="45720" marT="22860" marB="22860" anchor="ctr"/>
                </a:tc>
                <a:extLst>
                  <a:ext uri="{0D108BD9-81ED-4DB2-BD59-A6C34878D82A}">
                    <a16:rowId xmlns:a16="http://schemas.microsoft.com/office/drawing/2014/main" val="1994444121"/>
                  </a:ext>
                </a:extLst>
              </a:tr>
            </a:tbl>
          </a:graphicData>
        </a:graphic>
      </p:graphicFrame>
      <p:sp>
        <p:nvSpPr>
          <p:cNvPr id="17" name="Arrow: Right 16">
            <a:extLst>
              <a:ext uri="{FF2B5EF4-FFF2-40B4-BE49-F238E27FC236}">
                <a16:creationId xmlns:a16="http://schemas.microsoft.com/office/drawing/2014/main" id="{CCB0EE26-F2BC-42AC-3D65-11506E513F48}"/>
              </a:ext>
            </a:extLst>
          </p:cNvPr>
          <p:cNvSpPr/>
          <p:nvPr/>
        </p:nvSpPr>
        <p:spPr>
          <a:xfrm>
            <a:off x="3729548" y="5659862"/>
            <a:ext cx="1535177" cy="807261"/>
          </a:xfrm>
          <a:prstGeom prst="rightArrow">
            <a:avLst/>
          </a:prstGeom>
          <a:solidFill>
            <a:schemeClr val="accent6">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pic>
        <p:nvPicPr>
          <p:cNvPr id="19" name="Picture 18">
            <a:extLst>
              <a:ext uri="{FF2B5EF4-FFF2-40B4-BE49-F238E27FC236}">
                <a16:creationId xmlns:a16="http://schemas.microsoft.com/office/drawing/2014/main" id="{D9642292-3631-6016-2DC1-D7B27513F7A8}"/>
              </a:ext>
            </a:extLst>
          </p:cNvPr>
          <p:cNvPicPr>
            <a:picLocks noChangeAspect="1"/>
          </p:cNvPicPr>
          <p:nvPr/>
        </p:nvPicPr>
        <p:blipFill>
          <a:blip r:embed="rId2"/>
          <a:srcRect t="66033"/>
          <a:stretch>
            <a:fillRect/>
          </a:stretch>
        </p:blipFill>
        <p:spPr>
          <a:xfrm>
            <a:off x="255542" y="4810125"/>
            <a:ext cx="3598510" cy="1857999"/>
          </a:xfrm>
          <a:prstGeom prst="rect">
            <a:avLst/>
          </a:prstGeom>
          <a:ln w="38100">
            <a:solidFill>
              <a:schemeClr val="accent6">
                <a:lumMod val="75000"/>
                <a:lumOff val="25000"/>
              </a:schemeClr>
            </a:solidFill>
          </a:ln>
          <a:effectLst>
            <a:outerShdw blurRad="50800" dist="38100" dir="8100000" algn="tr" rotWithShape="0">
              <a:prstClr val="black">
                <a:alpha val="40000"/>
              </a:prstClr>
            </a:outerShdw>
          </a:effectLst>
        </p:spPr>
      </p:pic>
      <p:pic>
        <p:nvPicPr>
          <p:cNvPr id="6" name="Content Placeholder 5">
            <a:extLst>
              <a:ext uri="{FF2B5EF4-FFF2-40B4-BE49-F238E27FC236}">
                <a16:creationId xmlns:a16="http://schemas.microsoft.com/office/drawing/2014/main" id="{7A884D61-2DFE-86BD-B87E-27723DAA7F92}"/>
              </a:ext>
            </a:extLst>
          </p:cNvPr>
          <p:cNvPicPr>
            <a:picLocks noGrp="1" noChangeAspect="1"/>
          </p:cNvPicPr>
          <p:nvPr>
            <p:ph sz="quarter" idx="12"/>
          </p:nvPr>
        </p:nvPicPr>
        <p:blipFill>
          <a:blip r:embed="rId3">
            <a:extLst>
              <a:ext uri="{28A0092B-C50C-407E-A947-70E740481C1C}">
                <a14:useLocalDpi xmlns:a14="http://schemas.microsoft.com/office/drawing/2010/main" val="0"/>
              </a:ext>
            </a:extLst>
          </a:blip>
          <a:srcRect l="17147" t="14823" r="15904" b="16883"/>
          <a:stretch>
            <a:fillRect/>
          </a:stretch>
        </p:blipFill>
        <p:spPr>
          <a:xfrm>
            <a:off x="4705506" y="1237603"/>
            <a:ext cx="1668489" cy="1702002"/>
          </a:xfrm>
          <a:prstGeom prst="rect">
            <a:avLst/>
          </a:prstGeom>
        </p:spPr>
      </p:pic>
      <p:sp>
        <p:nvSpPr>
          <p:cNvPr id="20" name="TextBox 19">
            <a:extLst>
              <a:ext uri="{FF2B5EF4-FFF2-40B4-BE49-F238E27FC236}">
                <a16:creationId xmlns:a16="http://schemas.microsoft.com/office/drawing/2014/main" id="{DA35D729-4A3A-2C35-88EC-4B581E8EB906}"/>
              </a:ext>
            </a:extLst>
          </p:cNvPr>
          <p:cNvSpPr txBox="1"/>
          <p:nvPr/>
        </p:nvSpPr>
        <p:spPr>
          <a:xfrm>
            <a:off x="4535635" y="2864657"/>
            <a:ext cx="2294335" cy="230832"/>
          </a:xfrm>
          <a:prstGeom prst="rect">
            <a:avLst/>
          </a:prstGeom>
          <a:noFill/>
        </p:spPr>
        <p:txBody>
          <a:bodyPr wrap="square" rtlCol="0">
            <a:spAutoFit/>
          </a:bodyPr>
          <a:lstStyle/>
          <a:p>
            <a:r>
              <a:rPr lang="en-AU" sz="900" dirty="0">
                <a:solidFill>
                  <a:schemeClr val="accent6">
                    <a:lumMod val="90000"/>
                    <a:lumOff val="10000"/>
                  </a:schemeClr>
                </a:solidFill>
                <a:latin typeface="Lucida Sans Typewriter" panose="020F0502020204030204" pitchFamily="49" charset="0"/>
                <a:ea typeface="KaiTi" panose="020B0503020204020204" pitchFamily="49" charset="-122"/>
              </a:rPr>
              <a:t>&lt;</a:t>
            </a:r>
            <a:r>
              <a:rPr lang="en-AU" sz="900" b="1" dirty="0">
                <a:solidFill>
                  <a:schemeClr val="accent6">
                    <a:lumMod val="90000"/>
                    <a:lumOff val="10000"/>
                  </a:schemeClr>
                </a:solidFill>
                <a:latin typeface="Lucida Sans Typewriter" panose="020F0502020204030204" pitchFamily="49" charset="0"/>
                <a:ea typeface="KaiTi" panose="020B0503020204020204" pitchFamily="49" charset="-122"/>
              </a:rPr>
              <a:t>Detection</a:t>
            </a:r>
            <a:r>
              <a:rPr lang="en-AU" sz="900" dirty="0">
                <a:solidFill>
                  <a:schemeClr val="accent6">
                    <a:lumMod val="90000"/>
                    <a:lumOff val="10000"/>
                  </a:schemeClr>
                </a:solidFill>
                <a:latin typeface="Lucida Sans Typewriter" panose="020F0502020204030204" pitchFamily="49" charset="0"/>
                <a:ea typeface="KaiTi" panose="020B0503020204020204" pitchFamily="49" charset="-122"/>
              </a:rPr>
              <a:t> code&gt;</a:t>
            </a:r>
          </a:p>
        </p:txBody>
      </p:sp>
      <p:grpSp>
        <p:nvGrpSpPr>
          <p:cNvPr id="23" name="Group 22">
            <a:extLst>
              <a:ext uri="{FF2B5EF4-FFF2-40B4-BE49-F238E27FC236}">
                <a16:creationId xmlns:a16="http://schemas.microsoft.com/office/drawing/2014/main" id="{2324C817-EDC4-AB6D-4F35-3461F857829B}"/>
              </a:ext>
            </a:extLst>
          </p:cNvPr>
          <p:cNvGrpSpPr/>
          <p:nvPr/>
        </p:nvGrpSpPr>
        <p:grpSpPr>
          <a:xfrm>
            <a:off x="7155620" y="1081424"/>
            <a:ext cx="2294335" cy="2014066"/>
            <a:chOff x="14972990" y="1994133"/>
            <a:chExt cx="4588670" cy="4028131"/>
          </a:xfrm>
        </p:grpSpPr>
        <p:pic>
          <p:nvPicPr>
            <p:cNvPr id="21" name="Picture 20">
              <a:extLst>
                <a:ext uri="{FF2B5EF4-FFF2-40B4-BE49-F238E27FC236}">
                  <a16:creationId xmlns:a16="http://schemas.microsoft.com/office/drawing/2014/main" id="{A00ABBAD-E1E5-195D-BE2B-F9F08BEFC278}"/>
                </a:ext>
              </a:extLst>
            </p:cNvPr>
            <p:cNvPicPr>
              <a:picLocks noChangeAspect="1"/>
            </p:cNvPicPr>
            <p:nvPr/>
          </p:nvPicPr>
          <p:blipFill>
            <a:blip r:embed="rId4">
              <a:extLst>
                <a:ext uri="{28A0092B-C50C-407E-A947-70E740481C1C}">
                  <a14:useLocalDpi xmlns:a14="http://schemas.microsoft.com/office/drawing/2010/main" val="0"/>
                </a:ext>
              </a:extLst>
            </a:blip>
            <a:srcRect l="11014" t="11525" r="4201" b="22578"/>
            <a:stretch>
              <a:fillRect/>
            </a:stretch>
          </p:blipFill>
          <p:spPr>
            <a:xfrm>
              <a:off x="14972990" y="1994133"/>
              <a:ext cx="4588670" cy="3566467"/>
            </a:xfrm>
            <a:prstGeom prst="rect">
              <a:avLst/>
            </a:prstGeom>
          </p:spPr>
        </p:pic>
        <p:sp>
          <p:nvSpPr>
            <p:cNvPr id="22" name="TextBox 21">
              <a:extLst>
                <a:ext uri="{FF2B5EF4-FFF2-40B4-BE49-F238E27FC236}">
                  <a16:creationId xmlns:a16="http://schemas.microsoft.com/office/drawing/2014/main" id="{C5BA6CB2-42B4-C613-DF13-B1EC32DD2583}"/>
                </a:ext>
              </a:extLst>
            </p:cNvPr>
            <p:cNvSpPr txBox="1"/>
            <p:nvPr/>
          </p:nvSpPr>
          <p:spPr>
            <a:xfrm>
              <a:off x="14972990" y="5560600"/>
              <a:ext cx="4588670" cy="461664"/>
            </a:xfrm>
            <a:prstGeom prst="rect">
              <a:avLst/>
            </a:prstGeom>
            <a:noFill/>
          </p:spPr>
          <p:txBody>
            <a:bodyPr wrap="square" rtlCol="0">
              <a:spAutoFit/>
            </a:bodyPr>
            <a:lstStyle/>
            <a:p>
              <a:r>
                <a:rPr lang="en-AU" sz="900">
                  <a:solidFill>
                    <a:schemeClr val="accent6">
                      <a:lumMod val="90000"/>
                      <a:lumOff val="10000"/>
                    </a:schemeClr>
                  </a:solidFill>
                  <a:latin typeface="Lucida Sans Typewriter" panose="020F0502020204030204" pitchFamily="49" charset="0"/>
                  <a:ea typeface="KaiTi" panose="020B0503020204020204" pitchFamily="49" charset="-122"/>
                </a:rPr>
                <a:t>&lt;</a:t>
              </a:r>
              <a:r>
                <a:rPr lang="en-AU" sz="900" b="1">
                  <a:solidFill>
                    <a:schemeClr val="accent6">
                      <a:lumMod val="90000"/>
                      <a:lumOff val="10000"/>
                    </a:schemeClr>
                  </a:solidFill>
                  <a:latin typeface="Lucida Sans Typewriter" panose="020F0502020204030204" pitchFamily="49" charset="0"/>
                  <a:ea typeface="KaiTi" panose="020B0503020204020204" pitchFamily="49" charset="-122"/>
                </a:rPr>
                <a:t>Reaction</a:t>
              </a:r>
              <a:r>
                <a:rPr lang="en-AU" sz="900">
                  <a:solidFill>
                    <a:schemeClr val="accent6">
                      <a:lumMod val="90000"/>
                      <a:lumOff val="10000"/>
                    </a:schemeClr>
                  </a:solidFill>
                  <a:latin typeface="Lucida Sans Typewriter" panose="020F0502020204030204" pitchFamily="49" charset="0"/>
                  <a:ea typeface="KaiTi" panose="020B0503020204020204" pitchFamily="49" charset="-122"/>
                </a:rPr>
                <a:t> code&gt;</a:t>
              </a:r>
            </a:p>
          </p:txBody>
        </p:sp>
      </p:grpSp>
      <p:grpSp>
        <p:nvGrpSpPr>
          <p:cNvPr id="27" name="Group 26">
            <a:extLst>
              <a:ext uri="{FF2B5EF4-FFF2-40B4-BE49-F238E27FC236}">
                <a16:creationId xmlns:a16="http://schemas.microsoft.com/office/drawing/2014/main" id="{9E74FBBA-BD64-1436-5CDE-1F786243787F}"/>
              </a:ext>
            </a:extLst>
          </p:cNvPr>
          <p:cNvGrpSpPr/>
          <p:nvPr/>
        </p:nvGrpSpPr>
        <p:grpSpPr>
          <a:xfrm>
            <a:off x="9673810" y="1198138"/>
            <a:ext cx="2294335" cy="1854266"/>
            <a:chOff x="18899909" y="2475206"/>
            <a:chExt cx="4588670" cy="3708531"/>
          </a:xfrm>
        </p:grpSpPr>
        <p:pic>
          <p:nvPicPr>
            <p:cNvPr id="25" name="Picture 24">
              <a:extLst>
                <a:ext uri="{FF2B5EF4-FFF2-40B4-BE49-F238E27FC236}">
                  <a16:creationId xmlns:a16="http://schemas.microsoft.com/office/drawing/2014/main" id="{E7E66CEE-42DB-84B9-8039-534D6D96CB85}"/>
                </a:ext>
              </a:extLst>
            </p:cNvPr>
            <p:cNvPicPr>
              <a:picLocks noChangeAspect="1"/>
            </p:cNvPicPr>
            <p:nvPr/>
          </p:nvPicPr>
          <p:blipFill>
            <a:blip r:embed="rId5">
              <a:extLst>
                <a:ext uri="{28A0092B-C50C-407E-A947-70E740481C1C}">
                  <a14:useLocalDpi xmlns:a14="http://schemas.microsoft.com/office/drawing/2010/main" val="0"/>
                </a:ext>
              </a:extLst>
            </a:blip>
            <a:srcRect l="10327" t="12424" r="11048" b="21679"/>
            <a:stretch>
              <a:fillRect/>
            </a:stretch>
          </p:blipFill>
          <p:spPr>
            <a:xfrm>
              <a:off x="19218436" y="2475206"/>
              <a:ext cx="3951615" cy="3311876"/>
            </a:xfrm>
            <a:prstGeom prst="rect">
              <a:avLst/>
            </a:prstGeom>
          </p:spPr>
        </p:pic>
        <p:sp>
          <p:nvSpPr>
            <p:cNvPr id="26" name="TextBox 25">
              <a:extLst>
                <a:ext uri="{FF2B5EF4-FFF2-40B4-BE49-F238E27FC236}">
                  <a16:creationId xmlns:a16="http://schemas.microsoft.com/office/drawing/2014/main" id="{06E6B88B-8B59-2DB5-F564-1C81F4DD4D75}"/>
                </a:ext>
              </a:extLst>
            </p:cNvPr>
            <p:cNvSpPr txBox="1"/>
            <p:nvPr/>
          </p:nvSpPr>
          <p:spPr>
            <a:xfrm>
              <a:off x="18899909" y="5722073"/>
              <a:ext cx="4588670" cy="461664"/>
            </a:xfrm>
            <a:prstGeom prst="rect">
              <a:avLst/>
            </a:prstGeom>
            <a:noFill/>
          </p:spPr>
          <p:txBody>
            <a:bodyPr wrap="square" rtlCol="0">
              <a:spAutoFit/>
            </a:bodyPr>
            <a:lstStyle/>
            <a:p>
              <a:pPr algn="ctr"/>
              <a:r>
                <a:rPr lang="en-AU" sz="900">
                  <a:solidFill>
                    <a:schemeClr val="accent6">
                      <a:lumMod val="90000"/>
                      <a:lumOff val="10000"/>
                    </a:schemeClr>
                  </a:solidFill>
                  <a:latin typeface="Lucida Sans Typewriter" panose="020F0502020204030204" pitchFamily="49" charset="0"/>
                  <a:ea typeface="KaiTi" panose="020B0503020204020204" pitchFamily="49" charset="-122"/>
                </a:rPr>
                <a:t>&lt;</a:t>
              </a:r>
              <a:r>
                <a:rPr lang="en-AU" sz="900" b="1">
                  <a:solidFill>
                    <a:schemeClr val="accent6">
                      <a:lumMod val="90000"/>
                      <a:lumOff val="10000"/>
                    </a:schemeClr>
                  </a:solidFill>
                  <a:latin typeface="Lucida Sans Typewriter" panose="020F0502020204030204" pitchFamily="49" charset="0"/>
                  <a:ea typeface="KaiTi" panose="020B0503020204020204" pitchFamily="49" charset="-122"/>
                </a:rPr>
                <a:t>Test </a:t>
              </a:r>
              <a:r>
                <a:rPr lang="en-AU" sz="900">
                  <a:solidFill>
                    <a:schemeClr val="accent6">
                      <a:lumMod val="90000"/>
                      <a:lumOff val="10000"/>
                    </a:schemeClr>
                  </a:solidFill>
                  <a:latin typeface="Lucida Sans Typewriter" panose="020F0502020204030204" pitchFamily="49" charset="0"/>
                  <a:ea typeface="KaiTi" panose="020B0503020204020204" pitchFamily="49" charset="-122"/>
                </a:rPr>
                <a:t>text&gt;</a:t>
              </a:r>
            </a:p>
          </p:txBody>
        </p:sp>
      </p:grpSp>
      <p:cxnSp>
        <p:nvCxnSpPr>
          <p:cNvPr id="29" name="Straight Connector 28">
            <a:extLst>
              <a:ext uri="{FF2B5EF4-FFF2-40B4-BE49-F238E27FC236}">
                <a16:creationId xmlns:a16="http://schemas.microsoft.com/office/drawing/2014/main" id="{26EEE042-0FF1-6245-76C9-F0E86BF987C9}"/>
              </a:ext>
            </a:extLst>
          </p:cNvPr>
          <p:cNvCxnSpPr>
            <a:cxnSpLocks/>
          </p:cNvCxnSpPr>
          <p:nvPr/>
        </p:nvCxnSpPr>
        <p:spPr>
          <a:xfrm>
            <a:off x="6870349" y="1373007"/>
            <a:ext cx="0" cy="17342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253A62-5D75-5F84-75CA-E564120EE8E1}"/>
              </a:ext>
            </a:extLst>
          </p:cNvPr>
          <p:cNvCxnSpPr>
            <a:cxnSpLocks/>
          </p:cNvCxnSpPr>
          <p:nvPr/>
        </p:nvCxnSpPr>
        <p:spPr>
          <a:xfrm>
            <a:off x="9609218" y="1373007"/>
            <a:ext cx="0" cy="17342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738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4FEF5-E140-DB38-D2AA-289EF331AD30}"/>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328FDF4-06A8-E846-B22D-4E339F355BB3}"/>
              </a:ext>
            </a:extLst>
          </p:cNvPr>
          <p:cNvSpPr>
            <a:spLocks noGrp="1" noRot="1" noMove="1" noResize="1" noEditPoints="1" noAdjustHandles="1" noChangeArrowheads="1" noChangeShapeType="1"/>
          </p:cNvSpPr>
          <p:nvPr/>
        </p:nvSpPr>
        <p:spPr>
          <a:xfrm>
            <a:off x="228601" y="0"/>
            <a:ext cx="119634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sz="900">
              <a:solidFill>
                <a:schemeClr val="tx1"/>
              </a:solidFill>
            </a:endParaRPr>
          </a:p>
        </p:txBody>
      </p:sp>
      <p:sp>
        <p:nvSpPr>
          <p:cNvPr id="3" name="Title 2">
            <a:extLst>
              <a:ext uri="{FF2B5EF4-FFF2-40B4-BE49-F238E27FC236}">
                <a16:creationId xmlns:a16="http://schemas.microsoft.com/office/drawing/2014/main" id="{F5317509-94B0-0C01-5AC1-F6101E5E7D02}"/>
              </a:ext>
            </a:extLst>
          </p:cNvPr>
          <p:cNvSpPr>
            <a:spLocks noGrp="1"/>
          </p:cNvSpPr>
          <p:nvPr>
            <p:ph type="title"/>
          </p:nvPr>
        </p:nvSpPr>
        <p:spPr>
          <a:xfrm>
            <a:off x="608894" y="228462"/>
            <a:ext cx="6319888" cy="807261"/>
          </a:xfrm>
        </p:spPr>
        <p:txBody>
          <a:bodyPr anchor="ctr"/>
          <a:lstStyle/>
          <a:p>
            <a:r>
              <a:rPr lang="en-AU" sz="3300" dirty="0"/>
              <a:t>Improving the rules with human intervention</a:t>
            </a:r>
          </a:p>
        </p:txBody>
      </p:sp>
      <p:pic>
        <p:nvPicPr>
          <p:cNvPr id="9" name="Picture 8">
            <a:extLst>
              <a:ext uri="{FF2B5EF4-FFF2-40B4-BE49-F238E27FC236}">
                <a16:creationId xmlns:a16="http://schemas.microsoft.com/office/drawing/2014/main" id="{89FD8E62-3F3B-26D5-8967-91FFF8AD0830}"/>
              </a:ext>
            </a:extLst>
          </p:cNvPr>
          <p:cNvPicPr>
            <a:picLocks noChangeAspect="1"/>
          </p:cNvPicPr>
          <p:nvPr/>
        </p:nvPicPr>
        <p:blipFill>
          <a:blip r:embed="rId2"/>
          <a:srcRect t="2018"/>
          <a:stretch>
            <a:fillRect/>
          </a:stretch>
        </p:blipFill>
        <p:spPr>
          <a:xfrm>
            <a:off x="6333618" y="371475"/>
            <a:ext cx="5810250" cy="6486525"/>
          </a:xfrm>
          <a:prstGeom prst="rect">
            <a:avLst/>
          </a:prstGeom>
          <a:effectLst>
            <a:outerShdw blurRad="50800" dist="38100" dir="8100000" algn="tr" rotWithShape="0">
              <a:prstClr val="black">
                <a:alpha val="40000"/>
              </a:prstClr>
            </a:outerShdw>
          </a:effectLst>
        </p:spPr>
      </p:pic>
      <p:grpSp>
        <p:nvGrpSpPr>
          <p:cNvPr id="17" name="Group 16">
            <a:extLst>
              <a:ext uri="{FF2B5EF4-FFF2-40B4-BE49-F238E27FC236}">
                <a16:creationId xmlns:a16="http://schemas.microsoft.com/office/drawing/2014/main" id="{95F75EA1-C0C9-E6C1-DEB6-B06838AE2B85}"/>
              </a:ext>
            </a:extLst>
          </p:cNvPr>
          <p:cNvGrpSpPr/>
          <p:nvPr/>
        </p:nvGrpSpPr>
        <p:grpSpPr>
          <a:xfrm>
            <a:off x="614312" y="1264185"/>
            <a:ext cx="4910058" cy="5326768"/>
            <a:chOff x="1185788" y="2167115"/>
            <a:chExt cx="10530978" cy="11424727"/>
          </a:xfrm>
        </p:grpSpPr>
        <p:pic>
          <p:nvPicPr>
            <p:cNvPr id="7" name="Picture 6">
              <a:extLst>
                <a:ext uri="{FF2B5EF4-FFF2-40B4-BE49-F238E27FC236}">
                  <a16:creationId xmlns:a16="http://schemas.microsoft.com/office/drawing/2014/main" id="{3A060956-AC78-A04A-C64D-640A374154A3}"/>
                </a:ext>
              </a:extLst>
            </p:cNvPr>
            <p:cNvPicPr>
              <a:picLocks noChangeAspect="1"/>
            </p:cNvPicPr>
            <p:nvPr/>
          </p:nvPicPr>
          <p:blipFill>
            <a:blip r:embed="rId3"/>
            <a:srcRect r="49506"/>
            <a:stretch>
              <a:fillRect/>
            </a:stretch>
          </p:blipFill>
          <p:spPr>
            <a:xfrm>
              <a:off x="1185788" y="2167115"/>
              <a:ext cx="10530978" cy="11376043"/>
            </a:xfrm>
            <a:prstGeom prst="rect">
              <a:avLst/>
            </a:prstGeom>
            <a:effectLst>
              <a:outerShdw blurRad="50800" dist="38100" dir="8100000" algn="tr" rotWithShape="0">
                <a:prstClr val="black">
                  <a:alpha val="40000"/>
                </a:prstClr>
              </a:outerShdw>
            </a:effectLst>
          </p:spPr>
        </p:pic>
        <p:pic>
          <p:nvPicPr>
            <p:cNvPr id="11" name="Content Placeholder 5">
              <a:extLst>
                <a:ext uri="{FF2B5EF4-FFF2-40B4-BE49-F238E27FC236}">
                  <a16:creationId xmlns:a16="http://schemas.microsoft.com/office/drawing/2014/main" id="{3FC7DAA0-F698-85C0-E7CF-CC1B4ACE8B9E}"/>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7480" b="77148" l="21387" r="78125">
                          <a14:foregroundMark x1="52734" y1="36523" x2="52734" y2="36523"/>
                          <a14:foregroundMark x1="50781" y1="19922" x2="50781" y2="19922"/>
                          <a14:foregroundMark x1="59863" y1="34961" x2="59863" y2="34961"/>
                          <a14:foregroundMark x1="78125" y1="53906" x2="78125" y2="53906"/>
                          <a14:foregroundMark x1="45508" y1="55273" x2="45508" y2="55273"/>
                          <a14:foregroundMark x1="50977" y1="50195" x2="50977" y2="50195"/>
                          <a14:foregroundMark x1="23340" y1="47363" x2="23340" y2="47363"/>
                          <a14:foregroundMark x1="21387" y1="66406" x2="21387" y2="66406"/>
                          <a14:foregroundMark x1="57324" y1="77246" x2="57324" y2="77246"/>
                          <a14:foregroundMark x1="43066" y1="76953" x2="43066" y2="76953"/>
                          <a14:foregroundMark x1="50781" y1="77148" x2="50781" y2="77148"/>
                          <a14:foregroundMark x1="77246" y1="66211" x2="77246" y2="66211"/>
                          <a14:foregroundMark x1="50000" y1="17480" x2="50000" y2="17480"/>
                          <a14:backgroundMark x1="62109" y1="39844" x2="62109" y2="39844"/>
                        </a14:backgroundRemoval>
                      </a14:imgEffect>
                    </a14:imgLayer>
                  </a14:imgProps>
                </a:ext>
                <a:ext uri="{28A0092B-C50C-407E-A947-70E740481C1C}">
                  <a14:useLocalDpi xmlns:a14="http://schemas.microsoft.com/office/drawing/2010/main" val="0"/>
                </a:ext>
              </a:extLst>
            </a:blip>
            <a:srcRect l="17147" t="14823" r="15904" b="16883"/>
            <a:stretch>
              <a:fillRect/>
            </a:stretch>
          </p:blipFill>
          <p:spPr>
            <a:xfrm>
              <a:off x="8117392" y="4993488"/>
              <a:ext cx="1582731" cy="1614521"/>
            </a:xfrm>
            <a:prstGeom prst="rect">
              <a:avLst/>
            </a:prstGeom>
          </p:spPr>
        </p:pic>
        <p:pic>
          <p:nvPicPr>
            <p:cNvPr id="14" name="Picture 13">
              <a:extLst>
                <a:ext uri="{FF2B5EF4-FFF2-40B4-BE49-F238E27FC236}">
                  <a16:creationId xmlns:a16="http://schemas.microsoft.com/office/drawing/2014/main" id="{81368878-9A5F-C9E3-5705-9B5B21A9303B}"/>
                </a:ext>
              </a:extLst>
            </p:cNvPr>
            <p:cNvPicPr>
              <a:picLocks noChangeAspect="1"/>
            </p:cNvPicPr>
            <p:nvPr/>
          </p:nvPicPr>
          <p:blipFill>
            <a:blip r:embed="rId6">
              <a:extLst>
                <a:ext uri="{28A0092B-C50C-407E-A947-70E740481C1C}">
                  <a14:useLocalDpi xmlns:a14="http://schemas.microsoft.com/office/drawing/2010/main" val="0"/>
                </a:ext>
              </a:extLst>
            </a:blip>
            <a:srcRect l="11014" t="11525" r="4201" b="22578"/>
            <a:stretch>
              <a:fillRect/>
            </a:stretch>
          </p:blipFill>
          <p:spPr>
            <a:xfrm>
              <a:off x="7951542" y="8031145"/>
              <a:ext cx="1914429" cy="1487958"/>
            </a:xfrm>
            <a:prstGeom prst="rect">
              <a:avLst/>
            </a:prstGeom>
          </p:spPr>
        </p:pic>
        <p:pic>
          <p:nvPicPr>
            <p:cNvPr id="16" name="Picture 15">
              <a:extLst>
                <a:ext uri="{FF2B5EF4-FFF2-40B4-BE49-F238E27FC236}">
                  <a16:creationId xmlns:a16="http://schemas.microsoft.com/office/drawing/2014/main" id="{BAC918F0-CC94-1B86-DD02-36033430E6D0}"/>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7969" b="73828" l="16016" r="84180">
                          <a14:foregroundMark x1="48438" y1="18164" x2="48438" y2="18164"/>
                          <a14:foregroundMark x1="23535" y1="32715" x2="23535" y2="32715"/>
                          <a14:foregroundMark x1="23828" y1="24316" x2="23828" y2="24316"/>
                          <a14:foregroundMark x1="21484" y1="26758" x2="21484" y2="26758"/>
                          <a14:foregroundMark x1="24316" y1="28418" x2="24316" y2="28418"/>
                          <a14:foregroundMark x1="27246" y1="44336" x2="27246" y2="44336"/>
                          <a14:foregroundMark x1="24707" y1="43848" x2="24707" y2="43848"/>
                          <a14:foregroundMark x1="16113" y1="44824" x2="16113" y2="44824"/>
                          <a14:foregroundMark x1="24219" y1="48828" x2="24219" y2="48828"/>
                          <a14:foregroundMark x1="80078" y1="47363" x2="80078" y2="47363"/>
                          <a14:foregroundMark x1="84277" y1="43555" x2="84277" y2="43555"/>
                          <a14:foregroundMark x1="78906" y1="35352" x2="78906" y2="35352"/>
                          <a14:foregroundMark x1="77734" y1="29102" x2="77734" y2="29102"/>
                          <a14:foregroundMark x1="74902" y1="26270" x2="74902" y2="26270"/>
                          <a14:foregroundMark x1="74609" y1="30762" x2="74609" y2="30762"/>
                          <a14:foregroundMark x1="70703" y1="43848" x2="70703" y2="43848"/>
                          <a14:foregroundMark x1="68945" y1="48145" x2="68945" y2="48145"/>
                          <a14:foregroundMark x1="60352" y1="71973" x2="60352" y2="71973"/>
                          <a14:foregroundMark x1="50293" y1="72852" x2="50293" y2="72852"/>
                          <a14:foregroundMark x1="58105" y1="73438" x2="58105" y2="73438"/>
                          <a14:foregroundMark x1="42090" y1="73828" x2="42090" y2="73828"/>
                          <a14:foregroundMark x1="51172" y1="73438" x2="51172" y2="73438"/>
                          <a14:foregroundMark x1="21289" y1="37695" x2="21289" y2="37695"/>
                          <a14:foregroundMark x1="22070" y1="35547" x2="22070" y2="35547"/>
                          <a14:foregroundMark x1="75391" y1="40137" x2="75391" y2="40137"/>
                          <a14:foregroundMark x1="76758" y1="37793" x2="76758" y2="37793"/>
                        </a14:backgroundRemoval>
                      </a14:imgEffect>
                    </a14:imgLayer>
                  </a14:imgProps>
                </a:ext>
                <a:ext uri="{28A0092B-C50C-407E-A947-70E740481C1C}">
                  <a14:useLocalDpi xmlns:a14="http://schemas.microsoft.com/office/drawing/2010/main" val="0"/>
                </a:ext>
              </a:extLst>
            </a:blip>
            <a:srcRect l="10327" t="12424" r="11048" b="21679"/>
            <a:stretch>
              <a:fillRect/>
            </a:stretch>
          </p:blipFill>
          <p:spPr>
            <a:xfrm>
              <a:off x="8117392" y="12103884"/>
              <a:ext cx="1661023" cy="1487958"/>
            </a:xfrm>
            <a:prstGeom prst="rect">
              <a:avLst/>
            </a:prstGeom>
          </p:spPr>
        </p:pic>
      </p:grpSp>
    </p:spTree>
    <p:extLst>
      <p:ext uri="{BB962C8B-B14F-4D97-AF65-F5344CB8AC3E}">
        <p14:creationId xmlns:p14="http://schemas.microsoft.com/office/powerpoint/2010/main" val="2762280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504D821-138A-DB47-0DDB-132CF31E9AFB}"/>
              </a:ext>
            </a:extLst>
          </p:cNvPr>
          <p:cNvSpPr>
            <a:spLocks noGrp="1" noRot="1" noMove="1" noResize="1" noEditPoints="1" noAdjustHandles="1" noChangeArrowheads="1" noChangeShapeType="1"/>
          </p:cNvSpPr>
          <p:nvPr/>
        </p:nvSpPr>
        <p:spPr>
          <a:xfrm>
            <a:off x="0" y="0"/>
            <a:ext cx="11191875" cy="6858000"/>
          </a:xfrm>
          <a:prstGeom prst="rect">
            <a:avLst/>
          </a:prstGeom>
          <a:solidFill>
            <a:srgbClr val="323E4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3" name="Title 2">
            <a:extLst>
              <a:ext uri="{FF2B5EF4-FFF2-40B4-BE49-F238E27FC236}">
                <a16:creationId xmlns:a16="http://schemas.microsoft.com/office/drawing/2014/main" id="{32DCDDF8-F271-6241-400C-B64328543558}"/>
              </a:ext>
            </a:extLst>
          </p:cNvPr>
          <p:cNvSpPr>
            <a:spLocks noGrp="1"/>
          </p:cNvSpPr>
          <p:nvPr>
            <p:ph type="title"/>
          </p:nvPr>
        </p:nvSpPr>
        <p:spPr>
          <a:xfrm>
            <a:off x="553800" y="265591"/>
            <a:ext cx="7174355" cy="807261"/>
          </a:xfrm>
        </p:spPr>
        <p:txBody>
          <a:bodyPr/>
          <a:lstStyle/>
          <a:p>
            <a:r>
              <a:rPr lang="en-AU" noProof="0" dirty="0">
                <a:solidFill>
                  <a:schemeClr val="bg1"/>
                </a:solidFill>
              </a:rPr>
              <a:t>Initial, small-scale testing was positive</a:t>
            </a:r>
          </a:p>
        </p:txBody>
      </p:sp>
      <p:sp>
        <p:nvSpPr>
          <p:cNvPr id="4" name="Content Placeholder 3">
            <a:extLst>
              <a:ext uri="{FF2B5EF4-FFF2-40B4-BE49-F238E27FC236}">
                <a16:creationId xmlns:a16="http://schemas.microsoft.com/office/drawing/2014/main" id="{AD713B82-7F2D-9C57-42EB-DA353E49B8E4}"/>
              </a:ext>
            </a:extLst>
          </p:cNvPr>
          <p:cNvSpPr>
            <a:spLocks noGrp="1"/>
          </p:cNvSpPr>
          <p:nvPr>
            <p:ph sz="quarter" idx="12"/>
          </p:nvPr>
        </p:nvSpPr>
        <p:spPr>
          <a:xfrm>
            <a:off x="8479590" y="6198212"/>
            <a:ext cx="4781924" cy="4073400"/>
          </a:xfrm>
        </p:spPr>
        <p:txBody>
          <a:bodyPr/>
          <a:lstStyle/>
          <a:p>
            <a:r>
              <a:rPr lang="en-AU" noProof="0" dirty="0">
                <a:solidFill>
                  <a:schemeClr val="bg1"/>
                </a:solidFill>
              </a:rPr>
              <a:t>*Example is checking for passive voice</a:t>
            </a:r>
          </a:p>
        </p:txBody>
      </p:sp>
      <p:grpSp>
        <p:nvGrpSpPr>
          <p:cNvPr id="9" name="Group 8">
            <a:extLst>
              <a:ext uri="{FF2B5EF4-FFF2-40B4-BE49-F238E27FC236}">
                <a16:creationId xmlns:a16="http://schemas.microsoft.com/office/drawing/2014/main" id="{44E76EF6-6541-9395-BD82-CDAC8FFDFFC9}"/>
              </a:ext>
            </a:extLst>
          </p:cNvPr>
          <p:cNvGrpSpPr/>
          <p:nvPr/>
        </p:nvGrpSpPr>
        <p:grpSpPr>
          <a:xfrm>
            <a:off x="2069639" y="1376912"/>
            <a:ext cx="9122237" cy="5150398"/>
            <a:chOff x="2385220" y="1000213"/>
            <a:chExt cx="19080374" cy="10772744"/>
          </a:xfrm>
        </p:grpSpPr>
        <p:pic>
          <p:nvPicPr>
            <p:cNvPr id="8" name="Picture 7">
              <a:extLst>
                <a:ext uri="{FF2B5EF4-FFF2-40B4-BE49-F238E27FC236}">
                  <a16:creationId xmlns:a16="http://schemas.microsoft.com/office/drawing/2014/main" id="{A73592B1-EB2E-3553-D013-1E7F95D3CC53}"/>
                </a:ext>
              </a:extLst>
            </p:cNvPr>
            <p:cNvPicPr>
              <a:picLocks noChangeAspect="1"/>
            </p:cNvPicPr>
            <p:nvPr/>
          </p:nvPicPr>
          <p:blipFill>
            <a:blip r:embed="rId3"/>
            <a:stretch>
              <a:fillRect/>
            </a:stretch>
          </p:blipFill>
          <p:spPr>
            <a:xfrm>
              <a:off x="8576470" y="1000213"/>
              <a:ext cx="12889124" cy="6201640"/>
            </a:xfrm>
            <a:prstGeom prst="rect">
              <a:avLst/>
            </a:prstGeom>
          </p:spPr>
        </p:pic>
        <p:pic>
          <p:nvPicPr>
            <p:cNvPr id="6" name="Picture 5">
              <a:extLst>
                <a:ext uri="{FF2B5EF4-FFF2-40B4-BE49-F238E27FC236}">
                  <a16:creationId xmlns:a16="http://schemas.microsoft.com/office/drawing/2014/main" id="{E9278DDD-BFD4-CABD-30EA-ECE3CF7751E9}"/>
                </a:ext>
              </a:extLst>
            </p:cNvPr>
            <p:cNvPicPr>
              <a:picLocks noChangeAspect="1"/>
            </p:cNvPicPr>
            <p:nvPr/>
          </p:nvPicPr>
          <p:blipFill>
            <a:blip r:embed="rId4"/>
            <a:stretch>
              <a:fillRect/>
            </a:stretch>
          </p:blipFill>
          <p:spPr>
            <a:xfrm>
              <a:off x="2385220" y="3984002"/>
              <a:ext cx="12889434" cy="7788955"/>
            </a:xfrm>
            <a:prstGeom prst="rect">
              <a:avLst/>
            </a:prstGeom>
          </p:spPr>
        </p:pic>
      </p:grpSp>
      <p:sp>
        <p:nvSpPr>
          <p:cNvPr id="2" name="Content Placeholder 3">
            <a:extLst>
              <a:ext uri="{FF2B5EF4-FFF2-40B4-BE49-F238E27FC236}">
                <a16:creationId xmlns:a16="http://schemas.microsoft.com/office/drawing/2014/main" id="{3EA39CF4-3AFD-12F8-F608-332DB7745F78}"/>
              </a:ext>
            </a:extLst>
          </p:cNvPr>
          <p:cNvSpPr txBox="1">
            <a:spLocks/>
          </p:cNvSpPr>
          <p:nvPr/>
        </p:nvSpPr>
        <p:spPr>
          <a:xfrm>
            <a:off x="553800" y="1128964"/>
            <a:ext cx="4781924" cy="388757"/>
          </a:xfrm>
          <a:prstGeom prst="rect">
            <a:avLst/>
          </a:prstGeom>
        </p:spPr>
        <p:txBody>
          <a:bodyPr vert="horz" lIns="0" tIns="0" rIns="0" bIns="0" rtlCol="0">
            <a:noAutofit/>
          </a:bodyPr>
          <a:lstStyle>
            <a:lvl1pPr marL="0" indent="0" algn="l" defTabSz="946052" rtl="0" eaLnBrk="1" latinLnBrk="0" hangingPunct="1">
              <a:lnSpc>
                <a:spcPct val="100000"/>
              </a:lnSpc>
              <a:spcBef>
                <a:spcPts val="0"/>
              </a:spcBef>
              <a:spcAft>
                <a:spcPts val="600"/>
              </a:spcAft>
              <a:buFont typeface="Arial" pitchFamily="34" charset="0"/>
              <a:buNone/>
              <a:defRPr sz="1350" b="1" kern="1200" baseline="0">
                <a:solidFill>
                  <a:schemeClr val="tx1"/>
                </a:solidFill>
                <a:latin typeface="+mn-lt"/>
                <a:ea typeface="+mn-ea"/>
                <a:cs typeface="Arial" pitchFamily="34" charset="0"/>
              </a:defRPr>
            </a:lvl1pPr>
            <a:lvl2pPr marL="0" indent="0" algn="l" defTabSz="946052" rtl="0" eaLnBrk="1" latinLnBrk="0" hangingPunct="1">
              <a:lnSpc>
                <a:spcPct val="100000"/>
              </a:lnSpc>
              <a:spcBef>
                <a:spcPts val="0"/>
              </a:spcBef>
              <a:spcAft>
                <a:spcPts val="600"/>
              </a:spcAft>
              <a:buFont typeface="Arial" pitchFamily="34" charset="0"/>
              <a:buNone/>
              <a:defRPr sz="1150" kern="1200">
                <a:solidFill>
                  <a:schemeClr val="tx1"/>
                </a:solidFill>
                <a:latin typeface="+mn-lt"/>
                <a:ea typeface="+mn-ea"/>
                <a:cs typeface="Arial" pitchFamily="34" charset="0"/>
              </a:defRPr>
            </a:lvl2pPr>
            <a:lvl3pPr marL="198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3pPr>
            <a:lvl4pPr marL="396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4pPr>
            <a:lvl5pPr marL="594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baseline="0">
                <a:solidFill>
                  <a:schemeClr val="tx1"/>
                </a:solidFill>
                <a:latin typeface="+mn-lt"/>
                <a:ea typeface="+mn-ea"/>
                <a:cs typeface="Arial" pitchFamily="34" charset="0"/>
              </a:defRPr>
            </a:lvl5pPr>
            <a:lvl6pPr marL="792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6pPr>
            <a:lvl7pPr marL="990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7pPr>
            <a:lvl8pPr marL="1188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8pPr>
            <a:lvl9pPr marL="1386000" indent="-198000" algn="l" defTabSz="946052" rtl="0" eaLnBrk="1" latinLnBrk="0" hangingPunct="1">
              <a:lnSpc>
                <a:spcPct val="100000"/>
              </a:lnSpc>
              <a:spcBef>
                <a:spcPts val="0"/>
              </a:spcBef>
              <a:spcAft>
                <a:spcPts val="600"/>
              </a:spcAft>
              <a:buFont typeface="Calibri" panose="020F0502020204030204" pitchFamily="34" charset="0"/>
              <a:buChar char="•"/>
              <a:defRPr sz="1150" kern="1200">
                <a:solidFill>
                  <a:schemeClr val="tx1"/>
                </a:solidFill>
                <a:latin typeface="+mn-lt"/>
                <a:ea typeface="+mn-ea"/>
                <a:cs typeface="Arial" pitchFamily="34" charset="0"/>
              </a:defRPr>
            </a:lvl9pPr>
          </a:lstStyle>
          <a:p>
            <a:r>
              <a:rPr lang="en-AU" b="0" i="1" dirty="0">
                <a:solidFill>
                  <a:schemeClr val="bg1"/>
                </a:solidFill>
              </a:rPr>
              <a:t>(if not a little overzealous)</a:t>
            </a:r>
          </a:p>
        </p:txBody>
      </p:sp>
    </p:spTree>
    <p:extLst>
      <p:ext uri="{BB962C8B-B14F-4D97-AF65-F5344CB8AC3E}">
        <p14:creationId xmlns:p14="http://schemas.microsoft.com/office/powerpoint/2010/main" val="323351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6E9B9-0FD3-0B62-D4F0-904E56FDCE0A}"/>
            </a:ext>
          </a:extLst>
        </p:cNvPr>
        <p:cNvGrpSpPr/>
        <p:nvPr/>
      </p:nvGrpSpPr>
      <p:grpSpPr>
        <a:xfrm>
          <a:off x="0" y="0"/>
          <a:ext cx="0" cy="0"/>
          <a:chOff x="0" y="0"/>
          <a:chExt cx="0" cy="0"/>
        </a:xfrm>
      </p:grpSpPr>
      <p:sp>
        <p:nvSpPr>
          <p:cNvPr id="25" name="Oval 24">
            <a:extLst>
              <a:ext uri="{FF2B5EF4-FFF2-40B4-BE49-F238E27FC236}">
                <a16:creationId xmlns:a16="http://schemas.microsoft.com/office/drawing/2014/main" id="{D93102A6-8ECB-0829-94F6-52C58A581F68}"/>
              </a:ext>
            </a:extLst>
          </p:cNvPr>
          <p:cNvSpPr/>
          <p:nvPr/>
        </p:nvSpPr>
        <p:spPr>
          <a:xfrm>
            <a:off x="6913676" y="1160534"/>
            <a:ext cx="1233387" cy="123338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96" name="Rectangle: Rounded Corners 95">
            <a:extLst>
              <a:ext uri="{FF2B5EF4-FFF2-40B4-BE49-F238E27FC236}">
                <a16:creationId xmlns:a16="http://schemas.microsoft.com/office/drawing/2014/main" id="{C08C319D-C5E3-21C8-389A-5A72E8356531}"/>
              </a:ext>
            </a:extLst>
          </p:cNvPr>
          <p:cNvSpPr/>
          <p:nvPr/>
        </p:nvSpPr>
        <p:spPr>
          <a:xfrm>
            <a:off x="7608625" y="5127334"/>
            <a:ext cx="3656375" cy="152415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1400" b="1">
              <a:solidFill>
                <a:prstClr val="black"/>
              </a:solidFill>
              <a:latin typeface="Calibri"/>
            </a:endParaRPr>
          </a:p>
        </p:txBody>
      </p:sp>
      <p:sp>
        <p:nvSpPr>
          <p:cNvPr id="24" name="Rectangle: Rounded Corners 23">
            <a:extLst>
              <a:ext uri="{FF2B5EF4-FFF2-40B4-BE49-F238E27FC236}">
                <a16:creationId xmlns:a16="http://schemas.microsoft.com/office/drawing/2014/main" id="{C1DAF035-3D59-ED8F-0B2D-D400D6B91347}"/>
              </a:ext>
            </a:extLst>
          </p:cNvPr>
          <p:cNvSpPr/>
          <p:nvPr/>
        </p:nvSpPr>
        <p:spPr>
          <a:xfrm>
            <a:off x="4675490" y="2880900"/>
            <a:ext cx="1978478" cy="134270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23" name="Rectangle: Rounded Corners 22">
            <a:extLst>
              <a:ext uri="{FF2B5EF4-FFF2-40B4-BE49-F238E27FC236}">
                <a16:creationId xmlns:a16="http://schemas.microsoft.com/office/drawing/2014/main" id="{7441038F-18BA-FAE3-A62E-E80C8B766CA5}"/>
              </a:ext>
            </a:extLst>
          </p:cNvPr>
          <p:cNvSpPr/>
          <p:nvPr/>
        </p:nvSpPr>
        <p:spPr>
          <a:xfrm>
            <a:off x="221497" y="2809154"/>
            <a:ext cx="1779714" cy="134270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22" name="Rectangle: Rounded Corners 21">
            <a:extLst>
              <a:ext uri="{FF2B5EF4-FFF2-40B4-BE49-F238E27FC236}">
                <a16:creationId xmlns:a16="http://schemas.microsoft.com/office/drawing/2014/main" id="{4FC9B1FA-DA9E-8CBD-1736-A2C29DF4ECF1}"/>
              </a:ext>
            </a:extLst>
          </p:cNvPr>
          <p:cNvSpPr/>
          <p:nvPr/>
        </p:nvSpPr>
        <p:spPr>
          <a:xfrm>
            <a:off x="2279685" y="2733494"/>
            <a:ext cx="1783599" cy="134270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80" name="Oval 79">
            <a:extLst>
              <a:ext uri="{FF2B5EF4-FFF2-40B4-BE49-F238E27FC236}">
                <a16:creationId xmlns:a16="http://schemas.microsoft.com/office/drawing/2014/main" id="{91817E73-BD4B-A03D-B0A9-FCA992D29CD5}"/>
              </a:ext>
            </a:extLst>
          </p:cNvPr>
          <p:cNvSpPr/>
          <p:nvPr/>
        </p:nvSpPr>
        <p:spPr>
          <a:xfrm>
            <a:off x="10265942" y="1144381"/>
            <a:ext cx="1233387" cy="123338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3" name="Title 2">
            <a:extLst>
              <a:ext uri="{FF2B5EF4-FFF2-40B4-BE49-F238E27FC236}">
                <a16:creationId xmlns:a16="http://schemas.microsoft.com/office/drawing/2014/main" id="{AE4BDDEE-872A-0436-8FBA-828112754FA3}"/>
              </a:ext>
            </a:extLst>
          </p:cNvPr>
          <p:cNvSpPr>
            <a:spLocks noGrp="1"/>
          </p:cNvSpPr>
          <p:nvPr>
            <p:ph type="title"/>
          </p:nvPr>
        </p:nvSpPr>
        <p:spPr>
          <a:xfrm>
            <a:off x="540298" y="620517"/>
            <a:ext cx="6422523" cy="807261"/>
          </a:xfrm>
        </p:spPr>
        <p:txBody>
          <a:bodyPr/>
          <a:lstStyle/>
          <a:p>
            <a:r>
              <a:rPr lang="en-US" dirty="0"/>
              <a:t>Fully automating and scaling the ‘rules as code’ process</a:t>
            </a:r>
            <a:endParaRPr lang="en-AU" dirty="0"/>
          </a:p>
        </p:txBody>
      </p:sp>
      <p:sp>
        <p:nvSpPr>
          <p:cNvPr id="95" name="Oval 94">
            <a:extLst>
              <a:ext uri="{FF2B5EF4-FFF2-40B4-BE49-F238E27FC236}">
                <a16:creationId xmlns:a16="http://schemas.microsoft.com/office/drawing/2014/main" id="{84AE2B3E-377E-0E39-5D21-1DE3437FD9AA}"/>
              </a:ext>
            </a:extLst>
          </p:cNvPr>
          <p:cNvSpPr/>
          <p:nvPr/>
        </p:nvSpPr>
        <p:spPr>
          <a:xfrm>
            <a:off x="3587852" y="5542402"/>
            <a:ext cx="1233387" cy="1233387"/>
          </a:xfrm>
          <a:prstGeom prst="ellipse">
            <a:avLst/>
          </a:prstGeom>
          <a:solidFill>
            <a:schemeClr val="accent6">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82" name="Oval 81">
            <a:extLst>
              <a:ext uri="{FF2B5EF4-FFF2-40B4-BE49-F238E27FC236}">
                <a16:creationId xmlns:a16="http://schemas.microsoft.com/office/drawing/2014/main" id="{227344A2-F5D2-5F64-FB6E-463DF553FB05}"/>
              </a:ext>
            </a:extLst>
          </p:cNvPr>
          <p:cNvSpPr/>
          <p:nvPr/>
        </p:nvSpPr>
        <p:spPr>
          <a:xfrm>
            <a:off x="10291056" y="3291438"/>
            <a:ext cx="1233387" cy="1233387"/>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11" name="Rectangle: Top Corners Rounded 10">
            <a:extLst>
              <a:ext uri="{FF2B5EF4-FFF2-40B4-BE49-F238E27FC236}">
                <a16:creationId xmlns:a16="http://schemas.microsoft.com/office/drawing/2014/main" id="{F0E90245-9588-9711-4E8D-346245CCE28B}"/>
              </a:ext>
            </a:extLst>
          </p:cNvPr>
          <p:cNvSpPr/>
          <p:nvPr/>
        </p:nvSpPr>
        <p:spPr>
          <a:xfrm>
            <a:off x="217612" y="2580554"/>
            <a:ext cx="1783599" cy="505224"/>
          </a:xfrm>
          <a:prstGeom prst="round2Same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19" name="Rectangle: Rounded Corners 18">
            <a:extLst>
              <a:ext uri="{FF2B5EF4-FFF2-40B4-BE49-F238E27FC236}">
                <a16:creationId xmlns:a16="http://schemas.microsoft.com/office/drawing/2014/main" id="{2D241BD1-449F-B577-E9D0-5BA39C06BDBA}"/>
              </a:ext>
            </a:extLst>
          </p:cNvPr>
          <p:cNvSpPr/>
          <p:nvPr/>
        </p:nvSpPr>
        <p:spPr>
          <a:xfrm>
            <a:off x="6983202" y="2615951"/>
            <a:ext cx="1185480" cy="457200"/>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r>
              <a:rPr lang="en-US" sz="1400" b="1">
                <a:solidFill>
                  <a:srgbClr val="323E48"/>
                </a:solidFill>
                <a:latin typeface="Calibri"/>
              </a:rPr>
              <a:t>Run the tests</a:t>
            </a:r>
            <a:endParaRPr lang="en-US" sz="1400">
              <a:solidFill>
                <a:srgbClr val="323E48"/>
              </a:solidFill>
              <a:latin typeface="Calibri"/>
            </a:endParaRPr>
          </a:p>
        </p:txBody>
      </p:sp>
      <p:sp>
        <p:nvSpPr>
          <p:cNvPr id="16" name="Rectangle: Top Corners Rounded 15">
            <a:extLst>
              <a:ext uri="{FF2B5EF4-FFF2-40B4-BE49-F238E27FC236}">
                <a16:creationId xmlns:a16="http://schemas.microsoft.com/office/drawing/2014/main" id="{5EE9E989-6A26-DEEA-556B-C3C5140C1EA0}"/>
              </a:ext>
            </a:extLst>
          </p:cNvPr>
          <p:cNvSpPr/>
          <p:nvPr/>
        </p:nvSpPr>
        <p:spPr>
          <a:xfrm>
            <a:off x="4675490" y="2599994"/>
            <a:ext cx="1978478" cy="457200"/>
          </a:xfrm>
          <a:prstGeom prst="round2Same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20" name="TextBox 19">
            <a:extLst>
              <a:ext uri="{FF2B5EF4-FFF2-40B4-BE49-F238E27FC236}">
                <a16:creationId xmlns:a16="http://schemas.microsoft.com/office/drawing/2014/main" id="{F5B0B45F-8225-1F39-22BD-0F77A56C0A17}"/>
              </a:ext>
            </a:extLst>
          </p:cNvPr>
          <p:cNvSpPr txBox="1"/>
          <p:nvPr/>
        </p:nvSpPr>
        <p:spPr>
          <a:xfrm>
            <a:off x="289356" y="2608724"/>
            <a:ext cx="1598441" cy="523220"/>
          </a:xfrm>
          <a:prstGeom prst="rect">
            <a:avLst/>
          </a:prstGeom>
          <a:noFill/>
        </p:spPr>
        <p:txBody>
          <a:bodyPr wrap="square">
            <a:spAutoFit/>
          </a:bodyPr>
          <a:lstStyle/>
          <a:p>
            <a:pPr algn="ctr" defTabSz="1088481"/>
            <a:r>
              <a:rPr lang="en-US" sz="1400" b="1" dirty="0">
                <a:solidFill>
                  <a:srgbClr val="323E48"/>
                </a:solidFill>
                <a:latin typeface="Calibri"/>
              </a:rPr>
              <a:t>Create offline version of website</a:t>
            </a:r>
            <a:endParaRPr lang="en-US" sz="1400" dirty="0">
              <a:solidFill>
                <a:srgbClr val="323E48"/>
              </a:solidFill>
              <a:latin typeface="Calibri"/>
            </a:endParaRPr>
          </a:p>
        </p:txBody>
      </p:sp>
      <p:sp>
        <p:nvSpPr>
          <p:cNvPr id="42" name="TextBox 41">
            <a:extLst>
              <a:ext uri="{FF2B5EF4-FFF2-40B4-BE49-F238E27FC236}">
                <a16:creationId xmlns:a16="http://schemas.microsoft.com/office/drawing/2014/main" id="{CE48118E-1C9A-A3C5-EEA8-2059C37827F3}"/>
              </a:ext>
            </a:extLst>
          </p:cNvPr>
          <p:cNvSpPr txBox="1"/>
          <p:nvPr/>
        </p:nvSpPr>
        <p:spPr>
          <a:xfrm>
            <a:off x="3047134" y="4321310"/>
            <a:ext cx="2266696" cy="1169551"/>
          </a:xfrm>
          <a:prstGeom prst="rect">
            <a:avLst/>
          </a:prstGeom>
          <a:noFill/>
        </p:spPr>
        <p:txBody>
          <a:bodyPr wrap="square">
            <a:spAutoFit/>
          </a:bodyPr>
          <a:lstStyle/>
          <a:p>
            <a:pPr algn="ctr" defTabSz="1088481"/>
            <a:r>
              <a:rPr lang="en-US" sz="1400" b="1">
                <a:solidFill>
                  <a:prstClr val="black"/>
                </a:solidFill>
                <a:latin typeface="Calibri"/>
              </a:rPr>
              <a:t>OR skip processing </a:t>
            </a:r>
            <a:r>
              <a:rPr lang="en-US" sz="1400">
                <a:solidFill>
                  <a:prstClr val="black"/>
                </a:solidFill>
                <a:latin typeface="Calibri"/>
              </a:rPr>
              <a:t>if it’s </a:t>
            </a:r>
          </a:p>
          <a:p>
            <a:pPr marL="228600" indent="-228600" algn="ctr" defTabSz="1088481">
              <a:buFont typeface="Arial" panose="020B0604020202020204" pitchFamily="34" charset="0"/>
              <a:buChar char="•"/>
            </a:pPr>
            <a:r>
              <a:rPr lang="en-US" sz="1400">
                <a:solidFill>
                  <a:prstClr val="black"/>
                </a:solidFill>
                <a:latin typeface="Calibri"/>
              </a:rPr>
              <a:t>semantic, </a:t>
            </a:r>
          </a:p>
          <a:p>
            <a:pPr marL="228600" indent="-228600" algn="ctr" defTabSz="1088481">
              <a:buFont typeface="Arial" panose="020B0604020202020204" pitchFamily="34" charset="0"/>
              <a:buChar char="•"/>
            </a:pPr>
            <a:r>
              <a:rPr lang="en-US" sz="1400">
                <a:solidFill>
                  <a:prstClr val="black"/>
                </a:solidFill>
                <a:latin typeface="Calibri"/>
              </a:rPr>
              <a:t>contextual, </a:t>
            </a:r>
          </a:p>
          <a:p>
            <a:pPr marL="228600" indent="-228600" algn="ctr" defTabSz="1088481">
              <a:buFont typeface="Arial" panose="020B0604020202020204" pitchFamily="34" charset="0"/>
              <a:buChar char="•"/>
            </a:pPr>
            <a:r>
              <a:rPr lang="en-US" sz="1400">
                <a:solidFill>
                  <a:prstClr val="black"/>
                </a:solidFill>
                <a:latin typeface="Calibri"/>
              </a:rPr>
              <a:t>discretionary, </a:t>
            </a:r>
          </a:p>
          <a:p>
            <a:pPr marL="228600" indent="-228600" algn="ctr" defTabSz="1088481">
              <a:buFont typeface="Arial" panose="020B0604020202020204" pitchFamily="34" charset="0"/>
              <a:buChar char="•"/>
            </a:pPr>
            <a:r>
              <a:rPr lang="en-US" sz="1400">
                <a:solidFill>
                  <a:prstClr val="black"/>
                </a:solidFill>
                <a:latin typeface="Calibri"/>
              </a:rPr>
              <a:t>multi-modal.</a:t>
            </a:r>
          </a:p>
        </p:txBody>
      </p:sp>
      <p:sp>
        <p:nvSpPr>
          <p:cNvPr id="51" name="TextBox 50">
            <a:extLst>
              <a:ext uri="{FF2B5EF4-FFF2-40B4-BE49-F238E27FC236}">
                <a16:creationId xmlns:a16="http://schemas.microsoft.com/office/drawing/2014/main" id="{3C4E6268-EFC7-31D5-5E07-B60BD8D9D43F}"/>
              </a:ext>
            </a:extLst>
          </p:cNvPr>
          <p:cNvSpPr txBox="1"/>
          <p:nvPr/>
        </p:nvSpPr>
        <p:spPr>
          <a:xfrm>
            <a:off x="4704240" y="2713746"/>
            <a:ext cx="1920978" cy="276999"/>
          </a:xfrm>
          <a:prstGeom prst="rect">
            <a:avLst/>
          </a:prstGeom>
          <a:noFill/>
        </p:spPr>
        <p:txBody>
          <a:bodyPr wrap="square">
            <a:spAutoFit/>
          </a:bodyPr>
          <a:lstStyle/>
          <a:p>
            <a:pPr algn="ctr" defTabSz="1088481"/>
            <a:r>
              <a:rPr lang="en-US" sz="1200" b="1" dirty="0">
                <a:solidFill>
                  <a:prstClr val="black"/>
                </a:solidFill>
                <a:latin typeface="Calibri"/>
              </a:rPr>
              <a:t>Generate code and tests</a:t>
            </a:r>
            <a:endParaRPr lang="en-US" sz="1200" dirty="0">
              <a:solidFill>
                <a:prstClr val="black"/>
              </a:solidFill>
              <a:latin typeface="Calibri"/>
            </a:endParaRPr>
          </a:p>
        </p:txBody>
      </p:sp>
      <p:sp>
        <p:nvSpPr>
          <p:cNvPr id="53" name="TextBox 52">
            <a:extLst>
              <a:ext uri="{FF2B5EF4-FFF2-40B4-BE49-F238E27FC236}">
                <a16:creationId xmlns:a16="http://schemas.microsoft.com/office/drawing/2014/main" id="{9B607BB5-1A7D-A2F6-1A42-5AA945ACE157}"/>
              </a:ext>
            </a:extLst>
          </p:cNvPr>
          <p:cNvSpPr txBox="1"/>
          <p:nvPr/>
        </p:nvSpPr>
        <p:spPr>
          <a:xfrm>
            <a:off x="217612" y="3153655"/>
            <a:ext cx="1670233" cy="646331"/>
          </a:xfrm>
          <a:prstGeom prst="rect">
            <a:avLst/>
          </a:prstGeom>
          <a:noFill/>
        </p:spPr>
        <p:txBody>
          <a:bodyPr wrap="square">
            <a:spAutoFit/>
          </a:bodyPr>
          <a:lstStyle/>
          <a:p>
            <a:pPr algn="ctr" defTabSz="1088481"/>
            <a:r>
              <a:rPr lang="en-US" sz="2000" b="1" dirty="0">
                <a:solidFill>
                  <a:prstClr val="black"/>
                </a:solidFill>
                <a:latin typeface="Tahoma"/>
              </a:rPr>
              <a:t>186 </a:t>
            </a:r>
          </a:p>
          <a:p>
            <a:pPr algn="ctr" defTabSz="1088481"/>
            <a:r>
              <a:rPr lang="en-US" sz="1600" dirty="0">
                <a:solidFill>
                  <a:prstClr val="black"/>
                </a:solidFill>
                <a:latin typeface="Tahoma"/>
              </a:rPr>
              <a:t>webpages</a:t>
            </a:r>
            <a:endParaRPr lang="en-US" sz="2000" dirty="0">
              <a:solidFill>
                <a:prstClr val="black"/>
              </a:solidFill>
              <a:latin typeface="Tahoma"/>
            </a:endParaRPr>
          </a:p>
        </p:txBody>
      </p:sp>
      <p:sp>
        <p:nvSpPr>
          <p:cNvPr id="54" name="TextBox 53">
            <a:extLst>
              <a:ext uri="{FF2B5EF4-FFF2-40B4-BE49-F238E27FC236}">
                <a16:creationId xmlns:a16="http://schemas.microsoft.com/office/drawing/2014/main" id="{23C59F57-FAFA-EBE0-AF43-A3032FE75629}"/>
              </a:ext>
            </a:extLst>
          </p:cNvPr>
          <p:cNvSpPr txBox="1"/>
          <p:nvPr/>
        </p:nvSpPr>
        <p:spPr>
          <a:xfrm>
            <a:off x="2279733" y="3180176"/>
            <a:ext cx="1670233" cy="677108"/>
          </a:xfrm>
          <a:prstGeom prst="rect">
            <a:avLst/>
          </a:prstGeom>
          <a:noFill/>
        </p:spPr>
        <p:txBody>
          <a:bodyPr wrap="square">
            <a:spAutoFit/>
          </a:bodyPr>
          <a:lstStyle/>
          <a:p>
            <a:pPr algn="ctr" defTabSz="1088481"/>
            <a:r>
              <a:rPr lang="en-US" sz="2200" b="1">
                <a:solidFill>
                  <a:prstClr val="black"/>
                </a:solidFill>
                <a:latin typeface="Tahoma"/>
              </a:rPr>
              <a:t>3,114 </a:t>
            </a:r>
          </a:p>
          <a:p>
            <a:pPr algn="ctr" defTabSz="1088481"/>
            <a:r>
              <a:rPr lang="en-US" sz="1600">
                <a:solidFill>
                  <a:prstClr val="black"/>
                </a:solidFill>
                <a:latin typeface="Tahoma"/>
              </a:rPr>
              <a:t>rules</a:t>
            </a:r>
          </a:p>
        </p:txBody>
      </p:sp>
      <p:sp>
        <p:nvSpPr>
          <p:cNvPr id="55" name="TextBox 54">
            <a:extLst>
              <a:ext uri="{FF2B5EF4-FFF2-40B4-BE49-F238E27FC236}">
                <a16:creationId xmlns:a16="http://schemas.microsoft.com/office/drawing/2014/main" id="{1847799A-4816-2FA3-166D-905782F8A8C6}"/>
              </a:ext>
            </a:extLst>
          </p:cNvPr>
          <p:cNvSpPr txBox="1"/>
          <p:nvPr/>
        </p:nvSpPr>
        <p:spPr>
          <a:xfrm>
            <a:off x="4804734" y="3146228"/>
            <a:ext cx="1670233" cy="923330"/>
          </a:xfrm>
          <a:prstGeom prst="rect">
            <a:avLst/>
          </a:prstGeom>
          <a:noFill/>
        </p:spPr>
        <p:txBody>
          <a:bodyPr wrap="square">
            <a:spAutoFit/>
          </a:bodyPr>
          <a:lstStyle/>
          <a:p>
            <a:pPr algn="ctr" defTabSz="1088481"/>
            <a:r>
              <a:rPr lang="en-US" sz="2200" b="1">
                <a:solidFill>
                  <a:prstClr val="black"/>
                </a:solidFill>
                <a:latin typeface="Tahoma"/>
              </a:rPr>
              <a:t>1,050 </a:t>
            </a:r>
          </a:p>
          <a:p>
            <a:pPr algn="ctr" defTabSz="1088481"/>
            <a:r>
              <a:rPr lang="en-US" sz="1600">
                <a:solidFill>
                  <a:prstClr val="black"/>
                </a:solidFill>
                <a:latin typeface="Tahoma"/>
              </a:rPr>
              <a:t>code and test pairs</a:t>
            </a:r>
          </a:p>
        </p:txBody>
      </p:sp>
      <p:sp>
        <p:nvSpPr>
          <p:cNvPr id="57" name="TextBox 56">
            <a:extLst>
              <a:ext uri="{FF2B5EF4-FFF2-40B4-BE49-F238E27FC236}">
                <a16:creationId xmlns:a16="http://schemas.microsoft.com/office/drawing/2014/main" id="{CDB737AD-41D5-12E6-B9C5-2B60999A0B4E}"/>
              </a:ext>
            </a:extLst>
          </p:cNvPr>
          <p:cNvSpPr txBox="1"/>
          <p:nvPr/>
        </p:nvSpPr>
        <p:spPr>
          <a:xfrm>
            <a:off x="10169620" y="1353270"/>
            <a:ext cx="1426030" cy="861774"/>
          </a:xfrm>
          <a:prstGeom prst="rect">
            <a:avLst/>
          </a:prstGeom>
          <a:noFill/>
        </p:spPr>
        <p:txBody>
          <a:bodyPr wrap="square">
            <a:spAutoFit/>
          </a:bodyPr>
          <a:lstStyle/>
          <a:p>
            <a:pPr algn="ctr" defTabSz="1088481"/>
            <a:r>
              <a:rPr lang="en-US" sz="2200" b="1">
                <a:solidFill>
                  <a:prstClr val="black"/>
                </a:solidFill>
                <a:latin typeface="Tahoma"/>
              </a:rPr>
              <a:t>+190</a:t>
            </a:r>
          </a:p>
          <a:p>
            <a:pPr algn="ctr" defTabSz="1088481"/>
            <a:r>
              <a:rPr lang="en-US" sz="1400">
                <a:solidFill>
                  <a:prstClr val="black"/>
                </a:solidFill>
                <a:latin typeface="Tahoma"/>
              </a:rPr>
              <a:t>Pass on the second try</a:t>
            </a:r>
            <a:endParaRPr lang="en-US" sz="2000">
              <a:solidFill>
                <a:prstClr val="black"/>
              </a:solidFill>
              <a:latin typeface="Tahoma"/>
            </a:endParaRPr>
          </a:p>
        </p:txBody>
      </p:sp>
      <p:sp>
        <p:nvSpPr>
          <p:cNvPr id="58" name="TextBox 57">
            <a:extLst>
              <a:ext uri="{FF2B5EF4-FFF2-40B4-BE49-F238E27FC236}">
                <a16:creationId xmlns:a16="http://schemas.microsoft.com/office/drawing/2014/main" id="{7569EAD1-7BB0-BA01-EE01-562D0474C9EA}"/>
              </a:ext>
            </a:extLst>
          </p:cNvPr>
          <p:cNvSpPr txBox="1"/>
          <p:nvPr/>
        </p:nvSpPr>
        <p:spPr>
          <a:xfrm>
            <a:off x="6869993" y="1294603"/>
            <a:ext cx="1298689" cy="923330"/>
          </a:xfrm>
          <a:prstGeom prst="rect">
            <a:avLst/>
          </a:prstGeom>
          <a:noFill/>
        </p:spPr>
        <p:txBody>
          <a:bodyPr wrap="square">
            <a:spAutoFit/>
          </a:bodyPr>
          <a:lstStyle/>
          <a:p>
            <a:pPr algn="ctr" defTabSz="1088481"/>
            <a:r>
              <a:rPr lang="en-US" sz="2200" b="1">
                <a:solidFill>
                  <a:prstClr val="black"/>
                </a:solidFill>
                <a:latin typeface="Tahoma"/>
              </a:rPr>
              <a:t>611</a:t>
            </a:r>
          </a:p>
          <a:p>
            <a:pPr algn="ctr" defTabSz="1088481"/>
            <a:r>
              <a:rPr lang="en-US" sz="1600">
                <a:solidFill>
                  <a:prstClr val="black"/>
                </a:solidFill>
                <a:latin typeface="Tahoma"/>
              </a:rPr>
              <a:t>Pass on the first try</a:t>
            </a:r>
            <a:endParaRPr lang="en-US" sz="2200">
              <a:solidFill>
                <a:prstClr val="black"/>
              </a:solidFill>
              <a:latin typeface="Tahoma"/>
            </a:endParaRPr>
          </a:p>
        </p:txBody>
      </p:sp>
      <p:sp>
        <p:nvSpPr>
          <p:cNvPr id="71" name="TextBox 70">
            <a:extLst>
              <a:ext uri="{FF2B5EF4-FFF2-40B4-BE49-F238E27FC236}">
                <a16:creationId xmlns:a16="http://schemas.microsoft.com/office/drawing/2014/main" id="{85586DC2-A95F-081E-2180-50DE555E6B84}"/>
              </a:ext>
            </a:extLst>
          </p:cNvPr>
          <p:cNvSpPr txBox="1"/>
          <p:nvPr/>
        </p:nvSpPr>
        <p:spPr>
          <a:xfrm>
            <a:off x="7662928" y="5210799"/>
            <a:ext cx="3547769" cy="1323439"/>
          </a:xfrm>
          <a:prstGeom prst="rect">
            <a:avLst/>
          </a:prstGeom>
          <a:noFill/>
        </p:spPr>
        <p:txBody>
          <a:bodyPr wrap="square">
            <a:spAutoFit/>
          </a:bodyPr>
          <a:lstStyle/>
          <a:p>
            <a:pPr algn="ctr" defTabSz="1088481"/>
            <a:r>
              <a:rPr lang="en-US" sz="2000" b="1" dirty="0">
                <a:solidFill>
                  <a:prstClr val="white">
                    <a:lumMod val="75000"/>
                  </a:prstClr>
                </a:solidFill>
                <a:latin typeface="Calibri"/>
              </a:rPr>
              <a:t>V1 Octavius rulebook summary</a:t>
            </a:r>
          </a:p>
          <a:p>
            <a:pPr algn="ctr" defTabSz="1088481"/>
            <a:r>
              <a:rPr lang="en-US" sz="2000" dirty="0">
                <a:solidFill>
                  <a:prstClr val="white">
                    <a:lumMod val="75000"/>
                  </a:prstClr>
                </a:solidFill>
                <a:latin typeface="Calibri"/>
              </a:rPr>
              <a:t>801 work </a:t>
            </a:r>
          </a:p>
          <a:p>
            <a:pPr algn="ctr" defTabSz="1088481"/>
            <a:r>
              <a:rPr lang="en-US" sz="2000" dirty="0">
                <a:solidFill>
                  <a:prstClr val="white">
                    <a:lumMod val="75000"/>
                  </a:prstClr>
                </a:solidFill>
                <a:latin typeface="Calibri"/>
              </a:rPr>
              <a:t>249 don’t work</a:t>
            </a:r>
          </a:p>
          <a:p>
            <a:pPr algn="ctr" defTabSz="1088481"/>
            <a:r>
              <a:rPr lang="en-US" sz="2000" dirty="0">
                <a:solidFill>
                  <a:prstClr val="white">
                    <a:lumMod val="75000"/>
                  </a:prstClr>
                </a:solidFill>
                <a:latin typeface="Calibri"/>
              </a:rPr>
              <a:t>2,064 can’t work easily </a:t>
            </a:r>
          </a:p>
        </p:txBody>
      </p:sp>
      <p:sp>
        <p:nvSpPr>
          <p:cNvPr id="73" name="TextBox 72">
            <a:extLst>
              <a:ext uri="{FF2B5EF4-FFF2-40B4-BE49-F238E27FC236}">
                <a16:creationId xmlns:a16="http://schemas.microsoft.com/office/drawing/2014/main" id="{4CD9E0D6-0BBC-540E-3E5F-35FE851F96EF}"/>
              </a:ext>
            </a:extLst>
          </p:cNvPr>
          <p:cNvSpPr txBox="1"/>
          <p:nvPr/>
        </p:nvSpPr>
        <p:spPr>
          <a:xfrm>
            <a:off x="10352855" y="3459495"/>
            <a:ext cx="1109787" cy="861774"/>
          </a:xfrm>
          <a:prstGeom prst="rect">
            <a:avLst/>
          </a:prstGeom>
          <a:noFill/>
        </p:spPr>
        <p:txBody>
          <a:bodyPr wrap="square">
            <a:spAutoFit/>
          </a:bodyPr>
          <a:lstStyle/>
          <a:p>
            <a:pPr algn="ctr" defTabSz="1088481"/>
            <a:r>
              <a:rPr lang="en-US" sz="2200" b="1">
                <a:solidFill>
                  <a:prstClr val="black"/>
                </a:solidFill>
                <a:latin typeface="Tahoma"/>
              </a:rPr>
              <a:t>249</a:t>
            </a:r>
          </a:p>
          <a:p>
            <a:pPr algn="ctr" defTabSz="1088481"/>
            <a:r>
              <a:rPr lang="en-US" sz="1400">
                <a:solidFill>
                  <a:prstClr val="black"/>
                </a:solidFill>
                <a:latin typeface="Tahoma"/>
              </a:rPr>
              <a:t>Fail on the second try</a:t>
            </a:r>
            <a:endParaRPr lang="en-US" sz="2000">
              <a:solidFill>
                <a:prstClr val="black"/>
              </a:solidFill>
              <a:latin typeface="Tahoma"/>
            </a:endParaRPr>
          </a:p>
        </p:txBody>
      </p:sp>
      <p:cxnSp>
        <p:nvCxnSpPr>
          <p:cNvPr id="8" name="Straight Arrow Connector 7">
            <a:extLst>
              <a:ext uri="{FF2B5EF4-FFF2-40B4-BE49-F238E27FC236}">
                <a16:creationId xmlns:a16="http://schemas.microsoft.com/office/drawing/2014/main" id="{9A83A2A7-64CC-6055-10BC-1AE7C51FB7F4}"/>
              </a:ext>
            </a:extLst>
          </p:cNvPr>
          <p:cNvCxnSpPr>
            <a:cxnSpLocks/>
          </p:cNvCxnSpPr>
          <p:nvPr/>
        </p:nvCxnSpPr>
        <p:spPr>
          <a:xfrm>
            <a:off x="1844369" y="3552251"/>
            <a:ext cx="763212" cy="0"/>
          </a:xfrm>
          <a:prstGeom prst="straightConnector1">
            <a:avLst/>
          </a:prstGeom>
          <a:ln w="1714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Top Corners Rounded 12">
            <a:extLst>
              <a:ext uri="{FF2B5EF4-FFF2-40B4-BE49-F238E27FC236}">
                <a16:creationId xmlns:a16="http://schemas.microsoft.com/office/drawing/2014/main" id="{A19A2AC3-1244-8799-9940-8A4F106DC597}"/>
              </a:ext>
            </a:extLst>
          </p:cNvPr>
          <p:cNvSpPr/>
          <p:nvPr/>
        </p:nvSpPr>
        <p:spPr>
          <a:xfrm>
            <a:off x="2279733" y="2606367"/>
            <a:ext cx="1783599" cy="457200"/>
          </a:xfrm>
          <a:prstGeom prst="round2Same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12" name="TextBox 11">
            <a:extLst>
              <a:ext uri="{FF2B5EF4-FFF2-40B4-BE49-F238E27FC236}">
                <a16:creationId xmlns:a16="http://schemas.microsoft.com/office/drawing/2014/main" id="{C41D026F-8CA6-1E2B-C98C-980E8DB3C14A}"/>
              </a:ext>
            </a:extLst>
          </p:cNvPr>
          <p:cNvSpPr txBox="1"/>
          <p:nvPr/>
        </p:nvSpPr>
        <p:spPr>
          <a:xfrm>
            <a:off x="2372312" y="2715669"/>
            <a:ext cx="1598441" cy="307777"/>
          </a:xfrm>
          <a:prstGeom prst="rect">
            <a:avLst/>
          </a:prstGeom>
          <a:noFill/>
        </p:spPr>
        <p:txBody>
          <a:bodyPr wrap="square">
            <a:spAutoFit/>
          </a:bodyPr>
          <a:lstStyle/>
          <a:p>
            <a:pPr algn="ctr" defTabSz="1088481"/>
            <a:r>
              <a:rPr lang="en-US" sz="1400" b="1">
                <a:solidFill>
                  <a:srgbClr val="323E48"/>
                </a:solidFill>
                <a:latin typeface="Calibri"/>
              </a:rPr>
              <a:t>Extract rules</a:t>
            </a:r>
            <a:endParaRPr lang="en-US" sz="1400">
              <a:solidFill>
                <a:srgbClr val="323E48"/>
              </a:solidFill>
              <a:latin typeface="Calibri"/>
            </a:endParaRPr>
          </a:p>
        </p:txBody>
      </p:sp>
      <p:sp>
        <p:nvSpPr>
          <p:cNvPr id="17" name="Arrow: Left-Right-Up 16">
            <a:extLst>
              <a:ext uri="{FF2B5EF4-FFF2-40B4-BE49-F238E27FC236}">
                <a16:creationId xmlns:a16="http://schemas.microsoft.com/office/drawing/2014/main" id="{6A491FA2-1E55-BA19-9C7E-C1A6A6DFD208}"/>
              </a:ext>
            </a:extLst>
          </p:cNvPr>
          <p:cNvSpPr/>
          <p:nvPr/>
        </p:nvSpPr>
        <p:spPr>
          <a:xfrm rot="10800000">
            <a:off x="3851824" y="3640603"/>
            <a:ext cx="891109" cy="552203"/>
          </a:xfrm>
          <a:prstGeom prst="leftRightUpArrow">
            <a:avLst>
              <a:gd name="adj1" fmla="val 14656"/>
              <a:gd name="adj2" fmla="val 18103"/>
              <a:gd name="adj3" fmla="val 25862"/>
            </a:avLst>
          </a:prstGeom>
          <a:solidFill>
            <a:srgbClr val="323E48"/>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18" name="TextBox 17">
            <a:extLst>
              <a:ext uri="{FF2B5EF4-FFF2-40B4-BE49-F238E27FC236}">
                <a16:creationId xmlns:a16="http://schemas.microsoft.com/office/drawing/2014/main" id="{13A54490-6EB3-7851-FD31-9348DEE5719B}"/>
              </a:ext>
            </a:extLst>
          </p:cNvPr>
          <p:cNvSpPr txBox="1"/>
          <p:nvPr/>
        </p:nvSpPr>
        <p:spPr>
          <a:xfrm>
            <a:off x="3369428" y="5843624"/>
            <a:ext cx="1670233" cy="677108"/>
          </a:xfrm>
          <a:prstGeom prst="rect">
            <a:avLst/>
          </a:prstGeom>
          <a:noFill/>
        </p:spPr>
        <p:txBody>
          <a:bodyPr wrap="square">
            <a:spAutoFit/>
          </a:bodyPr>
          <a:lstStyle/>
          <a:p>
            <a:pPr algn="ctr" defTabSz="1088481"/>
            <a:r>
              <a:rPr lang="en-US" sz="2200" b="1">
                <a:solidFill>
                  <a:prstClr val="black"/>
                </a:solidFill>
                <a:latin typeface="Tahoma"/>
              </a:rPr>
              <a:t>2,064 </a:t>
            </a:r>
          </a:p>
          <a:p>
            <a:pPr algn="ctr" defTabSz="1088481"/>
            <a:r>
              <a:rPr lang="en-US" sz="1600">
                <a:solidFill>
                  <a:prstClr val="black"/>
                </a:solidFill>
                <a:latin typeface="Tahoma"/>
              </a:rPr>
              <a:t>skipped</a:t>
            </a:r>
            <a:endParaRPr lang="en-US" sz="2200">
              <a:solidFill>
                <a:prstClr val="black"/>
              </a:solidFill>
              <a:latin typeface="Tahoma"/>
            </a:endParaRPr>
          </a:p>
        </p:txBody>
      </p:sp>
      <p:sp>
        <p:nvSpPr>
          <p:cNvPr id="21" name="Rectangle: Rounded Corners 20">
            <a:extLst>
              <a:ext uri="{FF2B5EF4-FFF2-40B4-BE49-F238E27FC236}">
                <a16:creationId xmlns:a16="http://schemas.microsoft.com/office/drawing/2014/main" id="{7E72AD0C-7AF3-BD11-E21C-4601F877ADCF}"/>
              </a:ext>
            </a:extLst>
          </p:cNvPr>
          <p:cNvSpPr/>
          <p:nvPr/>
        </p:nvSpPr>
        <p:spPr>
          <a:xfrm>
            <a:off x="8688598" y="2613624"/>
            <a:ext cx="1185480" cy="457200"/>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r>
              <a:rPr lang="en-US" sz="1400" b="1">
                <a:solidFill>
                  <a:prstClr val="black"/>
                </a:solidFill>
                <a:latin typeface="Calibri"/>
              </a:rPr>
              <a:t>Fix</a:t>
            </a:r>
            <a:endParaRPr lang="en-AU" sz="1400" b="1">
              <a:solidFill>
                <a:prstClr val="black"/>
              </a:solidFill>
              <a:latin typeface="Calibri"/>
            </a:endParaRPr>
          </a:p>
        </p:txBody>
      </p:sp>
      <p:sp>
        <p:nvSpPr>
          <p:cNvPr id="26" name="Oval 25">
            <a:extLst>
              <a:ext uri="{FF2B5EF4-FFF2-40B4-BE49-F238E27FC236}">
                <a16:creationId xmlns:a16="http://schemas.microsoft.com/office/drawing/2014/main" id="{0E8AF318-63E2-4346-AD6F-F80605140536}"/>
              </a:ext>
            </a:extLst>
          </p:cNvPr>
          <p:cNvSpPr/>
          <p:nvPr/>
        </p:nvSpPr>
        <p:spPr>
          <a:xfrm>
            <a:off x="6913676" y="3339225"/>
            <a:ext cx="1233387" cy="1233387"/>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endParaRPr lang="en-AU" sz="2192">
              <a:solidFill>
                <a:prstClr val="black"/>
              </a:solidFill>
              <a:latin typeface="Calibri"/>
            </a:endParaRPr>
          </a:p>
        </p:txBody>
      </p:sp>
      <p:sp>
        <p:nvSpPr>
          <p:cNvPr id="63" name="TextBox 62">
            <a:extLst>
              <a:ext uri="{FF2B5EF4-FFF2-40B4-BE49-F238E27FC236}">
                <a16:creationId xmlns:a16="http://schemas.microsoft.com/office/drawing/2014/main" id="{A3DF41FC-FD8C-3EAB-3999-DF8327BF1D0D}"/>
              </a:ext>
            </a:extLst>
          </p:cNvPr>
          <p:cNvSpPr txBox="1"/>
          <p:nvPr/>
        </p:nvSpPr>
        <p:spPr>
          <a:xfrm>
            <a:off x="6962821" y="3517337"/>
            <a:ext cx="1109787" cy="861774"/>
          </a:xfrm>
          <a:prstGeom prst="rect">
            <a:avLst/>
          </a:prstGeom>
          <a:noFill/>
        </p:spPr>
        <p:txBody>
          <a:bodyPr wrap="square">
            <a:spAutoFit/>
          </a:bodyPr>
          <a:lstStyle/>
          <a:p>
            <a:pPr algn="ctr" defTabSz="1088481"/>
            <a:r>
              <a:rPr lang="en-US" sz="2200" b="1" dirty="0">
                <a:solidFill>
                  <a:prstClr val="black"/>
                </a:solidFill>
                <a:latin typeface="Tahoma"/>
              </a:rPr>
              <a:t>439</a:t>
            </a:r>
          </a:p>
          <a:p>
            <a:pPr algn="ctr" defTabSz="1088481"/>
            <a:r>
              <a:rPr lang="en-US" sz="1400" dirty="0">
                <a:solidFill>
                  <a:prstClr val="black"/>
                </a:solidFill>
                <a:latin typeface="Tahoma"/>
              </a:rPr>
              <a:t>Fail on the first try</a:t>
            </a:r>
            <a:endParaRPr lang="en-US" sz="2000" dirty="0">
              <a:solidFill>
                <a:prstClr val="black"/>
              </a:solidFill>
              <a:latin typeface="Tahoma"/>
            </a:endParaRPr>
          </a:p>
        </p:txBody>
      </p:sp>
      <p:cxnSp>
        <p:nvCxnSpPr>
          <p:cNvPr id="74" name="Straight Arrow Connector 73">
            <a:extLst>
              <a:ext uri="{FF2B5EF4-FFF2-40B4-BE49-F238E27FC236}">
                <a16:creationId xmlns:a16="http://schemas.microsoft.com/office/drawing/2014/main" id="{05EC6219-3DA1-0BF5-472F-0F35434268A2}"/>
              </a:ext>
            </a:extLst>
          </p:cNvPr>
          <p:cNvCxnSpPr>
            <a:cxnSpLocks/>
            <a:stCxn id="19" idx="3"/>
            <a:endCxn id="21" idx="1"/>
          </p:cNvCxnSpPr>
          <p:nvPr/>
        </p:nvCxnSpPr>
        <p:spPr>
          <a:xfrm flipV="1">
            <a:off x="8168682" y="2842224"/>
            <a:ext cx="519917" cy="2327"/>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3" name="Rectangle: Rounded Corners 82">
            <a:extLst>
              <a:ext uri="{FF2B5EF4-FFF2-40B4-BE49-F238E27FC236}">
                <a16:creationId xmlns:a16="http://schemas.microsoft.com/office/drawing/2014/main" id="{29DADE5A-164E-C820-B27D-A9B7191FC2E9}"/>
              </a:ext>
            </a:extLst>
          </p:cNvPr>
          <p:cNvSpPr/>
          <p:nvPr/>
        </p:nvSpPr>
        <p:spPr>
          <a:xfrm>
            <a:off x="10277162" y="2606367"/>
            <a:ext cx="1185480" cy="457200"/>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88481"/>
            <a:r>
              <a:rPr lang="en-US" sz="1400" b="1">
                <a:solidFill>
                  <a:srgbClr val="323E48"/>
                </a:solidFill>
                <a:latin typeface="Calibri"/>
              </a:rPr>
              <a:t>Run the tests</a:t>
            </a:r>
            <a:endParaRPr lang="en-US" sz="1400">
              <a:solidFill>
                <a:srgbClr val="323E48"/>
              </a:solidFill>
              <a:latin typeface="Calibri"/>
            </a:endParaRPr>
          </a:p>
        </p:txBody>
      </p:sp>
      <p:cxnSp>
        <p:nvCxnSpPr>
          <p:cNvPr id="85" name="Straight Arrow Connector 84">
            <a:extLst>
              <a:ext uri="{FF2B5EF4-FFF2-40B4-BE49-F238E27FC236}">
                <a16:creationId xmlns:a16="http://schemas.microsoft.com/office/drawing/2014/main" id="{E8D66CB3-1140-3685-AF35-258CB79FECC9}"/>
              </a:ext>
            </a:extLst>
          </p:cNvPr>
          <p:cNvCxnSpPr>
            <a:cxnSpLocks/>
            <a:stCxn id="21" idx="3"/>
            <a:endCxn id="83" idx="1"/>
          </p:cNvCxnSpPr>
          <p:nvPr/>
        </p:nvCxnSpPr>
        <p:spPr>
          <a:xfrm flipV="1">
            <a:off x="9874078" y="2834967"/>
            <a:ext cx="403084" cy="7257"/>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E4C40AA8-3D5D-0BE4-3ECB-45BE0603A91D}"/>
              </a:ext>
            </a:extLst>
          </p:cNvPr>
          <p:cNvCxnSpPr>
            <a:cxnSpLocks/>
            <a:stCxn id="51" idx="3"/>
            <a:endCxn id="19" idx="1"/>
          </p:cNvCxnSpPr>
          <p:nvPr/>
        </p:nvCxnSpPr>
        <p:spPr>
          <a:xfrm flipV="1">
            <a:off x="6625218" y="2844551"/>
            <a:ext cx="357984" cy="7695"/>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52FD4850-EF61-886C-CFD2-48BC416824B6}"/>
              </a:ext>
            </a:extLst>
          </p:cNvPr>
          <p:cNvSpPr/>
          <p:nvPr/>
        </p:nvSpPr>
        <p:spPr>
          <a:xfrm>
            <a:off x="5780690" y="0"/>
            <a:ext cx="694277" cy="2777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dirty="0">
              <a:solidFill>
                <a:schemeClr val="tx1"/>
              </a:solidFill>
            </a:endParaRPr>
          </a:p>
        </p:txBody>
      </p:sp>
      <p:sp>
        <p:nvSpPr>
          <p:cNvPr id="5" name="Rectangle 4">
            <a:extLst>
              <a:ext uri="{FF2B5EF4-FFF2-40B4-BE49-F238E27FC236}">
                <a16:creationId xmlns:a16="http://schemas.microsoft.com/office/drawing/2014/main" id="{BB201000-4222-D9A2-5D10-132C932AD04C}"/>
              </a:ext>
            </a:extLst>
          </p:cNvPr>
          <p:cNvSpPr/>
          <p:nvPr/>
        </p:nvSpPr>
        <p:spPr>
          <a:xfrm>
            <a:off x="5748861" y="6580781"/>
            <a:ext cx="694277" cy="2777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dirty="0">
              <a:solidFill>
                <a:schemeClr val="tx1"/>
              </a:solidFill>
            </a:endParaRPr>
          </a:p>
        </p:txBody>
      </p:sp>
      <p:sp>
        <p:nvSpPr>
          <p:cNvPr id="6" name="Rectangle 5">
            <a:extLst>
              <a:ext uri="{FF2B5EF4-FFF2-40B4-BE49-F238E27FC236}">
                <a16:creationId xmlns:a16="http://schemas.microsoft.com/office/drawing/2014/main" id="{CA02975C-A766-1890-C2D9-D30CE0F33C49}"/>
              </a:ext>
            </a:extLst>
          </p:cNvPr>
          <p:cNvSpPr/>
          <p:nvPr/>
        </p:nvSpPr>
        <p:spPr>
          <a:xfrm>
            <a:off x="560679" y="6253655"/>
            <a:ext cx="1530880" cy="3978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dirty="0">
              <a:solidFill>
                <a:schemeClr val="tx1"/>
              </a:solidFill>
            </a:endParaRPr>
          </a:p>
        </p:txBody>
      </p:sp>
    </p:spTree>
    <p:extLst>
      <p:ext uri="{BB962C8B-B14F-4D97-AF65-F5344CB8AC3E}">
        <p14:creationId xmlns:p14="http://schemas.microsoft.com/office/powerpoint/2010/main" val="1657056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457200"/>
            <a:ext cx="8229600" cy="256032"/>
          </a:xfrm>
          <a:prstGeom prst="rect">
            <a:avLst/>
          </a:prstGeom>
          <a:noFill/>
          <a:ln/>
        </p:spPr>
        <p:txBody>
          <a:bodyPr wrap="square" lIns="0" tIns="0" rIns="0" bIns="0" rtlCol="0" anchor="ctr"/>
          <a:lstStyle/>
          <a:p>
            <a:pPr marL="0" indent="0">
              <a:buNone/>
            </a:pPr>
            <a:r>
              <a:rPr lang="en-US" sz="1200" b="1" kern="0" spc="240" dirty="0">
                <a:solidFill>
                  <a:srgbClr val="E9A13B"/>
                </a:solidFill>
                <a:latin typeface="Calibri" pitchFamily="34" charset="0"/>
                <a:ea typeface="Calibri" pitchFamily="34" charset="-122"/>
                <a:cs typeface="Calibri" pitchFamily="34" charset="-120"/>
              </a:rPr>
              <a:t>WHERE IT BROKE</a:t>
            </a:r>
            <a:endParaRPr lang="en-US" sz="1200" dirty="0"/>
          </a:p>
        </p:txBody>
      </p:sp>
      <p:sp>
        <p:nvSpPr>
          <p:cNvPr id="3" name="Text 1"/>
          <p:cNvSpPr/>
          <p:nvPr/>
        </p:nvSpPr>
        <p:spPr>
          <a:xfrm>
            <a:off x="685800" y="777240"/>
            <a:ext cx="10607040" cy="685800"/>
          </a:xfrm>
          <a:prstGeom prst="rect">
            <a:avLst/>
          </a:prstGeom>
          <a:noFill/>
          <a:ln/>
        </p:spPr>
        <p:txBody>
          <a:bodyPr wrap="square" lIns="0" tIns="0" rIns="0" bIns="0" rtlCol="0" anchor="t"/>
          <a:lstStyle/>
          <a:p>
            <a:pPr marL="0" indent="0">
              <a:lnSpc>
                <a:spcPts val="3800"/>
              </a:lnSpc>
              <a:buNone/>
            </a:pPr>
            <a:r>
              <a:rPr lang="en-US" sz="3400" b="1" dirty="0">
                <a:solidFill>
                  <a:schemeClr val="accent1"/>
                </a:solidFill>
                <a:latin typeface="Cambria" pitchFamily="34" charset="0"/>
                <a:ea typeface="Cambria" pitchFamily="34" charset="-122"/>
                <a:cs typeface="Cambria" pitchFamily="34" charset="-120"/>
              </a:rPr>
              <a:t>Scaling the rulebook surfaced fundamental issues</a:t>
            </a:r>
            <a:endParaRPr lang="en-US" sz="3400" dirty="0">
              <a:solidFill>
                <a:schemeClr val="accent1"/>
              </a:solidFill>
            </a:endParaRPr>
          </a:p>
        </p:txBody>
      </p:sp>
      <p:grpSp>
        <p:nvGrpSpPr>
          <p:cNvPr id="40" name="Group 39">
            <a:extLst>
              <a:ext uri="{FF2B5EF4-FFF2-40B4-BE49-F238E27FC236}">
                <a16:creationId xmlns:a16="http://schemas.microsoft.com/office/drawing/2014/main" id="{16456A85-1D20-A0DB-1EA7-995AD466393D}"/>
              </a:ext>
            </a:extLst>
          </p:cNvPr>
          <p:cNvGrpSpPr/>
          <p:nvPr/>
        </p:nvGrpSpPr>
        <p:grpSpPr>
          <a:xfrm>
            <a:off x="35282" y="1632923"/>
            <a:ext cx="5029200" cy="2164781"/>
            <a:chOff x="-639632" y="1632923"/>
            <a:chExt cx="5029200" cy="2164781"/>
          </a:xfrm>
        </p:grpSpPr>
        <p:pic>
          <p:nvPicPr>
            <p:cNvPr id="13" name="Picture 12">
              <a:extLst>
                <a:ext uri="{FF2B5EF4-FFF2-40B4-BE49-F238E27FC236}">
                  <a16:creationId xmlns:a16="http://schemas.microsoft.com/office/drawing/2014/main" id="{7C9B0F17-1814-8026-036F-334365AB1E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012" y="1693135"/>
              <a:ext cx="2092627" cy="2092627"/>
            </a:xfrm>
            <a:prstGeom prst="rect">
              <a:avLst/>
            </a:prstGeom>
          </p:spPr>
        </p:pic>
        <p:sp>
          <p:nvSpPr>
            <p:cNvPr id="4" name="Text 2"/>
            <p:cNvSpPr/>
            <p:nvPr/>
          </p:nvSpPr>
          <p:spPr>
            <a:xfrm>
              <a:off x="-639632" y="1632923"/>
              <a:ext cx="5029200" cy="320040"/>
            </a:xfrm>
            <a:prstGeom prst="rect">
              <a:avLst/>
            </a:prstGeom>
            <a:noFill/>
            <a:ln/>
          </p:spPr>
          <p:txBody>
            <a:bodyPr wrap="square" lIns="0" tIns="0" rIns="0" bIns="0" rtlCol="0" anchor="ctr"/>
            <a:lstStyle/>
            <a:p>
              <a:pPr marL="0" indent="0" algn="ctr">
                <a:buNone/>
              </a:pPr>
              <a:r>
                <a:rPr lang="en-US" sz="2000" b="1" kern="0" spc="150" dirty="0">
                  <a:solidFill>
                    <a:srgbClr val="C7522F"/>
                  </a:solidFill>
                  <a:latin typeface="Calibri" pitchFamily="34" charset="0"/>
                  <a:ea typeface="Calibri" pitchFamily="34" charset="-122"/>
                  <a:cs typeface="Calibri" pitchFamily="34" charset="-120"/>
                </a:rPr>
                <a:t>What we built</a:t>
              </a:r>
              <a:endParaRPr lang="en-US" sz="2000" dirty="0"/>
            </a:p>
          </p:txBody>
        </p:sp>
        <p:sp>
          <p:nvSpPr>
            <p:cNvPr id="6" name="Text 3"/>
            <p:cNvSpPr/>
            <p:nvPr/>
          </p:nvSpPr>
          <p:spPr>
            <a:xfrm>
              <a:off x="222294" y="3477664"/>
              <a:ext cx="3528925" cy="320040"/>
            </a:xfrm>
            <a:prstGeom prst="rect">
              <a:avLst/>
            </a:prstGeom>
            <a:noFill/>
            <a:ln/>
          </p:spPr>
          <p:txBody>
            <a:bodyPr wrap="square" lIns="0" tIns="0" rIns="0" bIns="0" rtlCol="0" anchor="t"/>
            <a:lstStyle/>
            <a:p>
              <a:pPr marL="0" indent="0">
                <a:buNone/>
              </a:pPr>
              <a:r>
                <a:rPr lang="en-US" sz="1100" i="1" dirty="0">
                  <a:solidFill>
                    <a:schemeClr val="accent1"/>
                  </a:solidFill>
                  <a:latin typeface="Calibri" pitchFamily="34" charset="0"/>
                  <a:ea typeface="Calibri" pitchFamily="34" charset="-122"/>
                  <a:cs typeface="Calibri" pitchFamily="34" charset="-120"/>
                </a:rPr>
                <a:t>Every rule fired at every sentence, with no idea whether it was reading a heading, a legal disclaimer, a table cell or a link.</a:t>
              </a:r>
              <a:endParaRPr lang="en-US" sz="1100" i="1" dirty="0">
                <a:solidFill>
                  <a:schemeClr val="accent1"/>
                </a:solidFill>
              </a:endParaRPr>
            </a:p>
          </p:txBody>
        </p:sp>
      </p:grpSp>
      <p:grpSp>
        <p:nvGrpSpPr>
          <p:cNvPr id="39" name="Group 38">
            <a:extLst>
              <a:ext uri="{FF2B5EF4-FFF2-40B4-BE49-F238E27FC236}">
                <a16:creationId xmlns:a16="http://schemas.microsoft.com/office/drawing/2014/main" id="{B494687C-3E3B-439B-4B4E-D6F513A63DD6}"/>
              </a:ext>
            </a:extLst>
          </p:cNvPr>
          <p:cNvGrpSpPr/>
          <p:nvPr/>
        </p:nvGrpSpPr>
        <p:grpSpPr>
          <a:xfrm>
            <a:off x="5892800" y="2171182"/>
            <a:ext cx="7730718" cy="3694415"/>
            <a:chOff x="5041393" y="2061972"/>
            <a:chExt cx="6568135" cy="3138831"/>
          </a:xfrm>
        </p:grpSpPr>
        <p:sp>
          <p:nvSpPr>
            <p:cNvPr id="16" name="Shape 9">
              <a:extLst>
                <a:ext uri="{FF2B5EF4-FFF2-40B4-BE49-F238E27FC236}">
                  <a16:creationId xmlns:a16="http://schemas.microsoft.com/office/drawing/2014/main" id="{38226168-1756-5344-C7AB-D1127D4275C7}"/>
                </a:ext>
              </a:extLst>
            </p:cNvPr>
            <p:cNvSpPr/>
            <p:nvPr/>
          </p:nvSpPr>
          <p:spPr>
            <a:xfrm>
              <a:off x="5041393" y="2098548"/>
              <a:ext cx="548640" cy="548640"/>
            </a:xfrm>
            <a:prstGeom prst="ellipse">
              <a:avLst/>
            </a:prstGeom>
            <a:solidFill>
              <a:srgbClr val="E1604A"/>
            </a:solidFill>
            <a:ln/>
          </p:spPr>
          <p:txBody>
            <a:bodyPr/>
            <a:lstStyle/>
            <a:p>
              <a:endParaRPr lang="en-AU" sz="2400"/>
            </a:p>
          </p:txBody>
        </p:sp>
        <p:pic>
          <p:nvPicPr>
            <p:cNvPr id="18" name="Image 0" descr="preencoded.png">
              <a:extLst>
                <a:ext uri="{FF2B5EF4-FFF2-40B4-BE49-F238E27FC236}">
                  <a16:creationId xmlns:a16="http://schemas.microsoft.com/office/drawing/2014/main" id="{E2826DB4-9861-27E0-21B7-E25BB3B3FBAA}"/>
                </a:ext>
              </a:extLst>
            </p:cNvPr>
            <p:cNvPicPr>
              <a:picLocks noChangeAspect="1"/>
            </p:cNvPicPr>
            <p:nvPr/>
          </p:nvPicPr>
          <p:blipFill>
            <a:blip r:embed="rId4"/>
            <a:stretch>
              <a:fillRect/>
            </a:stretch>
          </p:blipFill>
          <p:spPr>
            <a:xfrm>
              <a:off x="5200499" y="2257654"/>
              <a:ext cx="230429" cy="230429"/>
            </a:xfrm>
            <a:prstGeom prst="rect">
              <a:avLst/>
            </a:prstGeom>
          </p:spPr>
        </p:pic>
        <p:sp>
          <p:nvSpPr>
            <p:cNvPr id="20" name="Text 10">
              <a:extLst>
                <a:ext uri="{FF2B5EF4-FFF2-40B4-BE49-F238E27FC236}">
                  <a16:creationId xmlns:a16="http://schemas.microsoft.com/office/drawing/2014/main" id="{7986CEF4-387E-6436-E20F-17F7182667AD}"/>
                </a:ext>
              </a:extLst>
            </p:cNvPr>
            <p:cNvSpPr/>
            <p:nvPr/>
          </p:nvSpPr>
          <p:spPr>
            <a:xfrm>
              <a:off x="5791201" y="2061972"/>
              <a:ext cx="5818327" cy="32004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It runs every rule, everywhere</a:t>
              </a:r>
              <a:endParaRPr lang="en-US" sz="2000" dirty="0"/>
            </a:p>
          </p:txBody>
        </p:sp>
        <p:sp>
          <p:nvSpPr>
            <p:cNvPr id="22" name="Text 11">
              <a:extLst>
                <a:ext uri="{FF2B5EF4-FFF2-40B4-BE49-F238E27FC236}">
                  <a16:creationId xmlns:a16="http://schemas.microsoft.com/office/drawing/2014/main" id="{C5796325-DEB1-0AE5-24A7-861B5EA09A90}"/>
                </a:ext>
              </a:extLst>
            </p:cNvPr>
            <p:cNvSpPr/>
            <p:nvPr/>
          </p:nvSpPr>
          <p:spPr>
            <a:xfrm>
              <a:off x="5791201" y="2409444"/>
              <a:ext cx="3461280" cy="320040"/>
            </a:xfrm>
            <a:prstGeom prst="rect">
              <a:avLst/>
            </a:prstGeom>
            <a:noFill/>
            <a:ln/>
          </p:spPr>
          <p:txBody>
            <a:bodyPr wrap="square" lIns="0" tIns="0" rIns="0" bIns="0" rtlCol="0" anchor="ctr"/>
            <a:lstStyle/>
            <a:p>
              <a:pPr marL="0" indent="0">
                <a:lnSpc>
                  <a:spcPct val="105000"/>
                </a:lnSpc>
                <a:buNone/>
              </a:pPr>
              <a:r>
                <a:rPr lang="en-US" sz="1600" dirty="0">
                  <a:solidFill>
                    <a:srgbClr val="3A4358"/>
                  </a:solidFill>
                  <a:latin typeface="Calibri" pitchFamily="34" charset="0"/>
                  <a:ea typeface="Calibri" pitchFamily="34" charset="-122"/>
                  <a:cs typeface="Calibri" pitchFamily="34" charset="-120"/>
                </a:rPr>
                <a:t>No sense of which checks are even relevant to the sentence in front of it.</a:t>
              </a:r>
              <a:endParaRPr lang="en-US" sz="1600" dirty="0"/>
            </a:p>
          </p:txBody>
        </p:sp>
        <p:sp>
          <p:nvSpPr>
            <p:cNvPr id="24" name="Shape 12">
              <a:extLst>
                <a:ext uri="{FF2B5EF4-FFF2-40B4-BE49-F238E27FC236}">
                  <a16:creationId xmlns:a16="http://schemas.microsoft.com/office/drawing/2014/main" id="{2627CA73-88D1-6D38-972E-D0B37E0F1265}"/>
                </a:ext>
              </a:extLst>
            </p:cNvPr>
            <p:cNvSpPr/>
            <p:nvPr/>
          </p:nvSpPr>
          <p:spPr>
            <a:xfrm>
              <a:off x="5041393" y="3150108"/>
              <a:ext cx="548640" cy="548640"/>
            </a:xfrm>
            <a:prstGeom prst="ellipse">
              <a:avLst/>
            </a:prstGeom>
            <a:solidFill>
              <a:srgbClr val="E1604A"/>
            </a:solidFill>
            <a:ln/>
          </p:spPr>
          <p:txBody>
            <a:bodyPr/>
            <a:lstStyle/>
            <a:p>
              <a:endParaRPr lang="en-AU" sz="2400"/>
            </a:p>
          </p:txBody>
        </p:sp>
        <p:pic>
          <p:nvPicPr>
            <p:cNvPr id="26" name="Image 1" descr="preencoded.png">
              <a:extLst>
                <a:ext uri="{FF2B5EF4-FFF2-40B4-BE49-F238E27FC236}">
                  <a16:creationId xmlns:a16="http://schemas.microsoft.com/office/drawing/2014/main" id="{063F9F76-2C6E-61B1-1E61-AAB7AC2A0B26}"/>
                </a:ext>
              </a:extLst>
            </p:cNvPr>
            <p:cNvPicPr>
              <a:picLocks noChangeAspect="1"/>
            </p:cNvPicPr>
            <p:nvPr/>
          </p:nvPicPr>
          <p:blipFill>
            <a:blip r:embed="rId5"/>
            <a:stretch>
              <a:fillRect/>
            </a:stretch>
          </p:blipFill>
          <p:spPr>
            <a:xfrm>
              <a:off x="5200499" y="3309214"/>
              <a:ext cx="230429" cy="230429"/>
            </a:xfrm>
            <a:prstGeom prst="rect">
              <a:avLst/>
            </a:prstGeom>
          </p:spPr>
        </p:pic>
        <p:sp>
          <p:nvSpPr>
            <p:cNvPr id="28" name="Text 13">
              <a:extLst>
                <a:ext uri="{FF2B5EF4-FFF2-40B4-BE49-F238E27FC236}">
                  <a16:creationId xmlns:a16="http://schemas.microsoft.com/office/drawing/2014/main" id="{C81EE89C-D68C-6F66-2948-76D7E6F2F669}"/>
                </a:ext>
              </a:extLst>
            </p:cNvPr>
            <p:cNvSpPr/>
            <p:nvPr/>
          </p:nvSpPr>
          <p:spPr>
            <a:xfrm>
              <a:off x="5791201" y="3113532"/>
              <a:ext cx="5818327" cy="32004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It has no context</a:t>
              </a:r>
              <a:endParaRPr lang="en-US" sz="2000" dirty="0"/>
            </a:p>
          </p:txBody>
        </p:sp>
        <p:sp>
          <p:nvSpPr>
            <p:cNvPr id="30" name="Text 14">
              <a:extLst>
                <a:ext uri="{FF2B5EF4-FFF2-40B4-BE49-F238E27FC236}">
                  <a16:creationId xmlns:a16="http://schemas.microsoft.com/office/drawing/2014/main" id="{A319267F-95D0-CBAA-2BA1-FECB690A202B}"/>
                </a:ext>
              </a:extLst>
            </p:cNvPr>
            <p:cNvSpPr/>
            <p:nvPr/>
          </p:nvSpPr>
          <p:spPr>
            <a:xfrm>
              <a:off x="5791201" y="3461004"/>
              <a:ext cx="3755962" cy="320040"/>
            </a:xfrm>
            <a:prstGeom prst="rect">
              <a:avLst/>
            </a:prstGeom>
            <a:noFill/>
            <a:ln/>
          </p:spPr>
          <p:txBody>
            <a:bodyPr wrap="square" lIns="0" tIns="0" rIns="0" bIns="0" rtlCol="0" anchor="ctr"/>
            <a:lstStyle/>
            <a:p>
              <a:pPr marL="0" indent="0">
                <a:lnSpc>
                  <a:spcPct val="105000"/>
                </a:lnSpc>
                <a:buNone/>
              </a:pPr>
              <a:r>
                <a:rPr lang="en-US" sz="1600" dirty="0">
                  <a:solidFill>
                    <a:srgbClr val="3A4358"/>
                  </a:solidFill>
                  <a:latin typeface="Calibri" pitchFamily="34" charset="0"/>
                  <a:ea typeface="Calibri" pitchFamily="34" charset="-122"/>
                  <a:cs typeface="Calibri" pitchFamily="34" charset="-120"/>
                </a:rPr>
                <a:t>A quick note and a formal letter get judged by exactly the same rules.</a:t>
              </a:r>
              <a:endParaRPr lang="en-US" sz="1600" dirty="0"/>
            </a:p>
          </p:txBody>
        </p:sp>
        <p:sp>
          <p:nvSpPr>
            <p:cNvPr id="32" name="Shape 15">
              <a:extLst>
                <a:ext uri="{FF2B5EF4-FFF2-40B4-BE49-F238E27FC236}">
                  <a16:creationId xmlns:a16="http://schemas.microsoft.com/office/drawing/2014/main" id="{8FC1E741-AC8D-8D63-DE62-378C1BD80FE5}"/>
                </a:ext>
              </a:extLst>
            </p:cNvPr>
            <p:cNvSpPr/>
            <p:nvPr/>
          </p:nvSpPr>
          <p:spPr>
            <a:xfrm>
              <a:off x="5041393" y="4201668"/>
              <a:ext cx="548640" cy="548640"/>
            </a:xfrm>
            <a:prstGeom prst="ellipse">
              <a:avLst/>
            </a:prstGeom>
            <a:solidFill>
              <a:srgbClr val="E1604A"/>
            </a:solidFill>
            <a:ln/>
          </p:spPr>
          <p:txBody>
            <a:bodyPr/>
            <a:lstStyle/>
            <a:p>
              <a:endParaRPr lang="en-AU" sz="2400"/>
            </a:p>
          </p:txBody>
        </p:sp>
        <p:pic>
          <p:nvPicPr>
            <p:cNvPr id="34" name="Image 2" descr="preencoded.png">
              <a:extLst>
                <a:ext uri="{FF2B5EF4-FFF2-40B4-BE49-F238E27FC236}">
                  <a16:creationId xmlns:a16="http://schemas.microsoft.com/office/drawing/2014/main" id="{16D64EFF-5F82-264F-0F6A-EDED921E689A}"/>
                </a:ext>
              </a:extLst>
            </p:cNvPr>
            <p:cNvPicPr>
              <a:picLocks noChangeAspect="1"/>
            </p:cNvPicPr>
            <p:nvPr/>
          </p:nvPicPr>
          <p:blipFill>
            <a:blip r:embed="rId6"/>
            <a:stretch>
              <a:fillRect/>
            </a:stretch>
          </p:blipFill>
          <p:spPr>
            <a:xfrm>
              <a:off x="5200499" y="4360774"/>
              <a:ext cx="230429" cy="230429"/>
            </a:xfrm>
            <a:prstGeom prst="rect">
              <a:avLst/>
            </a:prstGeom>
          </p:spPr>
        </p:pic>
        <p:sp>
          <p:nvSpPr>
            <p:cNvPr id="36" name="Text 16">
              <a:extLst>
                <a:ext uri="{FF2B5EF4-FFF2-40B4-BE49-F238E27FC236}">
                  <a16:creationId xmlns:a16="http://schemas.microsoft.com/office/drawing/2014/main" id="{67CE503E-E885-22ED-8C12-CC9FA134BD4B}"/>
                </a:ext>
              </a:extLst>
            </p:cNvPr>
            <p:cNvSpPr/>
            <p:nvPr/>
          </p:nvSpPr>
          <p:spPr>
            <a:xfrm>
              <a:off x="5791201" y="4165092"/>
              <a:ext cx="5818327" cy="32004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Many ‘rules’ are judgement calls</a:t>
              </a:r>
              <a:endParaRPr lang="en-US" sz="2000" dirty="0"/>
            </a:p>
          </p:txBody>
        </p:sp>
        <p:sp>
          <p:nvSpPr>
            <p:cNvPr id="38" name="Text 17">
              <a:extLst>
                <a:ext uri="{FF2B5EF4-FFF2-40B4-BE49-F238E27FC236}">
                  <a16:creationId xmlns:a16="http://schemas.microsoft.com/office/drawing/2014/main" id="{2C120839-B0AC-D3DE-5DE9-8D97423F2F23}"/>
                </a:ext>
              </a:extLst>
            </p:cNvPr>
            <p:cNvSpPr/>
            <p:nvPr/>
          </p:nvSpPr>
          <p:spPr>
            <a:xfrm>
              <a:off x="5791201" y="4613682"/>
              <a:ext cx="4115474" cy="587121"/>
            </a:xfrm>
            <a:prstGeom prst="rect">
              <a:avLst/>
            </a:prstGeom>
            <a:noFill/>
            <a:ln/>
          </p:spPr>
          <p:txBody>
            <a:bodyPr wrap="square" lIns="0" tIns="0" rIns="0" bIns="0" rtlCol="0" anchor="ctr"/>
            <a:lstStyle/>
            <a:p>
              <a:pPr marL="0" indent="0">
                <a:lnSpc>
                  <a:spcPct val="105000"/>
                </a:lnSpc>
                <a:buNone/>
              </a:pPr>
              <a:r>
                <a:rPr lang="en-US" sz="1600" dirty="0">
                  <a:solidFill>
                    <a:srgbClr val="3A4358"/>
                  </a:solidFill>
                  <a:latin typeface="Calibri" pitchFamily="34" charset="0"/>
                  <a:ea typeface="Calibri" pitchFamily="34" charset="-122"/>
                  <a:cs typeface="Calibri" pitchFamily="34" charset="-120"/>
                </a:rPr>
                <a:t>Tone and situational appropriateness aren't yes/no questions. Automating it is technically feasible but much more complex (and no longer just code).</a:t>
              </a:r>
              <a:endParaRPr lang="en-US" sz="1600" dirty="0"/>
            </a:p>
          </p:txBody>
        </p:sp>
      </p:grpSp>
      <p:grpSp>
        <p:nvGrpSpPr>
          <p:cNvPr id="41" name="Group 40">
            <a:extLst>
              <a:ext uri="{FF2B5EF4-FFF2-40B4-BE49-F238E27FC236}">
                <a16:creationId xmlns:a16="http://schemas.microsoft.com/office/drawing/2014/main" id="{65E6F86D-BA0F-F2B6-C317-F10072C257D2}"/>
              </a:ext>
            </a:extLst>
          </p:cNvPr>
          <p:cNvGrpSpPr/>
          <p:nvPr/>
        </p:nvGrpSpPr>
        <p:grpSpPr>
          <a:xfrm>
            <a:off x="-10438" y="4132690"/>
            <a:ext cx="5120640" cy="2692031"/>
            <a:chOff x="-685352" y="4132690"/>
            <a:chExt cx="5120640" cy="2692031"/>
          </a:xfrm>
        </p:grpSpPr>
        <p:pic>
          <p:nvPicPr>
            <p:cNvPr id="8" name="Image 1" descr="./media/image20.png"/>
            <p:cNvPicPr>
              <a:picLocks noChangeAspect="1"/>
            </p:cNvPicPr>
            <p:nvPr/>
          </p:nvPicPr>
          <p:blipFill>
            <a:blip r:embed="rId7"/>
            <a:stretch>
              <a:fillRect/>
            </a:stretch>
          </p:blipFill>
          <p:spPr>
            <a:xfrm>
              <a:off x="222294" y="4385631"/>
              <a:ext cx="3305348" cy="2000916"/>
            </a:xfrm>
            <a:prstGeom prst="rect">
              <a:avLst/>
            </a:prstGeom>
          </p:spPr>
        </p:pic>
        <p:sp>
          <p:nvSpPr>
            <p:cNvPr id="9" name="Text 5"/>
            <p:cNvSpPr/>
            <p:nvPr/>
          </p:nvSpPr>
          <p:spPr>
            <a:xfrm>
              <a:off x="222294" y="6198357"/>
              <a:ext cx="3383570" cy="626364"/>
            </a:xfrm>
            <a:prstGeom prst="rect">
              <a:avLst/>
            </a:prstGeom>
            <a:noFill/>
            <a:ln/>
          </p:spPr>
          <p:txBody>
            <a:bodyPr wrap="square" lIns="0" tIns="0" rIns="0" bIns="0" rtlCol="0" anchor="t"/>
            <a:lstStyle/>
            <a:p>
              <a:pPr marL="0" indent="0" algn="l">
                <a:buNone/>
              </a:pPr>
              <a:r>
                <a:rPr lang="en-US" sz="1100" i="1" dirty="0">
                  <a:solidFill>
                    <a:schemeClr val="accent1"/>
                  </a:solidFill>
                  <a:latin typeface="Calibri" pitchFamily="34" charset="0"/>
                  <a:ea typeface="Calibri" pitchFamily="34" charset="-122"/>
                  <a:cs typeface="Calibri" pitchFamily="34" charset="-120"/>
                </a:rPr>
                <a:t>Parse the document's structure first, route each element to the rules that actually apply to it, and only then judge.</a:t>
              </a:r>
              <a:endParaRPr lang="en-US" sz="1100" i="1" dirty="0">
                <a:solidFill>
                  <a:schemeClr val="accent1"/>
                </a:solidFill>
              </a:endParaRPr>
            </a:p>
          </p:txBody>
        </p:sp>
        <p:sp>
          <p:nvSpPr>
            <p:cNvPr id="7" name="Text 4"/>
            <p:cNvSpPr/>
            <p:nvPr/>
          </p:nvSpPr>
          <p:spPr>
            <a:xfrm>
              <a:off x="-685352" y="4132690"/>
              <a:ext cx="5120640" cy="320040"/>
            </a:xfrm>
            <a:prstGeom prst="rect">
              <a:avLst/>
            </a:prstGeom>
            <a:noFill/>
            <a:ln/>
          </p:spPr>
          <p:txBody>
            <a:bodyPr wrap="square" lIns="0" tIns="0" rIns="0" bIns="0" rtlCol="0" anchor="ctr"/>
            <a:lstStyle/>
            <a:p>
              <a:pPr marL="0" indent="0" algn="ctr">
                <a:buNone/>
              </a:pPr>
              <a:r>
                <a:rPr lang="en-US" sz="2000" b="1" kern="0" spc="150" dirty="0">
                  <a:solidFill>
                    <a:srgbClr val="E9A13B"/>
                  </a:solidFill>
                  <a:latin typeface="Calibri" pitchFamily="34" charset="0"/>
                  <a:ea typeface="Calibri" pitchFamily="34" charset="-122"/>
                  <a:cs typeface="Calibri" pitchFamily="34" charset="-120"/>
                </a:rPr>
                <a:t>What we needed</a:t>
              </a:r>
              <a:endParaRPr lang="en-US" sz="200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011C8-5228-3FA2-3E9A-3FAEBCA37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11420F-3D61-911D-F301-997C61BA4953}"/>
              </a:ext>
            </a:extLst>
          </p:cNvPr>
          <p:cNvSpPr>
            <a:spLocks noGrp="1"/>
          </p:cNvSpPr>
          <p:nvPr>
            <p:ph type="title"/>
          </p:nvPr>
        </p:nvSpPr>
        <p:spPr>
          <a:xfrm>
            <a:off x="838200" y="200025"/>
            <a:ext cx="10515600" cy="1606550"/>
          </a:xfrm>
        </p:spPr>
        <p:txBody>
          <a:bodyPr>
            <a:normAutofit/>
          </a:bodyPr>
          <a:lstStyle/>
          <a:p>
            <a:r>
              <a:rPr lang="en-AU" b="1" dirty="0"/>
              <a:t>The process worked!</a:t>
            </a:r>
          </a:p>
        </p:txBody>
      </p:sp>
      <p:sp>
        <p:nvSpPr>
          <p:cNvPr id="4" name="Content Placeholder 3">
            <a:extLst>
              <a:ext uri="{FF2B5EF4-FFF2-40B4-BE49-F238E27FC236}">
                <a16:creationId xmlns:a16="http://schemas.microsoft.com/office/drawing/2014/main" id="{8965D737-488B-0A92-F16C-38746C3BBC02}"/>
              </a:ext>
            </a:extLst>
          </p:cNvPr>
          <p:cNvSpPr>
            <a:spLocks noGrp="1"/>
          </p:cNvSpPr>
          <p:nvPr>
            <p:ph idx="1"/>
          </p:nvPr>
        </p:nvSpPr>
        <p:spPr>
          <a:xfrm>
            <a:off x="838200" y="2141537"/>
            <a:ext cx="10236200" cy="4351338"/>
          </a:xfrm>
        </p:spPr>
        <p:txBody>
          <a:bodyPr>
            <a:normAutofit fontScale="92500" lnSpcReduction="10000"/>
          </a:bodyPr>
          <a:lstStyle/>
          <a:p>
            <a:pPr defTabSz="1088481"/>
            <a:r>
              <a:rPr lang="en-AU" dirty="0">
                <a:latin typeface="Calibri"/>
              </a:rPr>
              <a:t>It can be done but it’s a lot more complex to build than initially anticipated.</a:t>
            </a:r>
          </a:p>
          <a:p>
            <a:pPr defTabSz="1088481"/>
            <a:r>
              <a:rPr lang="en-AU" dirty="0">
                <a:latin typeface="Calibri"/>
              </a:rPr>
              <a:t>We’ve got a 53-page construction manual for a V2</a:t>
            </a:r>
          </a:p>
          <a:p>
            <a:pPr defTabSz="1088481"/>
            <a:r>
              <a:rPr lang="en-AU" dirty="0">
                <a:latin typeface="Calibri"/>
              </a:rPr>
              <a:t>Some rules simply can’t be codified</a:t>
            </a:r>
          </a:p>
          <a:p>
            <a:pPr marL="0" indent="0" defTabSz="1088481">
              <a:buNone/>
            </a:pPr>
            <a:endParaRPr lang="en-AU" dirty="0">
              <a:latin typeface="Calibri"/>
            </a:endParaRPr>
          </a:p>
          <a:p>
            <a:pPr marL="0" indent="0" defTabSz="1088481">
              <a:buNone/>
            </a:pPr>
            <a:r>
              <a:rPr lang="en-AU" dirty="0">
                <a:latin typeface="Calibri"/>
              </a:rPr>
              <a:t>Instead of over investing, we moved quickly to understand the desirability, viability and feasibility and now have a much clearer understanding of how challenging the next steps would be. </a:t>
            </a:r>
            <a:br>
              <a:rPr lang="en-AU" dirty="0">
                <a:latin typeface="Calibri"/>
              </a:rPr>
            </a:br>
            <a:endParaRPr lang="en-AU" dirty="0">
              <a:latin typeface="Calibri"/>
            </a:endParaRPr>
          </a:p>
          <a:p>
            <a:pPr marL="0" indent="0" defTabSz="1088481">
              <a:buNone/>
            </a:pPr>
            <a:r>
              <a:rPr lang="en-AU" b="1" dirty="0">
                <a:latin typeface="Calibri"/>
              </a:rPr>
              <a:t>Because of this approach we were able to make an informed decision </a:t>
            </a:r>
            <a:r>
              <a:rPr lang="en-AU" dirty="0">
                <a:latin typeface="Calibri"/>
              </a:rPr>
              <a:t>that it’s not worth further investment.</a:t>
            </a:r>
          </a:p>
        </p:txBody>
      </p:sp>
      <p:sp>
        <p:nvSpPr>
          <p:cNvPr id="3" name="Title 1">
            <a:extLst>
              <a:ext uri="{FF2B5EF4-FFF2-40B4-BE49-F238E27FC236}">
                <a16:creationId xmlns:a16="http://schemas.microsoft.com/office/drawing/2014/main" id="{58B6ABD2-6031-952D-56FD-7E4CB59D8F58}"/>
              </a:ext>
            </a:extLst>
          </p:cNvPr>
          <p:cNvSpPr txBox="1">
            <a:spLocks/>
          </p:cNvSpPr>
          <p:nvPr/>
        </p:nvSpPr>
        <p:spPr>
          <a:xfrm>
            <a:off x="838200" y="1358900"/>
            <a:ext cx="10515600" cy="447675"/>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b="1" dirty="0"/>
              <a:t>We know a lot more now than when we started</a:t>
            </a:r>
          </a:p>
        </p:txBody>
      </p:sp>
    </p:spTree>
    <p:extLst>
      <p:ext uri="{BB962C8B-B14F-4D97-AF65-F5344CB8AC3E}">
        <p14:creationId xmlns:p14="http://schemas.microsoft.com/office/powerpoint/2010/main" val="2583110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3682-F30C-9A76-6BDA-13B9520C2671}"/>
              </a:ext>
            </a:extLst>
          </p:cNvPr>
          <p:cNvSpPr>
            <a:spLocks noGrp="1"/>
          </p:cNvSpPr>
          <p:nvPr>
            <p:ph type="title"/>
          </p:nvPr>
        </p:nvSpPr>
        <p:spPr>
          <a:xfrm>
            <a:off x="933259" y="3868606"/>
            <a:ext cx="10210800" cy="640486"/>
          </a:xfrm>
        </p:spPr>
        <p:txBody>
          <a:bodyPr>
            <a:normAutofit fontScale="90000"/>
          </a:bodyPr>
          <a:lstStyle/>
          <a:p>
            <a:pPr algn="ctr"/>
            <a:r>
              <a:rPr lang="en-AU" sz="3600" b="1" dirty="0"/>
              <a:t>It’s easy to build things faster than you can learn about them, putting you at the mercy of the LLM’s judgement.* </a:t>
            </a:r>
          </a:p>
        </p:txBody>
      </p:sp>
      <p:sp>
        <p:nvSpPr>
          <p:cNvPr id="5" name="Content Placeholder 2">
            <a:extLst>
              <a:ext uri="{FF2B5EF4-FFF2-40B4-BE49-F238E27FC236}">
                <a16:creationId xmlns:a16="http://schemas.microsoft.com/office/drawing/2014/main" id="{E0609E8B-000D-E75A-9D56-2F5F7A29C4C2}"/>
              </a:ext>
            </a:extLst>
          </p:cNvPr>
          <p:cNvSpPr txBox="1">
            <a:spLocks/>
          </p:cNvSpPr>
          <p:nvPr/>
        </p:nvSpPr>
        <p:spPr>
          <a:xfrm>
            <a:off x="838197" y="5303791"/>
            <a:ext cx="11103321" cy="121439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b="1" dirty="0"/>
              <a:t>Key suggestion: </a:t>
            </a:r>
          </a:p>
          <a:p>
            <a:pPr marL="0" indent="0">
              <a:buFont typeface="Arial" panose="020B0604020202020204" pitchFamily="34" charset="0"/>
              <a:buNone/>
            </a:pPr>
            <a:r>
              <a:rPr lang="en-AU" dirty="0"/>
              <a:t>Invest time in understanding the solution you’re directing  the construction of. </a:t>
            </a:r>
            <a:br>
              <a:rPr lang="en-AU" dirty="0"/>
            </a:br>
            <a:r>
              <a:rPr lang="en-AU" dirty="0"/>
              <a:t>Read blogs, watch videos and iterate on a project brief with a smart LLM. </a:t>
            </a:r>
          </a:p>
          <a:p>
            <a:pPr marL="0" indent="0">
              <a:buFont typeface="Arial" panose="020B0604020202020204" pitchFamily="34" charset="0"/>
              <a:buNone/>
            </a:pPr>
            <a:r>
              <a:rPr lang="en-AU" dirty="0"/>
              <a:t>The tokens you spend earlier on will pay off when you don’t need a bunch of rework.</a:t>
            </a:r>
          </a:p>
        </p:txBody>
      </p:sp>
      <p:sp>
        <p:nvSpPr>
          <p:cNvPr id="6" name="Title 1">
            <a:extLst>
              <a:ext uri="{FF2B5EF4-FFF2-40B4-BE49-F238E27FC236}">
                <a16:creationId xmlns:a16="http://schemas.microsoft.com/office/drawing/2014/main" id="{8CB9E87D-A0E8-123A-E523-E7CECA79A88D}"/>
              </a:ext>
            </a:extLst>
          </p:cNvPr>
          <p:cNvSpPr txBox="1">
            <a:spLocks/>
          </p:cNvSpPr>
          <p:nvPr/>
        </p:nvSpPr>
        <p:spPr>
          <a:xfrm>
            <a:off x="135800" y="1869643"/>
            <a:ext cx="11805718" cy="1394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3200" b="1" dirty="0"/>
              <a:t>Building at the speed of curiosity </a:t>
            </a:r>
            <a:br>
              <a:rPr lang="en-AU" sz="3200" dirty="0"/>
            </a:br>
            <a:r>
              <a:rPr lang="en-AU" sz="4800" dirty="0">
                <a:solidFill>
                  <a:srgbClr val="FF0000"/>
                </a:solidFill>
              </a:rPr>
              <a:t>≠ </a:t>
            </a:r>
            <a:br>
              <a:rPr lang="en-AU" sz="3200" dirty="0"/>
            </a:br>
            <a:r>
              <a:rPr lang="en-AU" sz="3200" b="1" dirty="0"/>
              <a:t>Learning at the speed of curiosity</a:t>
            </a:r>
          </a:p>
        </p:txBody>
      </p:sp>
      <p:sp>
        <p:nvSpPr>
          <p:cNvPr id="9" name="Title 1">
            <a:extLst>
              <a:ext uri="{FF2B5EF4-FFF2-40B4-BE49-F238E27FC236}">
                <a16:creationId xmlns:a16="http://schemas.microsoft.com/office/drawing/2014/main" id="{892A3C21-EE8F-E259-F219-32445CEA49EB}"/>
              </a:ext>
            </a:extLst>
          </p:cNvPr>
          <p:cNvSpPr txBox="1">
            <a:spLocks/>
          </p:cNvSpPr>
          <p:nvPr/>
        </p:nvSpPr>
        <p:spPr>
          <a:xfrm>
            <a:off x="628459" y="530319"/>
            <a:ext cx="10515600" cy="8032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b="1" dirty="0"/>
              <a:t>Additional takeaway</a:t>
            </a:r>
          </a:p>
        </p:txBody>
      </p:sp>
      <p:sp>
        <p:nvSpPr>
          <p:cNvPr id="10" name="Title 1">
            <a:extLst>
              <a:ext uri="{FF2B5EF4-FFF2-40B4-BE49-F238E27FC236}">
                <a16:creationId xmlns:a16="http://schemas.microsoft.com/office/drawing/2014/main" id="{94A64231-F129-28AF-3700-D8D69E19DE55}"/>
              </a:ext>
            </a:extLst>
          </p:cNvPr>
          <p:cNvSpPr txBox="1">
            <a:spLocks/>
          </p:cNvSpPr>
          <p:nvPr/>
        </p:nvSpPr>
        <p:spPr>
          <a:xfrm>
            <a:off x="8820345" y="4586198"/>
            <a:ext cx="2533458" cy="64048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1400" i="1" dirty="0"/>
              <a:t>*not necessarily a terrible thing</a:t>
            </a:r>
          </a:p>
        </p:txBody>
      </p:sp>
    </p:spTree>
    <p:extLst>
      <p:ext uri="{BB962C8B-B14F-4D97-AF65-F5344CB8AC3E}">
        <p14:creationId xmlns:p14="http://schemas.microsoft.com/office/powerpoint/2010/main" val="3895039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CB85ED-5C37-552F-C592-1C17CEC549E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72838" y="2363207"/>
            <a:ext cx="7846323" cy="2131586"/>
          </a:xfrm>
          <a:prstGeom prst="rect">
            <a:avLst/>
          </a:prstGeom>
        </p:spPr>
      </p:pic>
      <p:sp>
        <p:nvSpPr>
          <p:cNvPr id="9" name="TextBox 8">
            <a:extLst>
              <a:ext uri="{FF2B5EF4-FFF2-40B4-BE49-F238E27FC236}">
                <a16:creationId xmlns:a16="http://schemas.microsoft.com/office/drawing/2014/main" id="{A2326E85-DC5B-0796-249C-1C946B58A1FA}"/>
              </a:ext>
            </a:extLst>
          </p:cNvPr>
          <p:cNvSpPr txBox="1"/>
          <p:nvPr/>
        </p:nvSpPr>
        <p:spPr>
          <a:xfrm>
            <a:off x="1454149" y="4667935"/>
            <a:ext cx="9283700" cy="369332"/>
          </a:xfrm>
          <a:prstGeom prst="rect">
            <a:avLst/>
          </a:prstGeom>
          <a:noFill/>
        </p:spPr>
        <p:txBody>
          <a:bodyPr wrap="square">
            <a:spAutoFit/>
          </a:bodyPr>
          <a:lstStyle/>
          <a:p>
            <a:pPr marL="0" indent="0" algn="ctr">
              <a:buFont typeface="Arial" panose="020B0604020202020204" pitchFamily="34" charset="0"/>
              <a:buNone/>
            </a:pPr>
            <a:r>
              <a:rPr lang="en-AU" sz="1800" dirty="0">
                <a:solidFill>
                  <a:schemeClr val="accent1"/>
                </a:solidFill>
              </a:rPr>
              <a:t>How might we ensure our content continues to be a reliable source of truth?</a:t>
            </a:r>
          </a:p>
        </p:txBody>
      </p:sp>
    </p:spTree>
    <p:extLst>
      <p:ext uri="{BB962C8B-B14F-4D97-AF65-F5344CB8AC3E}">
        <p14:creationId xmlns:p14="http://schemas.microsoft.com/office/powerpoint/2010/main" val="2550689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626"/>
        </a:solidFill>
        <a:effectLst/>
      </p:bgPr>
    </p:bg>
    <p:spTree>
      <p:nvGrpSpPr>
        <p:cNvPr id="1" name=""/>
        <p:cNvGrpSpPr/>
        <p:nvPr/>
      </p:nvGrpSpPr>
      <p:grpSpPr>
        <a:xfrm>
          <a:off x="0" y="0"/>
          <a:ext cx="0" cy="0"/>
          <a:chOff x="0" y="0"/>
          <a:chExt cx="0" cy="0"/>
        </a:xfrm>
      </p:grpSpPr>
      <p:sp>
        <p:nvSpPr>
          <p:cNvPr id="2" name="Text 0"/>
          <p:cNvSpPr/>
          <p:nvPr/>
        </p:nvSpPr>
        <p:spPr>
          <a:xfrm>
            <a:off x="458788" y="310896"/>
            <a:ext cx="8961120" cy="548640"/>
          </a:xfrm>
          <a:prstGeom prst="rect">
            <a:avLst/>
          </a:prstGeom>
          <a:noFill/>
          <a:ln/>
        </p:spPr>
        <p:txBody>
          <a:bodyPr wrap="square" lIns="0" tIns="0" rIns="0" bIns="0" rtlCol="0" anchor="ctr"/>
          <a:lstStyle/>
          <a:p>
            <a:r>
              <a:rPr lang="en-US" sz="3400" b="1" dirty="0">
                <a:solidFill>
                  <a:srgbClr val="F1F5F9"/>
                </a:solidFill>
                <a:latin typeface="Calibri" pitchFamily="34" charset="0"/>
                <a:ea typeface="Calibri" pitchFamily="34" charset="-122"/>
                <a:cs typeface="Calibri" pitchFamily="34" charset="-120"/>
              </a:rPr>
              <a:t>AI Steward Dashboard</a:t>
            </a:r>
            <a:r>
              <a:rPr lang="en-US" sz="2000" i="1" dirty="0">
                <a:solidFill>
                  <a:srgbClr val="2DD4BF"/>
                </a:solidFill>
                <a:latin typeface="Calibri" pitchFamily="34" charset="0"/>
                <a:ea typeface="Calibri" pitchFamily="34" charset="-122"/>
                <a:cs typeface="Calibri" pitchFamily="34" charset="-120"/>
              </a:rPr>
              <a:t>   the original Tripwire</a:t>
            </a:r>
            <a:endParaRPr lang="en-US" sz="3400" dirty="0">
              <a:solidFill>
                <a:prstClr val="black"/>
              </a:solidFill>
              <a:latin typeface="Calibri" panose="020F0502020204030204"/>
            </a:endParaRPr>
          </a:p>
        </p:txBody>
      </p:sp>
      <p:sp>
        <p:nvSpPr>
          <p:cNvPr id="3" name="Text 1"/>
          <p:cNvSpPr/>
          <p:nvPr/>
        </p:nvSpPr>
        <p:spPr>
          <a:xfrm>
            <a:off x="458788" y="859536"/>
            <a:ext cx="9052560" cy="365760"/>
          </a:xfrm>
          <a:prstGeom prst="rect">
            <a:avLst/>
          </a:prstGeom>
          <a:noFill/>
          <a:ln/>
        </p:spPr>
        <p:txBody>
          <a:bodyPr wrap="square" lIns="0" tIns="0" rIns="0" bIns="0" rtlCol="0" anchor="ctr"/>
          <a:lstStyle/>
          <a:p>
            <a:r>
              <a:rPr lang="en-US" sz="1350" dirty="0">
                <a:solidFill>
                  <a:srgbClr val="94A3B8"/>
                </a:solidFill>
                <a:latin typeface="Calibri" pitchFamily="34" charset="0"/>
                <a:ea typeface="Calibri" pitchFamily="34" charset="-122"/>
                <a:cs typeface="Calibri" pitchFamily="34" charset="-120"/>
              </a:rPr>
              <a:t>How the pipeline turns a policy-page edit into a prioritised, searchable alert for the APS</a:t>
            </a:r>
            <a:endParaRPr lang="en-US" sz="1350" dirty="0">
              <a:solidFill>
                <a:prstClr val="black"/>
              </a:solidFill>
              <a:latin typeface="Calibri" panose="020F0502020204030204"/>
            </a:endParaRPr>
          </a:p>
        </p:txBody>
      </p:sp>
      <p:sp>
        <p:nvSpPr>
          <p:cNvPr id="4" name="Shape 2"/>
          <p:cNvSpPr/>
          <p:nvPr/>
        </p:nvSpPr>
        <p:spPr>
          <a:xfrm>
            <a:off x="9721660" y="402336"/>
            <a:ext cx="2011680" cy="658368"/>
          </a:xfrm>
          <a:prstGeom prst="roundRect">
            <a:avLst>
              <a:gd name="adj" fmla="val 12500"/>
            </a:avLst>
          </a:prstGeom>
          <a:solidFill>
            <a:srgbClr val="18263F"/>
          </a:solidFill>
          <a:ln w="12700">
            <a:solidFill>
              <a:srgbClr val="2DD4BF"/>
            </a:solidFill>
            <a:prstDash val="solid"/>
          </a:ln>
        </p:spPr>
        <p:txBody>
          <a:bodyPr/>
          <a:lstStyle/>
          <a:p>
            <a:endParaRPr lang="en-AU"/>
          </a:p>
        </p:txBody>
      </p:sp>
      <p:sp>
        <p:nvSpPr>
          <p:cNvPr id="5" name="Shape 3"/>
          <p:cNvSpPr/>
          <p:nvPr/>
        </p:nvSpPr>
        <p:spPr>
          <a:xfrm>
            <a:off x="9904540" y="603504"/>
            <a:ext cx="146304" cy="146304"/>
          </a:xfrm>
          <a:prstGeom prst="ellipse">
            <a:avLst/>
          </a:prstGeom>
          <a:solidFill>
            <a:srgbClr val="22C55E"/>
          </a:solidFill>
          <a:ln/>
        </p:spPr>
        <p:txBody>
          <a:bodyPr/>
          <a:lstStyle/>
          <a:p>
            <a:endParaRPr lang="en-AU"/>
          </a:p>
        </p:txBody>
      </p:sp>
      <p:sp>
        <p:nvSpPr>
          <p:cNvPr id="6" name="Text 4"/>
          <p:cNvSpPr/>
          <p:nvPr/>
        </p:nvSpPr>
        <p:spPr>
          <a:xfrm>
            <a:off x="10105708" y="457200"/>
            <a:ext cx="1572768" cy="548640"/>
          </a:xfrm>
          <a:prstGeom prst="rect">
            <a:avLst/>
          </a:prstGeom>
          <a:noFill/>
          <a:ln/>
        </p:spPr>
        <p:txBody>
          <a:bodyPr wrap="square" lIns="0" tIns="0" rIns="0" bIns="0" rtlCol="0" anchor="ctr"/>
          <a:lstStyle/>
          <a:p>
            <a:pPr>
              <a:lnSpc>
                <a:spcPct val="95000"/>
              </a:lnSpc>
            </a:pPr>
            <a:r>
              <a:rPr lang="en-US" sz="1000" b="1" dirty="0">
                <a:solidFill>
                  <a:srgbClr val="22C55E"/>
                </a:solidFill>
                <a:latin typeface="Calibri" pitchFamily="34" charset="0"/>
                <a:ea typeface="Calibri" pitchFamily="34" charset="-122"/>
                <a:cs typeface="Calibri" pitchFamily="34" charset="-120"/>
              </a:rPr>
              <a:t>LIVE</a:t>
            </a:r>
            <a:endParaRPr lang="en-US" sz="1000" dirty="0">
              <a:solidFill>
                <a:prstClr val="black"/>
              </a:solidFill>
              <a:latin typeface="Calibri" panose="020F0502020204030204"/>
            </a:endParaRPr>
          </a:p>
          <a:p>
            <a:pPr>
              <a:lnSpc>
                <a:spcPct val="95000"/>
              </a:lnSpc>
            </a:pPr>
            <a:r>
              <a:rPr lang="en-US" sz="850" dirty="0">
                <a:solidFill>
                  <a:srgbClr val="94A3B8"/>
                </a:solidFill>
                <a:latin typeface="Calibri" pitchFamily="34" charset="0"/>
                <a:ea typeface="Calibri" pitchFamily="34" charset="-122"/>
                <a:cs typeface="Calibri" pitchFamily="34" charset="-120"/>
              </a:rPr>
              <a:t>GitHub Pages dashboard</a:t>
            </a:r>
            <a:endParaRPr lang="en-US" sz="1000" dirty="0">
              <a:solidFill>
                <a:prstClr val="black"/>
              </a:solidFill>
              <a:latin typeface="Calibri" panose="020F0502020204030204"/>
            </a:endParaRPr>
          </a:p>
        </p:txBody>
      </p:sp>
      <p:sp>
        <p:nvSpPr>
          <p:cNvPr id="7" name="Shape 5"/>
          <p:cNvSpPr/>
          <p:nvPr/>
        </p:nvSpPr>
        <p:spPr>
          <a:xfrm>
            <a:off x="458788" y="1481328"/>
            <a:ext cx="2468880" cy="2761488"/>
          </a:xfrm>
          <a:prstGeom prst="roundRect">
            <a:avLst>
              <a:gd name="adj" fmla="val 3704"/>
            </a:avLst>
          </a:prstGeom>
          <a:solidFill>
            <a:srgbClr val="18263F"/>
          </a:solidFill>
          <a:ln w="12700">
            <a:solidFill>
              <a:srgbClr val="2C3E5F"/>
            </a:solidFill>
            <a:prstDash val="solid"/>
          </a:ln>
          <a:effectLst>
            <a:outerShdw blurRad="101600" dist="38100" dir="5400000" algn="bl" rotWithShape="0">
              <a:srgbClr val="060B14">
                <a:alpha val="50000"/>
              </a:srgbClr>
            </a:outerShdw>
          </a:effectLst>
        </p:spPr>
        <p:txBody>
          <a:bodyPr/>
          <a:lstStyle/>
          <a:p>
            <a:endParaRPr lang="en-AU"/>
          </a:p>
        </p:txBody>
      </p:sp>
      <p:sp>
        <p:nvSpPr>
          <p:cNvPr id="8" name="Shape 6"/>
          <p:cNvSpPr/>
          <p:nvPr/>
        </p:nvSpPr>
        <p:spPr>
          <a:xfrm>
            <a:off x="1318324" y="1700784"/>
            <a:ext cx="749808" cy="749808"/>
          </a:xfrm>
          <a:prstGeom prst="ellipse">
            <a:avLst/>
          </a:prstGeom>
          <a:solidFill>
            <a:srgbClr val="38BDF8"/>
          </a:solidFill>
          <a:ln/>
          <a:effectLst>
            <a:outerShdw blurRad="127000" dist="50800" dir="5400000" algn="bl" rotWithShape="0">
              <a:srgbClr val="38BDF8">
                <a:alpha val="45000"/>
              </a:srgbClr>
            </a:outerShdw>
          </a:effectLst>
        </p:spPr>
        <p:txBody>
          <a:bodyPr/>
          <a:lstStyle/>
          <a:p>
            <a:endParaRPr lang="en-AU"/>
          </a:p>
        </p:txBody>
      </p:sp>
      <p:pic>
        <p:nvPicPr>
          <p:cNvPr id="9" name="Image 0" descr="preencoded.png"/>
          <p:cNvPicPr>
            <a:picLocks noChangeAspect="1"/>
          </p:cNvPicPr>
          <p:nvPr/>
        </p:nvPicPr>
        <p:blipFill>
          <a:blip r:embed="rId3"/>
          <a:stretch>
            <a:fillRect/>
          </a:stretch>
        </p:blipFill>
        <p:spPr>
          <a:xfrm>
            <a:off x="1464628" y="1847088"/>
            <a:ext cx="457200" cy="457200"/>
          </a:xfrm>
          <a:prstGeom prst="rect">
            <a:avLst/>
          </a:prstGeom>
        </p:spPr>
      </p:pic>
      <p:sp>
        <p:nvSpPr>
          <p:cNvPr id="10" name="Text 7"/>
          <p:cNvSpPr/>
          <p:nvPr/>
        </p:nvSpPr>
        <p:spPr>
          <a:xfrm>
            <a:off x="458788" y="2542032"/>
            <a:ext cx="2468880" cy="219456"/>
          </a:xfrm>
          <a:prstGeom prst="rect">
            <a:avLst/>
          </a:prstGeom>
          <a:noFill/>
          <a:ln/>
        </p:spPr>
        <p:txBody>
          <a:bodyPr wrap="square" lIns="0" tIns="0" rIns="0" bIns="0" rtlCol="0" anchor="ctr"/>
          <a:lstStyle/>
          <a:p>
            <a:pPr algn="ctr"/>
            <a:r>
              <a:rPr lang="en-US" sz="1000" b="1" kern="0" spc="200" dirty="0">
                <a:solidFill>
                  <a:srgbClr val="38BDF8"/>
                </a:solidFill>
                <a:latin typeface="Calibri" pitchFamily="34" charset="0"/>
                <a:ea typeface="Calibri" pitchFamily="34" charset="-122"/>
                <a:cs typeface="Calibri" pitchFamily="34" charset="-120"/>
              </a:rPr>
              <a:t>STEP 1</a:t>
            </a:r>
            <a:endParaRPr lang="en-US" sz="1000" dirty="0">
              <a:solidFill>
                <a:prstClr val="black"/>
              </a:solidFill>
              <a:latin typeface="Calibri" panose="020F0502020204030204"/>
            </a:endParaRPr>
          </a:p>
        </p:txBody>
      </p:sp>
      <p:sp>
        <p:nvSpPr>
          <p:cNvPr id="11" name="Text 8"/>
          <p:cNvSpPr/>
          <p:nvPr/>
        </p:nvSpPr>
        <p:spPr>
          <a:xfrm>
            <a:off x="458788" y="2761488"/>
            <a:ext cx="2468880" cy="310896"/>
          </a:xfrm>
          <a:prstGeom prst="rect">
            <a:avLst/>
          </a:prstGeom>
          <a:noFill/>
          <a:ln/>
        </p:spPr>
        <p:txBody>
          <a:bodyPr wrap="square" lIns="0" tIns="0" rIns="0" bIns="0" rtlCol="0" anchor="ctr"/>
          <a:lstStyle/>
          <a:p>
            <a:pPr algn="ctr"/>
            <a:r>
              <a:rPr lang="en-US" sz="1600" b="1" dirty="0">
                <a:solidFill>
                  <a:srgbClr val="F1F5F9"/>
                </a:solidFill>
                <a:latin typeface="Calibri" pitchFamily="34" charset="0"/>
                <a:ea typeface="Calibri" pitchFamily="34" charset="-122"/>
                <a:cs typeface="Calibri" pitchFamily="34" charset="-120"/>
              </a:rPr>
              <a:t>Monitored sources</a:t>
            </a:r>
            <a:endParaRPr lang="en-US" sz="1600" dirty="0">
              <a:solidFill>
                <a:prstClr val="black"/>
              </a:solidFill>
              <a:latin typeface="Calibri" panose="020F0502020204030204"/>
            </a:endParaRPr>
          </a:p>
        </p:txBody>
      </p:sp>
      <p:sp>
        <p:nvSpPr>
          <p:cNvPr id="12" name="Text 9"/>
          <p:cNvSpPr/>
          <p:nvPr/>
        </p:nvSpPr>
        <p:spPr>
          <a:xfrm>
            <a:off x="623380" y="3108960"/>
            <a:ext cx="2139696" cy="749808"/>
          </a:xfrm>
          <a:prstGeom prst="rect">
            <a:avLst/>
          </a:prstGeom>
          <a:noFill/>
          <a:ln/>
        </p:spPr>
        <p:txBody>
          <a:bodyPr wrap="square" lIns="0" tIns="0" rIns="0" bIns="0" rtlCol="0" anchor="t"/>
          <a:lstStyle/>
          <a:p>
            <a:pPr algn="ctr"/>
            <a:r>
              <a:rPr lang="en-US" sz="1050" dirty="0">
                <a:solidFill>
                  <a:srgbClr val="94A3B8"/>
                </a:solidFill>
                <a:latin typeface="Calibri" pitchFamily="34" charset="0"/>
                <a:ea typeface="Calibri" pitchFamily="34" charset="-122"/>
                <a:cs typeface="Calibri" pitchFamily="34" charset="-120"/>
              </a:rPr>
              <a:t>A curated set of government &amp; private-sector AI policy and terms pages, defined in policy_sets.json.</a:t>
            </a:r>
            <a:endParaRPr lang="en-US" sz="1050" dirty="0">
              <a:solidFill>
                <a:prstClr val="black"/>
              </a:solidFill>
              <a:latin typeface="Calibri" panose="020F0502020204030204"/>
            </a:endParaRPr>
          </a:p>
        </p:txBody>
      </p:sp>
      <p:sp>
        <p:nvSpPr>
          <p:cNvPr id="13" name="Shape 10"/>
          <p:cNvSpPr/>
          <p:nvPr/>
        </p:nvSpPr>
        <p:spPr>
          <a:xfrm>
            <a:off x="595948" y="3877056"/>
            <a:ext cx="682752" cy="274320"/>
          </a:xfrm>
          <a:prstGeom prst="roundRect">
            <a:avLst>
              <a:gd name="adj" fmla="val 16667"/>
            </a:avLst>
          </a:prstGeom>
          <a:solidFill>
            <a:srgbClr val="22344F"/>
          </a:solidFill>
          <a:ln w="9525">
            <a:solidFill>
              <a:srgbClr val="2C3E5F"/>
            </a:solidFill>
            <a:prstDash val="solid"/>
          </a:ln>
        </p:spPr>
        <p:txBody>
          <a:bodyPr/>
          <a:lstStyle/>
          <a:p>
            <a:endParaRPr lang="en-AU"/>
          </a:p>
        </p:txBody>
      </p:sp>
      <p:sp>
        <p:nvSpPr>
          <p:cNvPr id="14" name="Text 11"/>
          <p:cNvSpPr/>
          <p:nvPr/>
        </p:nvSpPr>
        <p:spPr>
          <a:xfrm>
            <a:off x="595948" y="3877056"/>
            <a:ext cx="682752" cy="274320"/>
          </a:xfrm>
          <a:prstGeom prst="rect">
            <a:avLst/>
          </a:prstGeom>
          <a:noFill/>
          <a:ln/>
        </p:spPr>
        <p:txBody>
          <a:bodyPr wrap="square" lIns="0" tIns="0" rIns="0" bIns="0" rtlCol="0" anchor="ctr"/>
          <a:lstStyle/>
          <a:p>
            <a:pPr algn="ctr"/>
            <a:r>
              <a:rPr lang="en-US" sz="800" dirty="0">
                <a:solidFill>
                  <a:srgbClr val="F1F5F9"/>
                </a:solidFill>
                <a:latin typeface="Calibri" pitchFamily="34" charset="0"/>
                <a:ea typeface="Calibri" pitchFamily="34" charset="-122"/>
                <a:cs typeface="Calibri" pitchFamily="34" charset="-120"/>
              </a:rPr>
              <a:t>Aust. Gov</a:t>
            </a:r>
            <a:endParaRPr lang="en-US" sz="800" dirty="0">
              <a:solidFill>
                <a:prstClr val="black"/>
              </a:solidFill>
              <a:latin typeface="Calibri" panose="020F0502020204030204"/>
            </a:endParaRPr>
          </a:p>
        </p:txBody>
      </p:sp>
      <p:sp>
        <p:nvSpPr>
          <p:cNvPr id="15" name="Shape 12"/>
          <p:cNvSpPr/>
          <p:nvPr/>
        </p:nvSpPr>
        <p:spPr>
          <a:xfrm>
            <a:off x="1351852" y="3877056"/>
            <a:ext cx="682752" cy="274320"/>
          </a:xfrm>
          <a:prstGeom prst="roundRect">
            <a:avLst>
              <a:gd name="adj" fmla="val 16667"/>
            </a:avLst>
          </a:prstGeom>
          <a:solidFill>
            <a:srgbClr val="22344F"/>
          </a:solidFill>
          <a:ln w="9525">
            <a:solidFill>
              <a:srgbClr val="2C3E5F"/>
            </a:solidFill>
            <a:prstDash val="solid"/>
          </a:ln>
        </p:spPr>
        <p:txBody>
          <a:bodyPr/>
          <a:lstStyle/>
          <a:p>
            <a:endParaRPr lang="en-AU"/>
          </a:p>
        </p:txBody>
      </p:sp>
      <p:sp>
        <p:nvSpPr>
          <p:cNvPr id="16" name="Text 13"/>
          <p:cNvSpPr/>
          <p:nvPr/>
        </p:nvSpPr>
        <p:spPr>
          <a:xfrm>
            <a:off x="1351852" y="3877056"/>
            <a:ext cx="682752" cy="274320"/>
          </a:xfrm>
          <a:prstGeom prst="rect">
            <a:avLst/>
          </a:prstGeom>
          <a:noFill/>
          <a:ln/>
        </p:spPr>
        <p:txBody>
          <a:bodyPr wrap="square" lIns="0" tIns="0" rIns="0" bIns="0" rtlCol="0" anchor="ctr"/>
          <a:lstStyle/>
          <a:p>
            <a:pPr algn="ctr"/>
            <a:r>
              <a:rPr lang="en-US" sz="800" dirty="0">
                <a:solidFill>
                  <a:srgbClr val="F1F5F9"/>
                </a:solidFill>
                <a:latin typeface="Calibri" pitchFamily="34" charset="0"/>
                <a:ea typeface="Calibri" pitchFamily="34" charset="-122"/>
                <a:cs typeface="Calibri" pitchFamily="34" charset="-120"/>
              </a:rPr>
              <a:t>State Gov</a:t>
            </a:r>
            <a:endParaRPr lang="en-US" sz="800" dirty="0">
              <a:solidFill>
                <a:prstClr val="black"/>
              </a:solidFill>
              <a:latin typeface="Calibri" panose="020F0502020204030204"/>
            </a:endParaRPr>
          </a:p>
        </p:txBody>
      </p:sp>
      <p:sp>
        <p:nvSpPr>
          <p:cNvPr id="17" name="Shape 14"/>
          <p:cNvSpPr/>
          <p:nvPr/>
        </p:nvSpPr>
        <p:spPr>
          <a:xfrm>
            <a:off x="2107756" y="3877056"/>
            <a:ext cx="682752" cy="274320"/>
          </a:xfrm>
          <a:prstGeom prst="roundRect">
            <a:avLst>
              <a:gd name="adj" fmla="val 16667"/>
            </a:avLst>
          </a:prstGeom>
          <a:solidFill>
            <a:srgbClr val="22344F"/>
          </a:solidFill>
          <a:ln w="9525">
            <a:solidFill>
              <a:srgbClr val="2C3E5F"/>
            </a:solidFill>
            <a:prstDash val="solid"/>
          </a:ln>
        </p:spPr>
        <p:txBody>
          <a:bodyPr/>
          <a:lstStyle/>
          <a:p>
            <a:endParaRPr lang="en-AU"/>
          </a:p>
        </p:txBody>
      </p:sp>
      <p:sp>
        <p:nvSpPr>
          <p:cNvPr id="18" name="Text 15"/>
          <p:cNvSpPr/>
          <p:nvPr/>
        </p:nvSpPr>
        <p:spPr>
          <a:xfrm>
            <a:off x="2107756" y="3877056"/>
            <a:ext cx="682752" cy="274320"/>
          </a:xfrm>
          <a:prstGeom prst="rect">
            <a:avLst/>
          </a:prstGeom>
          <a:noFill/>
          <a:ln/>
        </p:spPr>
        <p:txBody>
          <a:bodyPr wrap="square" lIns="0" tIns="0" rIns="0" bIns="0" rtlCol="0" anchor="ctr"/>
          <a:lstStyle/>
          <a:p>
            <a:pPr algn="ctr"/>
            <a:r>
              <a:rPr lang="en-US" sz="800" dirty="0">
                <a:solidFill>
                  <a:srgbClr val="F1F5F9"/>
                </a:solidFill>
                <a:latin typeface="Calibri" pitchFamily="34" charset="0"/>
                <a:ea typeface="Calibri" pitchFamily="34" charset="-122"/>
                <a:cs typeface="Calibri" pitchFamily="34" charset="-120"/>
              </a:rPr>
              <a:t>Private</a:t>
            </a:r>
            <a:endParaRPr lang="en-US" sz="800" dirty="0">
              <a:solidFill>
                <a:prstClr val="black"/>
              </a:solidFill>
              <a:latin typeface="Calibri" panose="020F0502020204030204"/>
            </a:endParaRPr>
          </a:p>
        </p:txBody>
      </p:sp>
      <p:sp>
        <p:nvSpPr>
          <p:cNvPr id="19" name="Shape 16"/>
          <p:cNvSpPr/>
          <p:nvPr/>
        </p:nvSpPr>
        <p:spPr>
          <a:xfrm>
            <a:off x="3394012" y="1481328"/>
            <a:ext cx="2468880" cy="2761488"/>
          </a:xfrm>
          <a:prstGeom prst="roundRect">
            <a:avLst>
              <a:gd name="adj" fmla="val 3704"/>
            </a:avLst>
          </a:prstGeom>
          <a:solidFill>
            <a:srgbClr val="18263F"/>
          </a:solidFill>
          <a:ln w="12700">
            <a:solidFill>
              <a:srgbClr val="2C3E5F"/>
            </a:solidFill>
            <a:prstDash val="solid"/>
          </a:ln>
          <a:effectLst>
            <a:outerShdw blurRad="101600" dist="38100" dir="5400000" algn="bl" rotWithShape="0">
              <a:srgbClr val="060B14">
                <a:alpha val="50000"/>
              </a:srgbClr>
            </a:outerShdw>
          </a:effectLst>
        </p:spPr>
        <p:txBody>
          <a:bodyPr/>
          <a:lstStyle/>
          <a:p>
            <a:endParaRPr lang="en-AU"/>
          </a:p>
        </p:txBody>
      </p:sp>
      <p:sp>
        <p:nvSpPr>
          <p:cNvPr id="20" name="Shape 17"/>
          <p:cNvSpPr/>
          <p:nvPr/>
        </p:nvSpPr>
        <p:spPr>
          <a:xfrm>
            <a:off x="4253548" y="1700784"/>
            <a:ext cx="749808" cy="749808"/>
          </a:xfrm>
          <a:prstGeom prst="ellipse">
            <a:avLst/>
          </a:prstGeom>
          <a:solidFill>
            <a:srgbClr val="22D3EE"/>
          </a:solidFill>
          <a:ln/>
          <a:effectLst>
            <a:outerShdw blurRad="127000" dist="50800" dir="5400000" algn="bl" rotWithShape="0">
              <a:srgbClr val="22D3EE">
                <a:alpha val="45000"/>
              </a:srgbClr>
            </a:outerShdw>
          </a:effectLst>
        </p:spPr>
        <p:txBody>
          <a:bodyPr/>
          <a:lstStyle/>
          <a:p>
            <a:endParaRPr lang="en-AU"/>
          </a:p>
        </p:txBody>
      </p:sp>
      <p:pic>
        <p:nvPicPr>
          <p:cNvPr id="21" name="Image 1" descr="preencoded.png"/>
          <p:cNvPicPr>
            <a:picLocks noChangeAspect="1"/>
          </p:cNvPicPr>
          <p:nvPr/>
        </p:nvPicPr>
        <p:blipFill>
          <a:blip r:embed="rId4"/>
          <a:stretch>
            <a:fillRect/>
          </a:stretch>
        </p:blipFill>
        <p:spPr>
          <a:xfrm>
            <a:off x="4436428" y="1883664"/>
            <a:ext cx="384048" cy="384048"/>
          </a:xfrm>
          <a:prstGeom prst="rect">
            <a:avLst/>
          </a:prstGeom>
        </p:spPr>
      </p:pic>
      <p:sp>
        <p:nvSpPr>
          <p:cNvPr id="22" name="Text 18"/>
          <p:cNvSpPr/>
          <p:nvPr/>
        </p:nvSpPr>
        <p:spPr>
          <a:xfrm>
            <a:off x="3394012" y="2542032"/>
            <a:ext cx="2468880" cy="219456"/>
          </a:xfrm>
          <a:prstGeom prst="rect">
            <a:avLst/>
          </a:prstGeom>
          <a:noFill/>
          <a:ln/>
        </p:spPr>
        <p:txBody>
          <a:bodyPr wrap="square" lIns="0" tIns="0" rIns="0" bIns="0" rtlCol="0" anchor="ctr"/>
          <a:lstStyle/>
          <a:p>
            <a:pPr algn="ctr"/>
            <a:r>
              <a:rPr lang="en-US" sz="1000" b="1" kern="0" spc="200" dirty="0">
                <a:solidFill>
                  <a:srgbClr val="22D3EE"/>
                </a:solidFill>
                <a:latin typeface="Calibri" pitchFamily="34" charset="0"/>
                <a:ea typeface="Calibri" pitchFamily="34" charset="-122"/>
                <a:cs typeface="Calibri" pitchFamily="34" charset="-120"/>
              </a:rPr>
              <a:t>STEP 2</a:t>
            </a:r>
            <a:endParaRPr lang="en-US" sz="1000" dirty="0">
              <a:solidFill>
                <a:prstClr val="black"/>
              </a:solidFill>
              <a:latin typeface="Calibri" panose="020F0502020204030204"/>
            </a:endParaRPr>
          </a:p>
        </p:txBody>
      </p:sp>
      <p:sp>
        <p:nvSpPr>
          <p:cNvPr id="23" name="Text 19"/>
          <p:cNvSpPr/>
          <p:nvPr/>
        </p:nvSpPr>
        <p:spPr>
          <a:xfrm>
            <a:off x="3394012" y="2761488"/>
            <a:ext cx="2468880" cy="310896"/>
          </a:xfrm>
          <a:prstGeom prst="rect">
            <a:avLst/>
          </a:prstGeom>
          <a:noFill/>
          <a:ln/>
        </p:spPr>
        <p:txBody>
          <a:bodyPr wrap="square" lIns="0" tIns="0" rIns="0" bIns="0" rtlCol="0" anchor="ctr"/>
          <a:lstStyle/>
          <a:p>
            <a:pPr algn="ctr"/>
            <a:r>
              <a:rPr lang="en-US" sz="1600" b="1" dirty="0">
                <a:solidFill>
                  <a:srgbClr val="F1F5F9"/>
                </a:solidFill>
                <a:latin typeface="Calibri" pitchFamily="34" charset="0"/>
                <a:ea typeface="Calibri" pitchFamily="34" charset="-122"/>
                <a:cs typeface="Calibri" pitchFamily="34" charset="-120"/>
              </a:rPr>
              <a:t>Scrape &amp; detect</a:t>
            </a:r>
            <a:endParaRPr lang="en-US" sz="1600" dirty="0">
              <a:solidFill>
                <a:prstClr val="black"/>
              </a:solidFill>
              <a:latin typeface="Calibri" panose="020F0502020204030204"/>
            </a:endParaRPr>
          </a:p>
        </p:txBody>
      </p:sp>
      <p:sp>
        <p:nvSpPr>
          <p:cNvPr id="24" name="Text 20"/>
          <p:cNvSpPr/>
          <p:nvPr/>
        </p:nvSpPr>
        <p:spPr>
          <a:xfrm>
            <a:off x="3558604" y="3108960"/>
            <a:ext cx="2139696" cy="749808"/>
          </a:xfrm>
          <a:prstGeom prst="rect">
            <a:avLst/>
          </a:prstGeom>
          <a:noFill/>
          <a:ln/>
        </p:spPr>
        <p:txBody>
          <a:bodyPr wrap="square" lIns="0" tIns="0" rIns="0" bIns="0" rtlCol="0" anchor="t"/>
          <a:lstStyle/>
          <a:p>
            <a:pPr algn="ctr"/>
            <a:r>
              <a:rPr lang="en-US" sz="1050" dirty="0">
                <a:solidFill>
                  <a:srgbClr val="94A3B8"/>
                </a:solidFill>
                <a:latin typeface="Calibri" pitchFamily="34" charset="0"/>
                <a:ea typeface="Calibri" pitchFamily="34" charset="-122"/>
                <a:cs typeface="Calibri" pitchFamily="34" charset="-120"/>
              </a:rPr>
              <a:t>main.py fetches each URL with Selenium-stealth (proxy fallback), extracts the content and MD5-hashes it.</a:t>
            </a:r>
            <a:endParaRPr lang="en-US" sz="1050" dirty="0">
              <a:solidFill>
                <a:prstClr val="black"/>
              </a:solidFill>
              <a:latin typeface="Calibri" panose="020F0502020204030204"/>
            </a:endParaRPr>
          </a:p>
        </p:txBody>
      </p:sp>
      <p:sp>
        <p:nvSpPr>
          <p:cNvPr id="25" name="Shape 21"/>
          <p:cNvSpPr/>
          <p:nvPr/>
        </p:nvSpPr>
        <p:spPr>
          <a:xfrm>
            <a:off x="3531172" y="3877056"/>
            <a:ext cx="2194560" cy="274320"/>
          </a:xfrm>
          <a:prstGeom prst="roundRect">
            <a:avLst>
              <a:gd name="adj" fmla="val 16667"/>
            </a:avLst>
          </a:prstGeom>
          <a:solidFill>
            <a:srgbClr val="22344F"/>
          </a:solidFill>
          <a:ln w="9525">
            <a:solidFill>
              <a:srgbClr val="22D3EE"/>
            </a:solidFill>
            <a:prstDash val="solid"/>
          </a:ln>
        </p:spPr>
        <p:txBody>
          <a:bodyPr/>
          <a:lstStyle/>
          <a:p>
            <a:endParaRPr lang="en-AU"/>
          </a:p>
        </p:txBody>
      </p:sp>
      <p:sp>
        <p:nvSpPr>
          <p:cNvPr id="26" name="Text 22"/>
          <p:cNvSpPr/>
          <p:nvPr/>
        </p:nvSpPr>
        <p:spPr>
          <a:xfrm>
            <a:off x="3531172" y="3877056"/>
            <a:ext cx="2194560" cy="274320"/>
          </a:xfrm>
          <a:prstGeom prst="rect">
            <a:avLst/>
          </a:prstGeom>
          <a:noFill/>
          <a:ln/>
        </p:spPr>
        <p:txBody>
          <a:bodyPr wrap="square" lIns="0" tIns="0" rIns="0" bIns="0" rtlCol="0" anchor="ctr"/>
          <a:lstStyle/>
          <a:p>
            <a:pPr algn="ctr"/>
            <a:r>
              <a:rPr lang="en-US" sz="850" dirty="0">
                <a:solidFill>
                  <a:srgbClr val="F1F5F9"/>
                </a:solidFill>
                <a:latin typeface="Calibri" pitchFamily="34" charset="0"/>
                <a:ea typeface="Calibri" pitchFamily="34" charset="-122"/>
                <a:cs typeface="Calibri" pitchFamily="34" charset="-120"/>
              </a:rPr>
              <a:t>New hash ≠ stored hash  →  changed</a:t>
            </a:r>
            <a:endParaRPr lang="en-US" sz="850" dirty="0">
              <a:solidFill>
                <a:prstClr val="black"/>
              </a:solidFill>
              <a:latin typeface="Calibri" panose="020F0502020204030204"/>
            </a:endParaRPr>
          </a:p>
        </p:txBody>
      </p:sp>
      <p:sp>
        <p:nvSpPr>
          <p:cNvPr id="27" name="Shape 23"/>
          <p:cNvSpPr/>
          <p:nvPr/>
        </p:nvSpPr>
        <p:spPr>
          <a:xfrm>
            <a:off x="6329236" y="1481328"/>
            <a:ext cx="2468880" cy="2761488"/>
          </a:xfrm>
          <a:prstGeom prst="roundRect">
            <a:avLst>
              <a:gd name="adj" fmla="val 3704"/>
            </a:avLst>
          </a:prstGeom>
          <a:solidFill>
            <a:srgbClr val="18263F"/>
          </a:solidFill>
          <a:ln w="12700">
            <a:solidFill>
              <a:srgbClr val="2C3E5F"/>
            </a:solidFill>
            <a:prstDash val="solid"/>
          </a:ln>
          <a:effectLst>
            <a:outerShdw blurRad="101600" dist="38100" dir="5400000" algn="bl" rotWithShape="0">
              <a:srgbClr val="060B14">
                <a:alpha val="50000"/>
              </a:srgbClr>
            </a:outerShdw>
          </a:effectLst>
        </p:spPr>
        <p:txBody>
          <a:bodyPr/>
          <a:lstStyle/>
          <a:p>
            <a:endParaRPr lang="en-AU"/>
          </a:p>
        </p:txBody>
      </p:sp>
      <p:sp>
        <p:nvSpPr>
          <p:cNvPr id="28" name="Shape 24"/>
          <p:cNvSpPr/>
          <p:nvPr/>
        </p:nvSpPr>
        <p:spPr>
          <a:xfrm>
            <a:off x="7188772" y="1700784"/>
            <a:ext cx="749808" cy="749808"/>
          </a:xfrm>
          <a:prstGeom prst="ellipse">
            <a:avLst/>
          </a:prstGeom>
          <a:solidFill>
            <a:srgbClr val="A78BFA"/>
          </a:solidFill>
          <a:ln/>
          <a:effectLst>
            <a:outerShdw blurRad="127000" dist="50800" dir="5400000" algn="bl" rotWithShape="0">
              <a:srgbClr val="A78BFA">
                <a:alpha val="45000"/>
              </a:srgbClr>
            </a:outerShdw>
          </a:effectLst>
        </p:spPr>
        <p:txBody>
          <a:bodyPr/>
          <a:lstStyle/>
          <a:p>
            <a:endParaRPr lang="en-AU"/>
          </a:p>
        </p:txBody>
      </p:sp>
      <p:pic>
        <p:nvPicPr>
          <p:cNvPr id="29" name="Image 2" descr="preencoded.png"/>
          <p:cNvPicPr>
            <a:picLocks noChangeAspect="1"/>
          </p:cNvPicPr>
          <p:nvPr/>
        </p:nvPicPr>
        <p:blipFill>
          <a:blip r:embed="rId5"/>
          <a:stretch>
            <a:fillRect/>
          </a:stretch>
        </p:blipFill>
        <p:spPr>
          <a:xfrm>
            <a:off x="7335076" y="1847088"/>
            <a:ext cx="457200" cy="457200"/>
          </a:xfrm>
          <a:prstGeom prst="rect">
            <a:avLst/>
          </a:prstGeom>
        </p:spPr>
      </p:pic>
      <p:sp>
        <p:nvSpPr>
          <p:cNvPr id="30" name="Text 25"/>
          <p:cNvSpPr/>
          <p:nvPr/>
        </p:nvSpPr>
        <p:spPr>
          <a:xfrm>
            <a:off x="6329236" y="2542032"/>
            <a:ext cx="2468880" cy="219456"/>
          </a:xfrm>
          <a:prstGeom prst="rect">
            <a:avLst/>
          </a:prstGeom>
          <a:noFill/>
          <a:ln/>
        </p:spPr>
        <p:txBody>
          <a:bodyPr wrap="square" lIns="0" tIns="0" rIns="0" bIns="0" rtlCol="0" anchor="ctr"/>
          <a:lstStyle/>
          <a:p>
            <a:pPr algn="ctr"/>
            <a:r>
              <a:rPr lang="en-US" sz="1000" b="1" kern="0" spc="200" dirty="0">
                <a:solidFill>
                  <a:srgbClr val="A78BFA"/>
                </a:solidFill>
                <a:latin typeface="Calibri" pitchFamily="34" charset="0"/>
                <a:ea typeface="Calibri" pitchFamily="34" charset="-122"/>
                <a:cs typeface="Calibri" pitchFamily="34" charset="-120"/>
              </a:rPr>
              <a:t>STEP 3</a:t>
            </a:r>
            <a:endParaRPr lang="en-US" sz="1000" dirty="0">
              <a:solidFill>
                <a:prstClr val="black"/>
              </a:solidFill>
              <a:latin typeface="Calibri" panose="020F0502020204030204"/>
            </a:endParaRPr>
          </a:p>
        </p:txBody>
      </p:sp>
      <p:sp>
        <p:nvSpPr>
          <p:cNvPr id="31" name="Text 26"/>
          <p:cNvSpPr/>
          <p:nvPr/>
        </p:nvSpPr>
        <p:spPr>
          <a:xfrm>
            <a:off x="6329236" y="2761488"/>
            <a:ext cx="2468880" cy="310896"/>
          </a:xfrm>
          <a:prstGeom prst="rect">
            <a:avLst/>
          </a:prstGeom>
          <a:noFill/>
          <a:ln/>
        </p:spPr>
        <p:txBody>
          <a:bodyPr wrap="square" lIns="0" tIns="0" rIns="0" bIns="0" rtlCol="0" anchor="ctr"/>
          <a:lstStyle/>
          <a:p>
            <a:pPr algn="ctr"/>
            <a:r>
              <a:rPr lang="en-US" sz="1600" b="1" dirty="0">
                <a:solidFill>
                  <a:srgbClr val="F1F5F9"/>
                </a:solidFill>
                <a:latin typeface="Calibri" pitchFamily="34" charset="0"/>
                <a:ea typeface="Calibri" pitchFamily="34" charset="-122"/>
                <a:cs typeface="Calibri" pitchFamily="34" charset="-120"/>
              </a:rPr>
              <a:t>AI analysis</a:t>
            </a:r>
            <a:endParaRPr lang="en-US" sz="1600" dirty="0">
              <a:solidFill>
                <a:prstClr val="black"/>
              </a:solidFill>
              <a:latin typeface="Calibri" panose="020F0502020204030204"/>
            </a:endParaRPr>
          </a:p>
        </p:txBody>
      </p:sp>
      <p:sp>
        <p:nvSpPr>
          <p:cNvPr id="32" name="Text 27"/>
          <p:cNvSpPr/>
          <p:nvPr/>
        </p:nvSpPr>
        <p:spPr>
          <a:xfrm>
            <a:off x="6493828" y="3108960"/>
            <a:ext cx="2139696" cy="749808"/>
          </a:xfrm>
          <a:prstGeom prst="rect">
            <a:avLst/>
          </a:prstGeom>
          <a:noFill/>
          <a:ln/>
        </p:spPr>
        <p:txBody>
          <a:bodyPr wrap="square" lIns="0" tIns="0" rIns="0" bIns="0" rtlCol="0" anchor="t"/>
          <a:lstStyle/>
          <a:p>
            <a:pPr algn="ctr"/>
            <a:r>
              <a:rPr lang="en-US" sz="1050" b="1" dirty="0">
                <a:solidFill>
                  <a:srgbClr val="22D3EE"/>
                </a:solidFill>
                <a:latin typeface="Calibri" pitchFamily="34" charset="0"/>
                <a:ea typeface="Calibri" pitchFamily="34" charset="-122"/>
                <a:cs typeface="Calibri" pitchFamily="34" charset="-120"/>
              </a:rPr>
              <a:t>Only on a change</a:t>
            </a:r>
            <a:r>
              <a:rPr lang="en-US" sz="1050" dirty="0">
                <a:solidFill>
                  <a:srgbClr val="94A3B8"/>
                </a:solidFill>
                <a:latin typeface="Calibri" pitchFamily="34" charset="0"/>
                <a:ea typeface="Calibri" pitchFamily="34" charset="-122"/>
                <a:cs typeface="Calibri" pitchFamily="34" charset="-120"/>
              </a:rPr>
              <a:t>, old + new text go to Gemini 2.5 Flash, which returns a summary, analysis &amp; priority.</a:t>
            </a:r>
            <a:endParaRPr lang="en-US" sz="1050" dirty="0">
              <a:solidFill>
                <a:prstClr val="black"/>
              </a:solidFill>
              <a:latin typeface="Calibri" panose="020F0502020204030204"/>
            </a:endParaRPr>
          </a:p>
        </p:txBody>
      </p:sp>
      <p:sp>
        <p:nvSpPr>
          <p:cNvPr id="33" name="Shape 28"/>
          <p:cNvSpPr/>
          <p:nvPr/>
        </p:nvSpPr>
        <p:spPr>
          <a:xfrm>
            <a:off x="6466396" y="3877056"/>
            <a:ext cx="507492" cy="274320"/>
          </a:xfrm>
          <a:prstGeom prst="roundRect">
            <a:avLst>
              <a:gd name="adj" fmla="val 16667"/>
            </a:avLst>
          </a:prstGeom>
          <a:solidFill>
            <a:srgbClr val="EF4444"/>
          </a:solidFill>
          <a:ln/>
        </p:spPr>
        <p:txBody>
          <a:bodyPr/>
          <a:lstStyle/>
          <a:p>
            <a:endParaRPr lang="en-AU"/>
          </a:p>
        </p:txBody>
      </p:sp>
      <p:sp>
        <p:nvSpPr>
          <p:cNvPr id="34" name="Text 29"/>
          <p:cNvSpPr/>
          <p:nvPr/>
        </p:nvSpPr>
        <p:spPr>
          <a:xfrm>
            <a:off x="6466396" y="3877056"/>
            <a:ext cx="507492" cy="274320"/>
          </a:xfrm>
          <a:prstGeom prst="rect">
            <a:avLst/>
          </a:prstGeom>
          <a:noFill/>
          <a:ln/>
        </p:spPr>
        <p:txBody>
          <a:bodyPr wrap="square" lIns="0" tIns="0" rIns="0" bIns="0" rtlCol="0" anchor="ctr"/>
          <a:lstStyle/>
          <a:p>
            <a:pPr algn="ctr"/>
            <a:r>
              <a:rPr lang="en-US" sz="750" b="1" dirty="0">
                <a:solidFill>
                  <a:srgbClr val="0B1220"/>
                </a:solidFill>
                <a:latin typeface="Calibri" pitchFamily="34" charset="0"/>
                <a:ea typeface="Calibri" pitchFamily="34" charset="-122"/>
                <a:cs typeface="Calibri" pitchFamily="34" charset="-120"/>
              </a:rPr>
              <a:t>Critical</a:t>
            </a:r>
            <a:endParaRPr lang="en-US" sz="750" dirty="0">
              <a:solidFill>
                <a:prstClr val="black"/>
              </a:solidFill>
              <a:latin typeface="Calibri" panose="020F0502020204030204"/>
            </a:endParaRPr>
          </a:p>
        </p:txBody>
      </p:sp>
      <p:sp>
        <p:nvSpPr>
          <p:cNvPr id="35" name="Shape 30"/>
          <p:cNvSpPr/>
          <p:nvPr/>
        </p:nvSpPr>
        <p:spPr>
          <a:xfrm>
            <a:off x="7028752" y="3877056"/>
            <a:ext cx="507492" cy="274320"/>
          </a:xfrm>
          <a:prstGeom prst="roundRect">
            <a:avLst>
              <a:gd name="adj" fmla="val 16667"/>
            </a:avLst>
          </a:prstGeom>
          <a:solidFill>
            <a:srgbClr val="F97316"/>
          </a:solidFill>
          <a:ln/>
        </p:spPr>
        <p:txBody>
          <a:bodyPr/>
          <a:lstStyle/>
          <a:p>
            <a:endParaRPr lang="en-AU"/>
          </a:p>
        </p:txBody>
      </p:sp>
      <p:sp>
        <p:nvSpPr>
          <p:cNvPr id="36" name="Text 31"/>
          <p:cNvSpPr/>
          <p:nvPr/>
        </p:nvSpPr>
        <p:spPr>
          <a:xfrm>
            <a:off x="7028752" y="3877056"/>
            <a:ext cx="507492" cy="274320"/>
          </a:xfrm>
          <a:prstGeom prst="rect">
            <a:avLst/>
          </a:prstGeom>
          <a:noFill/>
          <a:ln/>
        </p:spPr>
        <p:txBody>
          <a:bodyPr wrap="square" lIns="0" tIns="0" rIns="0" bIns="0" rtlCol="0" anchor="ctr"/>
          <a:lstStyle/>
          <a:p>
            <a:pPr algn="ctr"/>
            <a:r>
              <a:rPr lang="en-US" sz="750" b="1" dirty="0">
                <a:solidFill>
                  <a:srgbClr val="0B1220"/>
                </a:solidFill>
                <a:latin typeface="Calibri" pitchFamily="34" charset="0"/>
                <a:ea typeface="Calibri" pitchFamily="34" charset="-122"/>
                <a:cs typeface="Calibri" pitchFamily="34" charset="-120"/>
              </a:rPr>
              <a:t>High</a:t>
            </a:r>
            <a:endParaRPr lang="en-US" sz="750" dirty="0">
              <a:solidFill>
                <a:prstClr val="black"/>
              </a:solidFill>
              <a:latin typeface="Calibri" panose="020F0502020204030204"/>
            </a:endParaRPr>
          </a:p>
        </p:txBody>
      </p:sp>
      <p:sp>
        <p:nvSpPr>
          <p:cNvPr id="37" name="Shape 32"/>
          <p:cNvSpPr/>
          <p:nvPr/>
        </p:nvSpPr>
        <p:spPr>
          <a:xfrm>
            <a:off x="7591108" y="3877056"/>
            <a:ext cx="507492" cy="274320"/>
          </a:xfrm>
          <a:prstGeom prst="roundRect">
            <a:avLst>
              <a:gd name="adj" fmla="val 16667"/>
            </a:avLst>
          </a:prstGeom>
          <a:solidFill>
            <a:srgbClr val="FACC15"/>
          </a:solidFill>
          <a:ln/>
        </p:spPr>
        <p:txBody>
          <a:bodyPr/>
          <a:lstStyle/>
          <a:p>
            <a:endParaRPr lang="en-AU"/>
          </a:p>
        </p:txBody>
      </p:sp>
      <p:sp>
        <p:nvSpPr>
          <p:cNvPr id="38" name="Text 33"/>
          <p:cNvSpPr/>
          <p:nvPr/>
        </p:nvSpPr>
        <p:spPr>
          <a:xfrm>
            <a:off x="7591108" y="3877056"/>
            <a:ext cx="507492" cy="274320"/>
          </a:xfrm>
          <a:prstGeom prst="rect">
            <a:avLst/>
          </a:prstGeom>
          <a:noFill/>
          <a:ln/>
        </p:spPr>
        <p:txBody>
          <a:bodyPr wrap="square" lIns="0" tIns="0" rIns="0" bIns="0" rtlCol="0" anchor="ctr"/>
          <a:lstStyle/>
          <a:p>
            <a:pPr algn="ctr"/>
            <a:r>
              <a:rPr lang="en-US" sz="750" b="1" dirty="0">
                <a:solidFill>
                  <a:srgbClr val="1A1205"/>
                </a:solidFill>
                <a:latin typeface="Calibri" pitchFamily="34" charset="0"/>
                <a:ea typeface="Calibri" pitchFamily="34" charset="-122"/>
                <a:cs typeface="Calibri" pitchFamily="34" charset="-120"/>
              </a:rPr>
              <a:t>Med</a:t>
            </a:r>
            <a:endParaRPr lang="en-US" sz="750" dirty="0">
              <a:solidFill>
                <a:prstClr val="black"/>
              </a:solidFill>
              <a:latin typeface="Calibri" panose="020F0502020204030204"/>
            </a:endParaRPr>
          </a:p>
        </p:txBody>
      </p:sp>
      <p:sp>
        <p:nvSpPr>
          <p:cNvPr id="39" name="Shape 34"/>
          <p:cNvSpPr/>
          <p:nvPr/>
        </p:nvSpPr>
        <p:spPr>
          <a:xfrm>
            <a:off x="8153464" y="3877056"/>
            <a:ext cx="507492" cy="274320"/>
          </a:xfrm>
          <a:prstGeom prst="roundRect">
            <a:avLst>
              <a:gd name="adj" fmla="val 16667"/>
            </a:avLst>
          </a:prstGeom>
          <a:solidFill>
            <a:srgbClr val="22C55E"/>
          </a:solidFill>
          <a:ln/>
        </p:spPr>
        <p:txBody>
          <a:bodyPr/>
          <a:lstStyle/>
          <a:p>
            <a:endParaRPr lang="en-AU"/>
          </a:p>
        </p:txBody>
      </p:sp>
      <p:sp>
        <p:nvSpPr>
          <p:cNvPr id="40" name="Text 35"/>
          <p:cNvSpPr/>
          <p:nvPr/>
        </p:nvSpPr>
        <p:spPr>
          <a:xfrm>
            <a:off x="8153464" y="3877056"/>
            <a:ext cx="507492" cy="274320"/>
          </a:xfrm>
          <a:prstGeom prst="rect">
            <a:avLst/>
          </a:prstGeom>
          <a:noFill/>
          <a:ln/>
        </p:spPr>
        <p:txBody>
          <a:bodyPr wrap="square" lIns="0" tIns="0" rIns="0" bIns="0" rtlCol="0" anchor="ctr"/>
          <a:lstStyle/>
          <a:p>
            <a:pPr algn="ctr"/>
            <a:r>
              <a:rPr lang="en-US" sz="750" b="1" dirty="0">
                <a:solidFill>
                  <a:srgbClr val="0B1220"/>
                </a:solidFill>
                <a:latin typeface="Calibri" pitchFamily="34" charset="0"/>
                <a:ea typeface="Calibri" pitchFamily="34" charset="-122"/>
                <a:cs typeface="Calibri" pitchFamily="34" charset="-120"/>
              </a:rPr>
              <a:t>Low</a:t>
            </a:r>
            <a:endParaRPr lang="en-US" sz="750" dirty="0">
              <a:solidFill>
                <a:prstClr val="black"/>
              </a:solidFill>
              <a:latin typeface="Calibri" panose="020F0502020204030204"/>
            </a:endParaRPr>
          </a:p>
        </p:txBody>
      </p:sp>
      <p:sp>
        <p:nvSpPr>
          <p:cNvPr id="41" name="Shape 36"/>
          <p:cNvSpPr/>
          <p:nvPr/>
        </p:nvSpPr>
        <p:spPr>
          <a:xfrm>
            <a:off x="9264460" y="1481328"/>
            <a:ext cx="2468880" cy="2761488"/>
          </a:xfrm>
          <a:prstGeom prst="roundRect">
            <a:avLst>
              <a:gd name="adj" fmla="val 3704"/>
            </a:avLst>
          </a:prstGeom>
          <a:solidFill>
            <a:srgbClr val="18263F"/>
          </a:solidFill>
          <a:ln w="12700">
            <a:solidFill>
              <a:srgbClr val="2C3E5F"/>
            </a:solidFill>
            <a:prstDash val="solid"/>
          </a:ln>
          <a:effectLst>
            <a:outerShdw blurRad="101600" dist="38100" dir="5400000" algn="bl" rotWithShape="0">
              <a:srgbClr val="060B14">
                <a:alpha val="50000"/>
              </a:srgbClr>
            </a:outerShdw>
          </a:effectLst>
        </p:spPr>
        <p:txBody>
          <a:bodyPr/>
          <a:lstStyle/>
          <a:p>
            <a:endParaRPr lang="en-AU"/>
          </a:p>
        </p:txBody>
      </p:sp>
      <p:sp>
        <p:nvSpPr>
          <p:cNvPr id="42" name="Shape 37"/>
          <p:cNvSpPr/>
          <p:nvPr/>
        </p:nvSpPr>
        <p:spPr>
          <a:xfrm>
            <a:off x="10123996" y="1700784"/>
            <a:ext cx="749808" cy="749808"/>
          </a:xfrm>
          <a:prstGeom prst="ellipse">
            <a:avLst/>
          </a:prstGeom>
          <a:solidFill>
            <a:srgbClr val="34D399"/>
          </a:solidFill>
          <a:ln/>
          <a:effectLst>
            <a:outerShdw blurRad="127000" dist="50800" dir="5400000" algn="bl" rotWithShape="0">
              <a:srgbClr val="34D399">
                <a:alpha val="45000"/>
              </a:srgbClr>
            </a:outerShdw>
          </a:effectLst>
        </p:spPr>
        <p:txBody>
          <a:bodyPr/>
          <a:lstStyle/>
          <a:p>
            <a:endParaRPr lang="en-AU"/>
          </a:p>
        </p:txBody>
      </p:sp>
      <p:pic>
        <p:nvPicPr>
          <p:cNvPr id="43" name="Image 3" descr="preencoded.png"/>
          <p:cNvPicPr>
            <a:picLocks noChangeAspect="1"/>
          </p:cNvPicPr>
          <p:nvPr/>
        </p:nvPicPr>
        <p:blipFill>
          <a:blip r:embed="rId6"/>
          <a:stretch>
            <a:fillRect/>
          </a:stretch>
        </p:blipFill>
        <p:spPr>
          <a:xfrm>
            <a:off x="10270300" y="1847088"/>
            <a:ext cx="457200" cy="457200"/>
          </a:xfrm>
          <a:prstGeom prst="rect">
            <a:avLst/>
          </a:prstGeom>
        </p:spPr>
      </p:pic>
      <p:sp>
        <p:nvSpPr>
          <p:cNvPr id="44" name="Text 38"/>
          <p:cNvSpPr/>
          <p:nvPr/>
        </p:nvSpPr>
        <p:spPr>
          <a:xfrm>
            <a:off x="9264460" y="2542032"/>
            <a:ext cx="2468880" cy="219456"/>
          </a:xfrm>
          <a:prstGeom prst="rect">
            <a:avLst/>
          </a:prstGeom>
          <a:noFill/>
          <a:ln/>
        </p:spPr>
        <p:txBody>
          <a:bodyPr wrap="square" lIns="0" tIns="0" rIns="0" bIns="0" rtlCol="0" anchor="ctr"/>
          <a:lstStyle/>
          <a:p>
            <a:pPr algn="ctr"/>
            <a:r>
              <a:rPr lang="en-US" sz="1000" b="1" kern="0" spc="200" dirty="0">
                <a:solidFill>
                  <a:srgbClr val="34D399"/>
                </a:solidFill>
                <a:latin typeface="Calibri" pitchFamily="34" charset="0"/>
                <a:ea typeface="Calibri" pitchFamily="34" charset="-122"/>
                <a:cs typeface="Calibri" pitchFamily="34" charset="-120"/>
              </a:rPr>
              <a:t>STEP 4</a:t>
            </a:r>
            <a:endParaRPr lang="en-US" sz="1000" dirty="0">
              <a:solidFill>
                <a:prstClr val="black"/>
              </a:solidFill>
              <a:latin typeface="Calibri" panose="020F0502020204030204"/>
            </a:endParaRPr>
          </a:p>
        </p:txBody>
      </p:sp>
      <p:sp>
        <p:nvSpPr>
          <p:cNvPr id="45" name="Text 39"/>
          <p:cNvSpPr/>
          <p:nvPr/>
        </p:nvSpPr>
        <p:spPr>
          <a:xfrm>
            <a:off x="9264460" y="2761488"/>
            <a:ext cx="2468880" cy="310896"/>
          </a:xfrm>
          <a:prstGeom prst="rect">
            <a:avLst/>
          </a:prstGeom>
          <a:noFill/>
          <a:ln/>
        </p:spPr>
        <p:txBody>
          <a:bodyPr wrap="square" lIns="0" tIns="0" rIns="0" bIns="0" rtlCol="0" anchor="ctr"/>
          <a:lstStyle/>
          <a:p>
            <a:pPr algn="ctr"/>
            <a:r>
              <a:rPr lang="en-US" sz="1600" b="1" dirty="0">
                <a:solidFill>
                  <a:srgbClr val="F1F5F9"/>
                </a:solidFill>
                <a:latin typeface="Calibri" pitchFamily="34" charset="0"/>
                <a:ea typeface="Calibri" pitchFamily="34" charset="-122"/>
                <a:cs typeface="Calibri" pitchFamily="34" charset="-120"/>
              </a:rPr>
              <a:t>Live dashboard</a:t>
            </a:r>
            <a:endParaRPr lang="en-US" sz="1600" dirty="0">
              <a:solidFill>
                <a:prstClr val="black"/>
              </a:solidFill>
              <a:latin typeface="Calibri" panose="020F0502020204030204"/>
            </a:endParaRPr>
          </a:p>
        </p:txBody>
      </p:sp>
      <p:sp>
        <p:nvSpPr>
          <p:cNvPr id="46" name="Text 40"/>
          <p:cNvSpPr/>
          <p:nvPr/>
        </p:nvSpPr>
        <p:spPr>
          <a:xfrm>
            <a:off x="9429052" y="3108960"/>
            <a:ext cx="2139696" cy="749808"/>
          </a:xfrm>
          <a:prstGeom prst="rect">
            <a:avLst/>
          </a:prstGeom>
          <a:noFill/>
          <a:ln/>
        </p:spPr>
        <p:txBody>
          <a:bodyPr wrap="square" lIns="0" tIns="0" rIns="0" bIns="0" rtlCol="0" anchor="t"/>
          <a:lstStyle/>
          <a:p>
            <a:pPr algn="ctr"/>
            <a:r>
              <a:rPr lang="en-US" sz="1050" dirty="0">
                <a:solidFill>
                  <a:srgbClr val="94A3B8"/>
                </a:solidFill>
                <a:latin typeface="Calibri" pitchFamily="34" charset="0"/>
                <a:ea typeface="Calibri" pitchFamily="34" charset="-122"/>
                <a:cs typeface="Calibri" pitchFamily="34" charset="-120"/>
              </a:rPr>
              <a:t>A React app reads the JSON and shows policies by category, detail pages, change history &amp; badges.</a:t>
            </a:r>
            <a:endParaRPr lang="en-US" sz="1050" dirty="0">
              <a:solidFill>
                <a:prstClr val="black"/>
              </a:solidFill>
              <a:latin typeface="Calibri" panose="020F0502020204030204"/>
            </a:endParaRPr>
          </a:p>
        </p:txBody>
      </p:sp>
      <p:sp>
        <p:nvSpPr>
          <p:cNvPr id="47" name="Shape 41"/>
          <p:cNvSpPr/>
          <p:nvPr/>
        </p:nvSpPr>
        <p:spPr>
          <a:xfrm>
            <a:off x="9401620" y="3877056"/>
            <a:ext cx="682752" cy="274320"/>
          </a:xfrm>
          <a:prstGeom prst="roundRect">
            <a:avLst>
              <a:gd name="adj" fmla="val 16667"/>
            </a:avLst>
          </a:prstGeom>
          <a:solidFill>
            <a:srgbClr val="22344F"/>
          </a:solidFill>
          <a:ln w="9525">
            <a:solidFill>
              <a:srgbClr val="2C3E5F"/>
            </a:solidFill>
            <a:prstDash val="solid"/>
          </a:ln>
        </p:spPr>
        <p:txBody>
          <a:bodyPr/>
          <a:lstStyle/>
          <a:p>
            <a:endParaRPr lang="en-AU"/>
          </a:p>
        </p:txBody>
      </p:sp>
      <p:sp>
        <p:nvSpPr>
          <p:cNvPr id="48" name="Text 42"/>
          <p:cNvSpPr/>
          <p:nvPr/>
        </p:nvSpPr>
        <p:spPr>
          <a:xfrm>
            <a:off x="9401620" y="3877056"/>
            <a:ext cx="682752" cy="274320"/>
          </a:xfrm>
          <a:prstGeom prst="rect">
            <a:avLst/>
          </a:prstGeom>
          <a:noFill/>
          <a:ln/>
        </p:spPr>
        <p:txBody>
          <a:bodyPr wrap="square" lIns="0" tIns="0" rIns="0" bIns="0" rtlCol="0" anchor="ctr"/>
          <a:lstStyle/>
          <a:p>
            <a:pPr algn="ctr"/>
            <a:r>
              <a:rPr lang="en-US" sz="800" dirty="0">
                <a:solidFill>
                  <a:srgbClr val="F1F5F9"/>
                </a:solidFill>
                <a:latin typeface="Calibri" pitchFamily="34" charset="0"/>
                <a:ea typeface="Calibri" pitchFamily="34" charset="-122"/>
                <a:cs typeface="Calibri" pitchFamily="34" charset="-120"/>
              </a:rPr>
              <a:t>By category</a:t>
            </a:r>
            <a:endParaRPr lang="en-US" sz="800" dirty="0">
              <a:solidFill>
                <a:prstClr val="black"/>
              </a:solidFill>
              <a:latin typeface="Calibri" panose="020F0502020204030204"/>
            </a:endParaRPr>
          </a:p>
        </p:txBody>
      </p:sp>
      <p:sp>
        <p:nvSpPr>
          <p:cNvPr id="49" name="Shape 43"/>
          <p:cNvSpPr/>
          <p:nvPr/>
        </p:nvSpPr>
        <p:spPr>
          <a:xfrm>
            <a:off x="10157524" y="3877056"/>
            <a:ext cx="682752" cy="274320"/>
          </a:xfrm>
          <a:prstGeom prst="roundRect">
            <a:avLst>
              <a:gd name="adj" fmla="val 16667"/>
            </a:avLst>
          </a:prstGeom>
          <a:solidFill>
            <a:srgbClr val="22344F"/>
          </a:solidFill>
          <a:ln w="9525">
            <a:solidFill>
              <a:srgbClr val="2C3E5F"/>
            </a:solidFill>
            <a:prstDash val="solid"/>
          </a:ln>
        </p:spPr>
        <p:txBody>
          <a:bodyPr/>
          <a:lstStyle/>
          <a:p>
            <a:endParaRPr lang="en-AU"/>
          </a:p>
        </p:txBody>
      </p:sp>
      <p:sp>
        <p:nvSpPr>
          <p:cNvPr id="50" name="Text 44"/>
          <p:cNvSpPr/>
          <p:nvPr/>
        </p:nvSpPr>
        <p:spPr>
          <a:xfrm>
            <a:off x="10157524" y="3877056"/>
            <a:ext cx="682752" cy="274320"/>
          </a:xfrm>
          <a:prstGeom prst="rect">
            <a:avLst/>
          </a:prstGeom>
          <a:noFill/>
          <a:ln/>
        </p:spPr>
        <p:txBody>
          <a:bodyPr wrap="square" lIns="0" tIns="0" rIns="0" bIns="0" rtlCol="0" anchor="ctr"/>
          <a:lstStyle/>
          <a:p>
            <a:pPr algn="ctr"/>
            <a:r>
              <a:rPr lang="en-US" sz="800" dirty="0">
                <a:solidFill>
                  <a:srgbClr val="F1F5F9"/>
                </a:solidFill>
                <a:latin typeface="Calibri" pitchFamily="34" charset="0"/>
                <a:ea typeface="Calibri" pitchFamily="34" charset="-122"/>
                <a:cs typeface="Calibri" pitchFamily="34" charset="-120"/>
              </a:rPr>
              <a:t>History</a:t>
            </a:r>
            <a:endParaRPr lang="en-US" sz="800" dirty="0">
              <a:solidFill>
                <a:prstClr val="black"/>
              </a:solidFill>
              <a:latin typeface="Calibri" panose="020F0502020204030204"/>
            </a:endParaRPr>
          </a:p>
        </p:txBody>
      </p:sp>
      <p:sp>
        <p:nvSpPr>
          <p:cNvPr id="51" name="Shape 45"/>
          <p:cNvSpPr/>
          <p:nvPr/>
        </p:nvSpPr>
        <p:spPr>
          <a:xfrm>
            <a:off x="10913428" y="3877056"/>
            <a:ext cx="682752" cy="274320"/>
          </a:xfrm>
          <a:prstGeom prst="roundRect">
            <a:avLst>
              <a:gd name="adj" fmla="val 16667"/>
            </a:avLst>
          </a:prstGeom>
          <a:solidFill>
            <a:srgbClr val="22344F"/>
          </a:solidFill>
          <a:ln w="9525">
            <a:solidFill>
              <a:srgbClr val="2C3E5F"/>
            </a:solidFill>
            <a:prstDash val="solid"/>
          </a:ln>
        </p:spPr>
        <p:txBody>
          <a:bodyPr/>
          <a:lstStyle/>
          <a:p>
            <a:endParaRPr lang="en-AU"/>
          </a:p>
        </p:txBody>
      </p:sp>
      <p:sp>
        <p:nvSpPr>
          <p:cNvPr id="52" name="Text 46"/>
          <p:cNvSpPr/>
          <p:nvPr/>
        </p:nvSpPr>
        <p:spPr>
          <a:xfrm>
            <a:off x="10913428" y="3877056"/>
            <a:ext cx="682752" cy="274320"/>
          </a:xfrm>
          <a:prstGeom prst="rect">
            <a:avLst/>
          </a:prstGeom>
          <a:noFill/>
          <a:ln/>
        </p:spPr>
        <p:txBody>
          <a:bodyPr wrap="square" lIns="0" tIns="0" rIns="0" bIns="0" rtlCol="0" anchor="ctr"/>
          <a:lstStyle/>
          <a:p>
            <a:pPr algn="ctr"/>
            <a:r>
              <a:rPr lang="en-US" sz="800" dirty="0">
                <a:solidFill>
                  <a:srgbClr val="F1F5F9"/>
                </a:solidFill>
                <a:latin typeface="Calibri" pitchFamily="34" charset="0"/>
                <a:ea typeface="Calibri" pitchFamily="34" charset="-122"/>
                <a:cs typeface="Calibri" pitchFamily="34" charset="-120"/>
              </a:rPr>
              <a:t>Dark mode</a:t>
            </a:r>
            <a:endParaRPr lang="en-US" sz="800" dirty="0">
              <a:solidFill>
                <a:prstClr val="black"/>
              </a:solidFill>
              <a:latin typeface="Calibri" panose="020F0502020204030204"/>
            </a:endParaRPr>
          </a:p>
        </p:txBody>
      </p:sp>
      <p:sp>
        <p:nvSpPr>
          <p:cNvPr id="53" name="Shape 47"/>
          <p:cNvSpPr/>
          <p:nvPr/>
        </p:nvSpPr>
        <p:spPr>
          <a:xfrm>
            <a:off x="2941384" y="2660904"/>
            <a:ext cx="438912" cy="402336"/>
          </a:xfrm>
          <a:prstGeom prst="chevron">
            <a:avLst/>
          </a:prstGeom>
          <a:solidFill>
            <a:srgbClr val="2DD4BF"/>
          </a:solidFill>
          <a:ln/>
        </p:spPr>
        <p:txBody>
          <a:bodyPr/>
          <a:lstStyle/>
          <a:p>
            <a:endParaRPr lang="en-AU"/>
          </a:p>
        </p:txBody>
      </p:sp>
      <p:sp>
        <p:nvSpPr>
          <p:cNvPr id="54" name="Shape 48"/>
          <p:cNvSpPr/>
          <p:nvPr/>
        </p:nvSpPr>
        <p:spPr>
          <a:xfrm>
            <a:off x="5876608" y="2660904"/>
            <a:ext cx="438912" cy="402336"/>
          </a:xfrm>
          <a:prstGeom prst="chevron">
            <a:avLst/>
          </a:prstGeom>
          <a:solidFill>
            <a:srgbClr val="2DD4BF"/>
          </a:solidFill>
          <a:ln/>
        </p:spPr>
        <p:txBody>
          <a:bodyPr/>
          <a:lstStyle/>
          <a:p>
            <a:endParaRPr lang="en-AU"/>
          </a:p>
        </p:txBody>
      </p:sp>
      <p:sp>
        <p:nvSpPr>
          <p:cNvPr id="55" name="Shape 49"/>
          <p:cNvSpPr/>
          <p:nvPr/>
        </p:nvSpPr>
        <p:spPr>
          <a:xfrm>
            <a:off x="8811832" y="2660904"/>
            <a:ext cx="438912" cy="402336"/>
          </a:xfrm>
          <a:prstGeom prst="chevron">
            <a:avLst/>
          </a:prstGeom>
          <a:solidFill>
            <a:srgbClr val="2DD4BF"/>
          </a:solidFill>
          <a:ln/>
        </p:spPr>
        <p:txBody>
          <a:bodyPr/>
          <a:lstStyle/>
          <a:p>
            <a:endParaRPr lang="en-AU"/>
          </a:p>
        </p:txBody>
      </p:sp>
      <p:sp>
        <p:nvSpPr>
          <p:cNvPr id="56" name="Shape 50"/>
          <p:cNvSpPr/>
          <p:nvPr/>
        </p:nvSpPr>
        <p:spPr>
          <a:xfrm>
            <a:off x="458788" y="4617720"/>
            <a:ext cx="11274552" cy="1170432"/>
          </a:xfrm>
          <a:prstGeom prst="roundRect">
            <a:avLst>
              <a:gd name="adj" fmla="val 7813"/>
            </a:avLst>
          </a:prstGeom>
          <a:solidFill>
            <a:srgbClr val="13203A"/>
          </a:solidFill>
          <a:ln w="12700">
            <a:solidFill>
              <a:srgbClr val="2C3E5F"/>
            </a:solidFill>
            <a:prstDash val="solid"/>
          </a:ln>
        </p:spPr>
        <p:txBody>
          <a:bodyPr/>
          <a:lstStyle/>
          <a:p>
            <a:endParaRPr lang="en-AU"/>
          </a:p>
        </p:txBody>
      </p:sp>
      <p:pic>
        <p:nvPicPr>
          <p:cNvPr id="57" name="Image 4" descr="preencoded.png"/>
          <p:cNvPicPr>
            <a:picLocks noChangeAspect="1"/>
          </p:cNvPicPr>
          <p:nvPr/>
        </p:nvPicPr>
        <p:blipFill>
          <a:blip r:embed="rId7"/>
          <a:stretch>
            <a:fillRect/>
          </a:stretch>
        </p:blipFill>
        <p:spPr>
          <a:xfrm>
            <a:off x="751396" y="4928616"/>
            <a:ext cx="548640" cy="548640"/>
          </a:xfrm>
          <a:prstGeom prst="rect">
            <a:avLst/>
          </a:prstGeom>
        </p:spPr>
      </p:pic>
      <p:sp>
        <p:nvSpPr>
          <p:cNvPr id="58" name="Text 51"/>
          <p:cNvSpPr/>
          <p:nvPr/>
        </p:nvSpPr>
        <p:spPr>
          <a:xfrm>
            <a:off x="1464628" y="4837176"/>
            <a:ext cx="3337560" cy="749808"/>
          </a:xfrm>
          <a:prstGeom prst="rect">
            <a:avLst/>
          </a:prstGeom>
          <a:noFill/>
          <a:ln/>
        </p:spPr>
        <p:txBody>
          <a:bodyPr wrap="square" lIns="0" tIns="0" rIns="0" bIns="0" rtlCol="0" anchor="ctr"/>
          <a:lstStyle/>
          <a:p>
            <a:r>
              <a:rPr lang="en-US" sz="1300" b="1" dirty="0">
                <a:solidFill>
                  <a:srgbClr val="F1F5F9"/>
                </a:solidFill>
                <a:latin typeface="Calibri" pitchFamily="34" charset="0"/>
                <a:ea typeface="Calibri" pitchFamily="34" charset="-122"/>
                <a:cs typeface="Calibri" pitchFamily="34" charset="-120"/>
              </a:rPr>
              <a:t>Orchestrated by GitHub Actions</a:t>
            </a:r>
            <a:endParaRPr lang="en-US" sz="1300" dirty="0">
              <a:solidFill>
                <a:prstClr val="black"/>
              </a:solidFill>
              <a:latin typeface="Calibri" panose="020F0502020204030204"/>
            </a:endParaRPr>
          </a:p>
          <a:p>
            <a:r>
              <a:rPr lang="en-US" sz="950" dirty="0">
                <a:solidFill>
                  <a:srgbClr val="94A3B8"/>
                </a:solidFill>
                <a:latin typeface="Calibri" pitchFamily="34" charset="0"/>
                <a:ea typeface="Calibri" pitchFamily="34" charset="-122"/>
                <a:cs typeface="Calibri" pitchFamily="34" charset="-120"/>
              </a:rPr>
              <a:t>Runs daily at 00:00 UTC — no change means no LLM call, so cost stays low</a:t>
            </a:r>
            <a:endParaRPr lang="en-US" sz="1300" dirty="0">
              <a:solidFill>
                <a:prstClr val="black"/>
              </a:solidFill>
              <a:latin typeface="Calibri" panose="020F0502020204030204"/>
            </a:endParaRPr>
          </a:p>
        </p:txBody>
      </p:sp>
      <p:sp>
        <p:nvSpPr>
          <p:cNvPr id="59" name="Shape 52"/>
          <p:cNvSpPr/>
          <p:nvPr/>
        </p:nvSpPr>
        <p:spPr>
          <a:xfrm>
            <a:off x="5030788" y="4910328"/>
            <a:ext cx="1417320" cy="585216"/>
          </a:xfrm>
          <a:prstGeom prst="roundRect">
            <a:avLst>
              <a:gd name="adj" fmla="val 12500"/>
            </a:avLst>
          </a:prstGeom>
          <a:solidFill>
            <a:srgbClr val="18263F"/>
          </a:solidFill>
          <a:ln w="9525">
            <a:solidFill>
              <a:srgbClr val="2C3E5F"/>
            </a:solidFill>
            <a:prstDash val="solid"/>
          </a:ln>
        </p:spPr>
        <p:txBody>
          <a:bodyPr/>
          <a:lstStyle/>
          <a:p>
            <a:endParaRPr lang="en-AU"/>
          </a:p>
        </p:txBody>
      </p:sp>
      <p:pic>
        <p:nvPicPr>
          <p:cNvPr id="60" name="Image 5" descr="preencoded.png"/>
          <p:cNvPicPr>
            <a:picLocks noChangeAspect="1"/>
          </p:cNvPicPr>
          <p:nvPr/>
        </p:nvPicPr>
        <p:blipFill>
          <a:blip r:embed="rId8"/>
          <a:stretch>
            <a:fillRect/>
          </a:stretch>
        </p:blipFill>
        <p:spPr>
          <a:xfrm>
            <a:off x="5177092" y="5093208"/>
            <a:ext cx="219456" cy="219456"/>
          </a:xfrm>
          <a:prstGeom prst="rect">
            <a:avLst/>
          </a:prstGeom>
        </p:spPr>
      </p:pic>
      <p:sp>
        <p:nvSpPr>
          <p:cNvPr id="61" name="Text 53"/>
          <p:cNvSpPr/>
          <p:nvPr/>
        </p:nvSpPr>
        <p:spPr>
          <a:xfrm>
            <a:off x="5433124" y="4910328"/>
            <a:ext cx="960120" cy="585216"/>
          </a:xfrm>
          <a:prstGeom prst="rect">
            <a:avLst/>
          </a:prstGeom>
          <a:noFill/>
          <a:ln/>
        </p:spPr>
        <p:txBody>
          <a:bodyPr wrap="square" lIns="0" tIns="0" rIns="0" bIns="0" rtlCol="0" anchor="ctr"/>
          <a:lstStyle/>
          <a:p>
            <a:r>
              <a:rPr lang="en-US" sz="950" b="1" dirty="0">
                <a:solidFill>
                  <a:srgbClr val="F1F5F9"/>
                </a:solidFill>
                <a:latin typeface="Calibri" pitchFamily="34" charset="0"/>
                <a:ea typeface="Calibri" pitchFamily="34" charset="-122"/>
                <a:cs typeface="Calibri" pitchFamily="34" charset="-120"/>
              </a:rPr>
              <a:t>Run scraper</a:t>
            </a:r>
            <a:endParaRPr lang="en-US" sz="950" dirty="0">
              <a:solidFill>
                <a:prstClr val="black"/>
              </a:solidFill>
              <a:latin typeface="Calibri" panose="020F0502020204030204"/>
            </a:endParaRPr>
          </a:p>
        </p:txBody>
      </p:sp>
      <p:sp>
        <p:nvSpPr>
          <p:cNvPr id="62" name="Text 54"/>
          <p:cNvSpPr/>
          <p:nvPr/>
        </p:nvSpPr>
        <p:spPr>
          <a:xfrm>
            <a:off x="6429820" y="4910328"/>
            <a:ext cx="292608" cy="585216"/>
          </a:xfrm>
          <a:prstGeom prst="rect">
            <a:avLst/>
          </a:prstGeom>
          <a:noFill/>
          <a:ln/>
        </p:spPr>
        <p:txBody>
          <a:bodyPr wrap="square" lIns="0" tIns="0" rIns="0" bIns="0" rtlCol="0" anchor="ctr"/>
          <a:lstStyle/>
          <a:p>
            <a:pPr algn="ctr"/>
            <a:r>
              <a:rPr lang="en-US" sz="1600" b="1" dirty="0">
                <a:solidFill>
                  <a:srgbClr val="2DD4BF"/>
                </a:solidFill>
                <a:latin typeface="Calibri" pitchFamily="34" charset="0"/>
                <a:ea typeface="Calibri" pitchFamily="34" charset="-122"/>
                <a:cs typeface="Calibri" pitchFamily="34" charset="-120"/>
              </a:rPr>
              <a:t>›</a:t>
            </a:r>
            <a:endParaRPr lang="en-US" sz="1600" dirty="0">
              <a:solidFill>
                <a:prstClr val="black"/>
              </a:solidFill>
              <a:latin typeface="Calibri" panose="020F0502020204030204"/>
            </a:endParaRPr>
          </a:p>
        </p:txBody>
      </p:sp>
      <p:sp>
        <p:nvSpPr>
          <p:cNvPr id="63" name="Shape 55"/>
          <p:cNvSpPr/>
          <p:nvPr/>
        </p:nvSpPr>
        <p:spPr>
          <a:xfrm>
            <a:off x="6740716" y="4910328"/>
            <a:ext cx="1417320" cy="585216"/>
          </a:xfrm>
          <a:prstGeom prst="roundRect">
            <a:avLst>
              <a:gd name="adj" fmla="val 12500"/>
            </a:avLst>
          </a:prstGeom>
          <a:solidFill>
            <a:srgbClr val="18263F"/>
          </a:solidFill>
          <a:ln w="9525">
            <a:solidFill>
              <a:srgbClr val="2C3E5F"/>
            </a:solidFill>
            <a:prstDash val="solid"/>
          </a:ln>
        </p:spPr>
        <p:txBody>
          <a:bodyPr/>
          <a:lstStyle/>
          <a:p>
            <a:endParaRPr lang="en-AU"/>
          </a:p>
        </p:txBody>
      </p:sp>
      <p:pic>
        <p:nvPicPr>
          <p:cNvPr id="64" name="Image 6" descr="preencoded.png"/>
          <p:cNvPicPr>
            <a:picLocks noChangeAspect="1"/>
          </p:cNvPicPr>
          <p:nvPr/>
        </p:nvPicPr>
        <p:blipFill>
          <a:blip r:embed="rId9"/>
          <a:stretch>
            <a:fillRect/>
          </a:stretch>
        </p:blipFill>
        <p:spPr>
          <a:xfrm>
            <a:off x="6887020" y="5093208"/>
            <a:ext cx="219456" cy="219456"/>
          </a:xfrm>
          <a:prstGeom prst="rect">
            <a:avLst/>
          </a:prstGeom>
        </p:spPr>
      </p:pic>
      <p:sp>
        <p:nvSpPr>
          <p:cNvPr id="65" name="Text 56"/>
          <p:cNvSpPr/>
          <p:nvPr/>
        </p:nvSpPr>
        <p:spPr>
          <a:xfrm>
            <a:off x="7143052" y="4910328"/>
            <a:ext cx="960120" cy="585216"/>
          </a:xfrm>
          <a:prstGeom prst="rect">
            <a:avLst/>
          </a:prstGeom>
          <a:noFill/>
          <a:ln/>
        </p:spPr>
        <p:txBody>
          <a:bodyPr wrap="square" lIns="0" tIns="0" rIns="0" bIns="0" rtlCol="0" anchor="ctr"/>
          <a:lstStyle/>
          <a:p>
            <a:r>
              <a:rPr lang="en-US" sz="950" b="1" dirty="0">
                <a:solidFill>
                  <a:srgbClr val="F1F5F9"/>
                </a:solidFill>
                <a:latin typeface="Calibri" pitchFamily="34" charset="0"/>
                <a:ea typeface="Calibri" pitchFamily="34" charset="-122"/>
                <a:cs typeface="Calibri" pitchFamily="34" charset="-120"/>
              </a:rPr>
              <a:t>Commit data</a:t>
            </a:r>
            <a:endParaRPr lang="en-US" sz="950" dirty="0">
              <a:solidFill>
                <a:prstClr val="black"/>
              </a:solidFill>
              <a:latin typeface="Calibri" panose="020F0502020204030204"/>
            </a:endParaRPr>
          </a:p>
        </p:txBody>
      </p:sp>
      <p:sp>
        <p:nvSpPr>
          <p:cNvPr id="66" name="Text 57"/>
          <p:cNvSpPr/>
          <p:nvPr/>
        </p:nvSpPr>
        <p:spPr>
          <a:xfrm>
            <a:off x="8139748" y="4910328"/>
            <a:ext cx="292608" cy="585216"/>
          </a:xfrm>
          <a:prstGeom prst="rect">
            <a:avLst/>
          </a:prstGeom>
          <a:noFill/>
          <a:ln/>
        </p:spPr>
        <p:txBody>
          <a:bodyPr wrap="square" lIns="0" tIns="0" rIns="0" bIns="0" rtlCol="0" anchor="ctr"/>
          <a:lstStyle/>
          <a:p>
            <a:pPr algn="ctr"/>
            <a:r>
              <a:rPr lang="en-US" sz="1600" b="1" dirty="0">
                <a:solidFill>
                  <a:srgbClr val="2DD4BF"/>
                </a:solidFill>
                <a:latin typeface="Calibri" pitchFamily="34" charset="0"/>
                <a:ea typeface="Calibri" pitchFamily="34" charset="-122"/>
                <a:cs typeface="Calibri" pitchFamily="34" charset="-120"/>
              </a:rPr>
              <a:t>›</a:t>
            </a:r>
            <a:endParaRPr lang="en-US" sz="1600" dirty="0">
              <a:solidFill>
                <a:prstClr val="black"/>
              </a:solidFill>
              <a:latin typeface="Calibri" panose="020F0502020204030204"/>
            </a:endParaRPr>
          </a:p>
        </p:txBody>
      </p:sp>
      <p:sp>
        <p:nvSpPr>
          <p:cNvPr id="67" name="Shape 58"/>
          <p:cNvSpPr/>
          <p:nvPr/>
        </p:nvSpPr>
        <p:spPr>
          <a:xfrm>
            <a:off x="8450644" y="4910328"/>
            <a:ext cx="1417320" cy="585216"/>
          </a:xfrm>
          <a:prstGeom prst="roundRect">
            <a:avLst>
              <a:gd name="adj" fmla="val 12500"/>
            </a:avLst>
          </a:prstGeom>
          <a:solidFill>
            <a:srgbClr val="18263F"/>
          </a:solidFill>
          <a:ln w="9525">
            <a:solidFill>
              <a:srgbClr val="2C3E5F"/>
            </a:solidFill>
            <a:prstDash val="solid"/>
          </a:ln>
        </p:spPr>
        <p:txBody>
          <a:bodyPr/>
          <a:lstStyle/>
          <a:p>
            <a:endParaRPr lang="en-AU"/>
          </a:p>
        </p:txBody>
      </p:sp>
      <p:pic>
        <p:nvPicPr>
          <p:cNvPr id="68" name="Image 7" descr="preencoded.png"/>
          <p:cNvPicPr>
            <a:picLocks noChangeAspect="1"/>
          </p:cNvPicPr>
          <p:nvPr/>
        </p:nvPicPr>
        <p:blipFill>
          <a:blip r:embed="rId10"/>
          <a:stretch>
            <a:fillRect/>
          </a:stretch>
        </p:blipFill>
        <p:spPr>
          <a:xfrm>
            <a:off x="8596948" y="5093208"/>
            <a:ext cx="219456" cy="219456"/>
          </a:xfrm>
          <a:prstGeom prst="rect">
            <a:avLst/>
          </a:prstGeom>
        </p:spPr>
      </p:pic>
      <p:sp>
        <p:nvSpPr>
          <p:cNvPr id="69" name="Text 59"/>
          <p:cNvSpPr/>
          <p:nvPr/>
        </p:nvSpPr>
        <p:spPr>
          <a:xfrm>
            <a:off x="8852980" y="4910328"/>
            <a:ext cx="960120" cy="585216"/>
          </a:xfrm>
          <a:prstGeom prst="rect">
            <a:avLst/>
          </a:prstGeom>
          <a:noFill/>
          <a:ln/>
        </p:spPr>
        <p:txBody>
          <a:bodyPr wrap="square" lIns="0" tIns="0" rIns="0" bIns="0" rtlCol="0" anchor="ctr"/>
          <a:lstStyle/>
          <a:p>
            <a:r>
              <a:rPr lang="en-US" sz="950" b="1" dirty="0">
                <a:solidFill>
                  <a:srgbClr val="F1F5F9"/>
                </a:solidFill>
                <a:latin typeface="Calibri" pitchFamily="34" charset="0"/>
                <a:ea typeface="Calibri" pitchFamily="34" charset="-122"/>
                <a:cs typeface="Calibri" pitchFamily="34" charset="-120"/>
              </a:rPr>
              <a:t>Rebuild app</a:t>
            </a:r>
            <a:endParaRPr lang="en-US" sz="950" dirty="0">
              <a:solidFill>
                <a:prstClr val="black"/>
              </a:solidFill>
              <a:latin typeface="Calibri" panose="020F0502020204030204"/>
            </a:endParaRPr>
          </a:p>
        </p:txBody>
      </p:sp>
      <p:sp>
        <p:nvSpPr>
          <p:cNvPr id="70" name="Text 60"/>
          <p:cNvSpPr/>
          <p:nvPr/>
        </p:nvSpPr>
        <p:spPr>
          <a:xfrm>
            <a:off x="9849676" y="4910328"/>
            <a:ext cx="292608" cy="585216"/>
          </a:xfrm>
          <a:prstGeom prst="rect">
            <a:avLst/>
          </a:prstGeom>
          <a:noFill/>
          <a:ln/>
        </p:spPr>
        <p:txBody>
          <a:bodyPr wrap="square" lIns="0" tIns="0" rIns="0" bIns="0" rtlCol="0" anchor="ctr"/>
          <a:lstStyle/>
          <a:p>
            <a:pPr algn="ctr"/>
            <a:r>
              <a:rPr lang="en-US" sz="1600" b="1" dirty="0">
                <a:solidFill>
                  <a:srgbClr val="2DD4BF"/>
                </a:solidFill>
                <a:latin typeface="Calibri" pitchFamily="34" charset="0"/>
                <a:ea typeface="Calibri" pitchFamily="34" charset="-122"/>
                <a:cs typeface="Calibri" pitchFamily="34" charset="-120"/>
              </a:rPr>
              <a:t>›</a:t>
            </a:r>
            <a:endParaRPr lang="en-US" sz="1600" dirty="0">
              <a:solidFill>
                <a:prstClr val="black"/>
              </a:solidFill>
              <a:latin typeface="Calibri" panose="020F0502020204030204"/>
            </a:endParaRPr>
          </a:p>
        </p:txBody>
      </p:sp>
      <p:sp>
        <p:nvSpPr>
          <p:cNvPr id="71" name="Shape 61"/>
          <p:cNvSpPr/>
          <p:nvPr/>
        </p:nvSpPr>
        <p:spPr>
          <a:xfrm>
            <a:off x="10160572" y="4910328"/>
            <a:ext cx="1417320" cy="585216"/>
          </a:xfrm>
          <a:prstGeom prst="roundRect">
            <a:avLst>
              <a:gd name="adj" fmla="val 12500"/>
            </a:avLst>
          </a:prstGeom>
          <a:solidFill>
            <a:srgbClr val="18263F"/>
          </a:solidFill>
          <a:ln w="9525">
            <a:solidFill>
              <a:srgbClr val="2C3E5F"/>
            </a:solidFill>
            <a:prstDash val="solid"/>
          </a:ln>
        </p:spPr>
        <p:txBody>
          <a:bodyPr/>
          <a:lstStyle/>
          <a:p>
            <a:endParaRPr lang="en-AU"/>
          </a:p>
        </p:txBody>
      </p:sp>
      <p:pic>
        <p:nvPicPr>
          <p:cNvPr id="72" name="Image 8" descr="preencoded.png"/>
          <p:cNvPicPr>
            <a:picLocks noChangeAspect="1"/>
          </p:cNvPicPr>
          <p:nvPr/>
        </p:nvPicPr>
        <p:blipFill>
          <a:blip r:embed="rId11"/>
          <a:stretch>
            <a:fillRect/>
          </a:stretch>
        </p:blipFill>
        <p:spPr>
          <a:xfrm>
            <a:off x="10306876" y="5093208"/>
            <a:ext cx="219456" cy="219456"/>
          </a:xfrm>
          <a:prstGeom prst="rect">
            <a:avLst/>
          </a:prstGeom>
        </p:spPr>
      </p:pic>
      <p:sp>
        <p:nvSpPr>
          <p:cNvPr id="73" name="Text 62"/>
          <p:cNvSpPr/>
          <p:nvPr/>
        </p:nvSpPr>
        <p:spPr>
          <a:xfrm>
            <a:off x="10562908" y="4910328"/>
            <a:ext cx="960120" cy="585216"/>
          </a:xfrm>
          <a:prstGeom prst="rect">
            <a:avLst/>
          </a:prstGeom>
          <a:noFill/>
          <a:ln/>
        </p:spPr>
        <p:txBody>
          <a:bodyPr wrap="square" lIns="0" tIns="0" rIns="0" bIns="0" rtlCol="0" anchor="ctr"/>
          <a:lstStyle/>
          <a:p>
            <a:r>
              <a:rPr lang="en-US" sz="950" b="1" dirty="0">
                <a:solidFill>
                  <a:srgbClr val="F1F5F9"/>
                </a:solidFill>
                <a:latin typeface="Calibri" pitchFamily="34" charset="0"/>
                <a:ea typeface="Calibri" pitchFamily="34" charset="-122"/>
                <a:cs typeface="Calibri" pitchFamily="34" charset="-120"/>
              </a:rPr>
              <a:t>Deploy Pages</a:t>
            </a:r>
            <a:endParaRPr lang="en-US" sz="950" dirty="0">
              <a:solidFill>
                <a:prstClr val="black"/>
              </a:solidFill>
              <a:latin typeface="Calibri" panose="020F0502020204030204"/>
            </a:endParaRPr>
          </a:p>
        </p:txBody>
      </p:sp>
      <p:sp>
        <p:nvSpPr>
          <p:cNvPr id="74" name="Text 63"/>
          <p:cNvSpPr/>
          <p:nvPr/>
        </p:nvSpPr>
        <p:spPr>
          <a:xfrm>
            <a:off x="458788" y="5989320"/>
            <a:ext cx="7955280" cy="365760"/>
          </a:xfrm>
          <a:prstGeom prst="rect">
            <a:avLst/>
          </a:prstGeom>
          <a:noFill/>
          <a:ln/>
        </p:spPr>
        <p:txBody>
          <a:bodyPr wrap="square" lIns="0" tIns="0" rIns="0" bIns="0" rtlCol="0" anchor="ctr"/>
          <a:lstStyle/>
          <a:p>
            <a:r>
              <a:rPr lang="en-US" sz="1000" b="1" dirty="0">
                <a:solidFill>
                  <a:srgbClr val="2DD4BF"/>
                </a:solidFill>
                <a:latin typeface="Calibri" pitchFamily="34" charset="0"/>
                <a:ea typeface="Calibri" pitchFamily="34" charset="-122"/>
                <a:cs typeface="Calibri" pitchFamily="34" charset="-120"/>
              </a:rPr>
              <a:t>Fail-safe by design:  </a:t>
            </a:r>
            <a:r>
              <a:rPr lang="en-US" sz="1000" dirty="0">
                <a:solidFill>
                  <a:srgbClr val="6C7C93"/>
                </a:solidFill>
                <a:latin typeface="Calibri" pitchFamily="34" charset="0"/>
                <a:ea typeface="Calibri" pitchFamily="34" charset="-122"/>
                <a:cs typeface="Calibri" pitchFamily="34" charset="-120"/>
              </a:rPr>
              <a:t>unchanged pages are skipped entirely · every past version is archived under logs/ for a full change history</a:t>
            </a:r>
            <a:endParaRPr lang="en-US" sz="1000" dirty="0">
              <a:solidFill>
                <a:prstClr val="black"/>
              </a:solidFill>
              <a:latin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512064"/>
            <a:ext cx="11183112" cy="566928"/>
          </a:xfrm>
          <a:prstGeom prst="rect">
            <a:avLst/>
          </a:prstGeom>
          <a:noFill/>
          <a:ln/>
        </p:spPr>
        <p:txBody>
          <a:bodyPr wrap="square" lIns="0" tIns="0" rIns="0" bIns="0" rtlCol="0" anchor="ctr"/>
          <a:lstStyle/>
          <a:p>
            <a:pPr marL="0" indent="0">
              <a:buNone/>
            </a:pPr>
            <a:r>
              <a:rPr lang="en-US" sz="2600" b="1" dirty="0">
                <a:solidFill>
                  <a:srgbClr val="0C2442"/>
                </a:solidFill>
                <a:latin typeface="Arial" pitchFamily="34" charset="0"/>
                <a:ea typeface="Arial" pitchFamily="34" charset="-122"/>
                <a:cs typeface="Arial" pitchFamily="34" charset="-120"/>
              </a:rPr>
              <a:t>Detect. Connect. Recommend.</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02920" y="1280160"/>
            <a:ext cx="3602736" cy="4224528"/>
          </a:xfrm>
          <a:prstGeom prst="roundRect">
            <a:avLst>
              <a:gd name="adj" fmla="val 2284"/>
            </a:avLst>
          </a:prstGeom>
          <a:solidFill>
            <a:srgbClr val="FFFFFF"/>
          </a:solidFill>
          <a:ln w="12700">
            <a:solidFill>
              <a:srgbClr val="C9D6E2"/>
            </a:solidFill>
            <a:prstDash val="solid"/>
          </a:ln>
          <a:effectLst>
            <a:outerShdw blurRad="76200" dist="25400" dir="5400000" algn="bl" rotWithShape="0">
              <a:srgbClr val="9AAABB">
                <a:alpha val="35000"/>
              </a:srgbClr>
            </a:outerShdw>
          </a:effectLst>
        </p:spPr>
        <p:txBody>
          <a:bodyPr/>
          <a:lstStyle/>
          <a:p>
            <a:endParaRPr lang="en-AU"/>
          </a:p>
        </p:txBody>
      </p:sp>
      <p:pic>
        <p:nvPicPr>
          <p:cNvPr id="6" name="Image 0" descr="/home/user/pptx-work/image24.png"/>
          <p:cNvPicPr>
            <a:picLocks noChangeAspect="1"/>
          </p:cNvPicPr>
          <p:nvPr/>
        </p:nvPicPr>
        <p:blipFill>
          <a:blip r:embed="rId3"/>
          <a:stretch>
            <a:fillRect/>
          </a:stretch>
        </p:blipFill>
        <p:spPr>
          <a:xfrm>
            <a:off x="1572768" y="1481328"/>
            <a:ext cx="1463040" cy="1463040"/>
          </a:xfrm>
          <a:prstGeom prst="rect">
            <a:avLst/>
          </a:prstGeom>
        </p:spPr>
      </p:pic>
      <p:sp>
        <p:nvSpPr>
          <p:cNvPr id="7" name="Text 4"/>
          <p:cNvSpPr/>
          <p:nvPr/>
        </p:nvSpPr>
        <p:spPr>
          <a:xfrm>
            <a:off x="731520" y="3063240"/>
            <a:ext cx="3145536" cy="365760"/>
          </a:xfrm>
          <a:prstGeom prst="rect">
            <a:avLst/>
          </a:prstGeom>
          <a:noFill/>
          <a:ln/>
        </p:spPr>
        <p:txBody>
          <a:bodyPr wrap="square" lIns="0" tIns="0" rIns="0" bIns="0" rtlCol="0" anchor="ctr"/>
          <a:lstStyle/>
          <a:p>
            <a:pPr marL="0" indent="0" algn="ctr">
              <a:buNone/>
            </a:pPr>
            <a:r>
              <a:rPr lang="en-US" sz="1650" b="1" dirty="0">
                <a:solidFill>
                  <a:srgbClr val="0C2442"/>
                </a:solidFill>
                <a:latin typeface="Arial" pitchFamily="34" charset="0"/>
                <a:ea typeface="Arial" pitchFamily="34" charset="-122"/>
                <a:cs typeface="Arial" pitchFamily="34" charset="-120"/>
              </a:rPr>
              <a:t>Spots real changes</a:t>
            </a:r>
            <a:endParaRPr lang="en-US" sz="1650" dirty="0"/>
          </a:p>
        </p:txBody>
      </p:sp>
      <p:sp>
        <p:nvSpPr>
          <p:cNvPr id="8" name="Text 5"/>
          <p:cNvSpPr/>
          <p:nvPr/>
        </p:nvSpPr>
        <p:spPr>
          <a:xfrm>
            <a:off x="777240" y="3493008"/>
            <a:ext cx="3054096" cy="1417320"/>
          </a:xfrm>
          <a:prstGeom prst="rect">
            <a:avLst/>
          </a:prstGeom>
          <a:noFill/>
          <a:ln/>
        </p:spPr>
        <p:txBody>
          <a:bodyPr wrap="square" lIns="0" tIns="0" rIns="0" bIns="0" rtlCol="0" anchor="ctr"/>
          <a:lstStyle/>
          <a:p>
            <a:pPr marL="0" indent="0" algn="ctr">
              <a:buNone/>
            </a:pPr>
            <a:r>
              <a:rPr lang="en-US" sz="1200" dirty="0">
                <a:solidFill>
                  <a:srgbClr val="1F2A3A"/>
                </a:solidFill>
                <a:latin typeface="Calibri" pitchFamily="34" charset="0"/>
                <a:ea typeface="Calibri" pitchFamily="34" charset="-122"/>
                <a:cs typeface="Calibri" pitchFamily="34" charset="-120"/>
              </a:rPr>
              <a:t>Watches all 156 sources on their own schedules and ignores cosmetic churn — reformatting, timestamps, menu shuffles.</a:t>
            </a:r>
            <a:endParaRPr lang="en-US" sz="1200" dirty="0"/>
          </a:p>
        </p:txBody>
      </p:sp>
      <p:sp>
        <p:nvSpPr>
          <p:cNvPr id="9" name="Text 6"/>
          <p:cNvSpPr/>
          <p:nvPr/>
        </p:nvSpPr>
        <p:spPr>
          <a:xfrm>
            <a:off x="731520" y="5074920"/>
            <a:ext cx="3145536" cy="274320"/>
          </a:xfrm>
          <a:prstGeom prst="rect">
            <a:avLst/>
          </a:prstGeom>
          <a:noFill/>
          <a:ln/>
        </p:spPr>
        <p:txBody>
          <a:bodyPr wrap="square" lIns="0" tIns="0" rIns="0" bIns="0" rtlCol="0" anchor="ctr"/>
          <a:lstStyle/>
          <a:p>
            <a:pPr marL="0" indent="0" algn="ctr">
              <a:buNone/>
            </a:pPr>
            <a:r>
              <a:rPr lang="en-US" sz="950" b="1" kern="0" spc="200" dirty="0">
                <a:solidFill>
                  <a:srgbClr val="4F7492"/>
                </a:solidFill>
                <a:latin typeface="Arial" pitchFamily="34" charset="0"/>
                <a:ea typeface="Arial" pitchFamily="34" charset="-122"/>
                <a:cs typeface="Arial" pitchFamily="34" charset="-120"/>
              </a:rPr>
              <a:t>THE OUTSIDE WORLD</a:t>
            </a:r>
            <a:endParaRPr lang="en-US" sz="950" dirty="0"/>
          </a:p>
        </p:txBody>
      </p:sp>
      <p:sp>
        <p:nvSpPr>
          <p:cNvPr id="10" name="Shape 7"/>
          <p:cNvSpPr/>
          <p:nvPr/>
        </p:nvSpPr>
        <p:spPr>
          <a:xfrm>
            <a:off x="4293108" y="1280160"/>
            <a:ext cx="3602736" cy="4224528"/>
          </a:xfrm>
          <a:prstGeom prst="roundRect">
            <a:avLst>
              <a:gd name="adj" fmla="val 2284"/>
            </a:avLst>
          </a:prstGeom>
          <a:solidFill>
            <a:srgbClr val="FFFFFF"/>
          </a:solidFill>
          <a:ln w="12700">
            <a:solidFill>
              <a:srgbClr val="C9D6E2"/>
            </a:solidFill>
            <a:prstDash val="solid"/>
          </a:ln>
          <a:effectLst>
            <a:outerShdw blurRad="76200" dist="25400" dir="5400000" algn="bl" rotWithShape="0">
              <a:srgbClr val="9AAABB">
                <a:alpha val="35000"/>
              </a:srgbClr>
            </a:outerShdw>
          </a:effectLst>
        </p:spPr>
        <p:txBody>
          <a:bodyPr/>
          <a:lstStyle/>
          <a:p>
            <a:endParaRPr lang="en-AU"/>
          </a:p>
        </p:txBody>
      </p:sp>
      <p:pic>
        <p:nvPicPr>
          <p:cNvPr id="11" name="Image 1" descr="/home/user/pptx-work/image25.png"/>
          <p:cNvPicPr>
            <a:picLocks noChangeAspect="1"/>
          </p:cNvPicPr>
          <p:nvPr/>
        </p:nvPicPr>
        <p:blipFill>
          <a:blip r:embed="rId4"/>
          <a:stretch>
            <a:fillRect/>
          </a:stretch>
        </p:blipFill>
        <p:spPr>
          <a:xfrm>
            <a:off x="5362956" y="1481328"/>
            <a:ext cx="1463040" cy="1463040"/>
          </a:xfrm>
          <a:prstGeom prst="rect">
            <a:avLst/>
          </a:prstGeom>
        </p:spPr>
      </p:pic>
      <p:sp>
        <p:nvSpPr>
          <p:cNvPr id="12" name="Text 8"/>
          <p:cNvSpPr/>
          <p:nvPr/>
        </p:nvSpPr>
        <p:spPr>
          <a:xfrm>
            <a:off x="4521708" y="3063240"/>
            <a:ext cx="3145536" cy="365760"/>
          </a:xfrm>
          <a:prstGeom prst="rect">
            <a:avLst/>
          </a:prstGeom>
          <a:noFill/>
          <a:ln/>
        </p:spPr>
        <p:txBody>
          <a:bodyPr wrap="square" lIns="0" tIns="0" rIns="0" bIns="0" rtlCol="0" anchor="ctr"/>
          <a:lstStyle/>
          <a:p>
            <a:pPr marL="0" indent="0" algn="ctr">
              <a:buNone/>
            </a:pPr>
            <a:r>
              <a:rPr lang="en-US" sz="1650" b="1" dirty="0">
                <a:solidFill>
                  <a:srgbClr val="0C2442"/>
                </a:solidFill>
                <a:latin typeface="Arial" pitchFamily="34" charset="0"/>
                <a:ea typeface="Arial" pitchFamily="34" charset="-122"/>
                <a:cs typeface="Arial" pitchFamily="34" charset="-120"/>
              </a:rPr>
              <a:t>Finds the pages affected</a:t>
            </a:r>
            <a:endParaRPr lang="en-US" sz="1650" dirty="0"/>
          </a:p>
        </p:txBody>
      </p:sp>
      <p:sp>
        <p:nvSpPr>
          <p:cNvPr id="13" name="Text 9"/>
          <p:cNvSpPr/>
          <p:nvPr/>
        </p:nvSpPr>
        <p:spPr>
          <a:xfrm>
            <a:off x="4567428" y="3493008"/>
            <a:ext cx="3054096" cy="1417320"/>
          </a:xfrm>
          <a:prstGeom prst="rect">
            <a:avLst/>
          </a:prstGeom>
          <a:noFill/>
          <a:ln/>
        </p:spPr>
        <p:txBody>
          <a:bodyPr wrap="square" lIns="0" tIns="0" rIns="0" bIns="0" rtlCol="0" anchor="ctr"/>
          <a:lstStyle/>
          <a:p>
            <a:pPr marL="0" indent="0" algn="ctr">
              <a:buNone/>
            </a:pPr>
            <a:r>
              <a:rPr lang="en-US" sz="1200" dirty="0">
                <a:solidFill>
                  <a:srgbClr val="1F2A3A"/>
                </a:solidFill>
                <a:latin typeface="Calibri" pitchFamily="34" charset="0"/>
                <a:ea typeface="Calibri" pitchFamily="34" charset="-122"/>
                <a:cs typeface="Calibri" pitchFamily="34" charset="-120"/>
              </a:rPr>
              <a:t>Searches our 139 pages by exact words and by meaning, then shortlists the few pages a change could actually touch.</a:t>
            </a:r>
            <a:endParaRPr lang="en-US" sz="1200" dirty="0"/>
          </a:p>
        </p:txBody>
      </p:sp>
      <p:sp>
        <p:nvSpPr>
          <p:cNvPr id="14" name="Text 10"/>
          <p:cNvSpPr/>
          <p:nvPr/>
        </p:nvSpPr>
        <p:spPr>
          <a:xfrm>
            <a:off x="4521708" y="5074920"/>
            <a:ext cx="3145536" cy="274320"/>
          </a:xfrm>
          <a:prstGeom prst="rect">
            <a:avLst/>
          </a:prstGeom>
          <a:noFill/>
          <a:ln/>
        </p:spPr>
        <p:txBody>
          <a:bodyPr wrap="square" lIns="0" tIns="0" rIns="0" bIns="0" rtlCol="0" anchor="ctr"/>
          <a:lstStyle/>
          <a:p>
            <a:pPr marL="0" indent="0" algn="ctr">
              <a:buNone/>
            </a:pPr>
            <a:r>
              <a:rPr lang="en-US" sz="950" b="1" kern="0" spc="200" dirty="0">
                <a:solidFill>
                  <a:srgbClr val="4F7492"/>
                </a:solidFill>
                <a:latin typeface="Arial" pitchFamily="34" charset="0"/>
                <a:ea typeface="Arial" pitchFamily="34" charset="-122"/>
                <a:cs typeface="Arial" pitchFamily="34" charset="-120"/>
              </a:rPr>
              <a:t>THE CONNECTION</a:t>
            </a:r>
            <a:endParaRPr lang="en-US" sz="950" dirty="0"/>
          </a:p>
        </p:txBody>
      </p:sp>
      <p:sp>
        <p:nvSpPr>
          <p:cNvPr id="15" name="Shape 11"/>
          <p:cNvSpPr/>
          <p:nvPr/>
        </p:nvSpPr>
        <p:spPr>
          <a:xfrm>
            <a:off x="8083296" y="1280160"/>
            <a:ext cx="3602736" cy="4224528"/>
          </a:xfrm>
          <a:prstGeom prst="roundRect">
            <a:avLst>
              <a:gd name="adj" fmla="val 2284"/>
            </a:avLst>
          </a:prstGeom>
          <a:solidFill>
            <a:srgbClr val="FFFFFF"/>
          </a:solidFill>
          <a:ln w="12700">
            <a:solidFill>
              <a:srgbClr val="C9D6E2"/>
            </a:solidFill>
            <a:prstDash val="solid"/>
          </a:ln>
          <a:effectLst>
            <a:outerShdw blurRad="76200" dist="25400" dir="5400000" algn="bl" rotWithShape="0">
              <a:srgbClr val="9AAABB">
                <a:alpha val="35000"/>
              </a:srgbClr>
            </a:outerShdw>
          </a:effectLst>
        </p:spPr>
        <p:txBody>
          <a:bodyPr/>
          <a:lstStyle/>
          <a:p>
            <a:endParaRPr lang="en-AU"/>
          </a:p>
        </p:txBody>
      </p:sp>
      <p:pic>
        <p:nvPicPr>
          <p:cNvPr id="16" name="Image 2" descr="/home/user/pptx-work/image26.png"/>
          <p:cNvPicPr>
            <a:picLocks noChangeAspect="1"/>
          </p:cNvPicPr>
          <p:nvPr/>
        </p:nvPicPr>
        <p:blipFill>
          <a:blip r:embed="rId5"/>
          <a:stretch>
            <a:fillRect/>
          </a:stretch>
        </p:blipFill>
        <p:spPr>
          <a:xfrm>
            <a:off x="9153144" y="1481328"/>
            <a:ext cx="1463040" cy="1463040"/>
          </a:xfrm>
          <a:prstGeom prst="rect">
            <a:avLst/>
          </a:prstGeom>
        </p:spPr>
      </p:pic>
      <p:sp>
        <p:nvSpPr>
          <p:cNvPr id="17" name="Text 12"/>
          <p:cNvSpPr/>
          <p:nvPr/>
        </p:nvSpPr>
        <p:spPr>
          <a:xfrm>
            <a:off x="8311896" y="3063240"/>
            <a:ext cx="3145536" cy="365760"/>
          </a:xfrm>
          <a:prstGeom prst="rect">
            <a:avLst/>
          </a:prstGeom>
          <a:noFill/>
          <a:ln/>
        </p:spPr>
        <p:txBody>
          <a:bodyPr wrap="square" lIns="0" tIns="0" rIns="0" bIns="0" rtlCol="0" anchor="ctr"/>
          <a:lstStyle/>
          <a:p>
            <a:pPr marL="0" indent="0" algn="ctr">
              <a:buNone/>
            </a:pPr>
            <a:r>
              <a:rPr lang="en-US" sz="1650" b="1" dirty="0">
                <a:solidFill>
                  <a:srgbClr val="0C2442"/>
                </a:solidFill>
                <a:latin typeface="Arial" pitchFamily="34" charset="0"/>
                <a:ea typeface="Arial" pitchFamily="34" charset="-122"/>
                <a:cs typeface="Arial" pitchFamily="34" charset="-120"/>
              </a:rPr>
              <a:t>Recommends an action</a:t>
            </a:r>
            <a:endParaRPr lang="en-US" sz="1650" dirty="0"/>
          </a:p>
        </p:txBody>
      </p:sp>
      <p:sp>
        <p:nvSpPr>
          <p:cNvPr id="18" name="Text 13"/>
          <p:cNvSpPr/>
          <p:nvPr/>
        </p:nvSpPr>
        <p:spPr>
          <a:xfrm>
            <a:off x="8357616" y="3493008"/>
            <a:ext cx="3054096" cy="1417320"/>
          </a:xfrm>
          <a:prstGeom prst="rect">
            <a:avLst/>
          </a:prstGeom>
          <a:noFill/>
          <a:ln/>
        </p:spPr>
        <p:txBody>
          <a:bodyPr wrap="square" lIns="0" tIns="0" rIns="0" bIns="0" rtlCol="0" anchor="ctr"/>
          <a:lstStyle/>
          <a:p>
            <a:pPr marL="0" indent="0" algn="ctr">
              <a:buNone/>
            </a:pPr>
            <a:r>
              <a:rPr lang="en-US" sz="1200" dirty="0">
                <a:solidFill>
                  <a:srgbClr val="1F2A3A"/>
                </a:solidFill>
                <a:latin typeface="Calibri" pitchFamily="34" charset="0"/>
                <a:ea typeface="Calibri" pitchFamily="34" charset="-122"/>
                <a:cs typeface="Calibri" pitchFamily="34" charset="-120"/>
              </a:rPr>
              <a:t>Drafts the case for an amendment — or says “no change needed”, or “uncertain — human, please look” — and emails the owner.</a:t>
            </a:r>
            <a:endParaRPr lang="en-US" sz="1200" dirty="0"/>
          </a:p>
        </p:txBody>
      </p:sp>
      <p:sp>
        <p:nvSpPr>
          <p:cNvPr id="19" name="Text 14"/>
          <p:cNvSpPr/>
          <p:nvPr/>
        </p:nvSpPr>
        <p:spPr>
          <a:xfrm>
            <a:off x="8311896" y="5074920"/>
            <a:ext cx="3145536" cy="274320"/>
          </a:xfrm>
          <a:prstGeom prst="rect">
            <a:avLst/>
          </a:prstGeom>
          <a:noFill/>
          <a:ln/>
        </p:spPr>
        <p:txBody>
          <a:bodyPr wrap="square" lIns="0" tIns="0" rIns="0" bIns="0" rtlCol="0" anchor="ctr"/>
          <a:lstStyle/>
          <a:p>
            <a:pPr marL="0" indent="0" algn="ctr">
              <a:buNone/>
            </a:pPr>
            <a:r>
              <a:rPr lang="en-US" sz="950" b="1" kern="0" spc="200" dirty="0">
                <a:solidFill>
                  <a:srgbClr val="4F7492"/>
                </a:solidFill>
                <a:latin typeface="Arial" pitchFamily="34" charset="0"/>
                <a:ea typeface="Arial" pitchFamily="34" charset="-122"/>
                <a:cs typeface="Arial" pitchFamily="34" charset="-120"/>
              </a:rPr>
              <a:t>THE JUDGEMENT</a:t>
            </a:r>
            <a:endParaRPr lang="en-US" sz="950" dirty="0"/>
          </a:p>
        </p:txBody>
      </p:sp>
      <p:sp>
        <p:nvSpPr>
          <p:cNvPr id="20" name="Shape 15"/>
          <p:cNvSpPr/>
          <p:nvPr/>
        </p:nvSpPr>
        <p:spPr>
          <a:xfrm>
            <a:off x="502920" y="5806440"/>
            <a:ext cx="11183112" cy="621792"/>
          </a:xfrm>
          <a:prstGeom prst="roundRect">
            <a:avLst>
              <a:gd name="adj" fmla="val 13235"/>
            </a:avLst>
          </a:prstGeom>
          <a:solidFill>
            <a:srgbClr val="0C2442"/>
          </a:solidFill>
          <a:ln/>
        </p:spPr>
        <p:txBody>
          <a:bodyPr/>
          <a:lstStyle/>
          <a:p>
            <a:endParaRPr lang="en-AU"/>
          </a:p>
        </p:txBody>
      </p:sp>
      <p:sp>
        <p:nvSpPr>
          <p:cNvPr id="21" name="Shape 16"/>
          <p:cNvSpPr/>
          <p:nvPr/>
        </p:nvSpPr>
        <p:spPr>
          <a:xfrm>
            <a:off x="777240" y="5916168"/>
            <a:ext cx="402336" cy="402336"/>
          </a:xfrm>
          <a:prstGeom prst="ellipse">
            <a:avLst/>
          </a:prstGeom>
          <a:solidFill>
            <a:srgbClr val="2D4C6A"/>
          </a:solidFill>
          <a:ln/>
        </p:spPr>
        <p:txBody>
          <a:bodyPr/>
          <a:lstStyle/>
          <a:p>
            <a:endParaRPr lang="en-AU"/>
          </a:p>
        </p:txBody>
      </p:sp>
      <p:pic>
        <p:nvPicPr>
          <p:cNvPr id="22" name="Image 3" descr="preencoded.png"/>
          <p:cNvPicPr>
            <a:picLocks noChangeAspect="1"/>
          </p:cNvPicPr>
          <p:nvPr/>
        </p:nvPicPr>
        <p:blipFill>
          <a:blip r:embed="rId6"/>
          <a:stretch>
            <a:fillRect/>
          </a:stretch>
        </p:blipFill>
        <p:spPr>
          <a:xfrm>
            <a:off x="881847" y="6020775"/>
            <a:ext cx="193121" cy="193121"/>
          </a:xfrm>
          <a:prstGeom prst="rect">
            <a:avLst/>
          </a:prstGeom>
        </p:spPr>
      </p:pic>
      <p:sp>
        <p:nvSpPr>
          <p:cNvPr id="23" name="Text 17"/>
          <p:cNvSpPr/>
          <p:nvPr/>
        </p:nvSpPr>
        <p:spPr>
          <a:xfrm>
            <a:off x="1371600" y="5806440"/>
            <a:ext cx="1005840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Runs unattended every morning. </a:t>
            </a:r>
            <a:r>
              <a:rPr lang="en-US" sz="1350" dirty="0">
                <a:solidFill>
                  <a:srgbClr val="FFFFFF"/>
                </a:solidFill>
                <a:latin typeface="Calibri" pitchFamily="34" charset="0"/>
                <a:ea typeface="Calibri" pitchFamily="34" charset="-122"/>
                <a:cs typeface="Calibri" pitchFamily="34" charset="-120"/>
              </a:rPr>
              <a:t>Tripwire recommends, it never edits the website.</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0E0D"/>
        </a:solidFill>
        <a:effectLst/>
      </p:bgPr>
    </p:bg>
    <p:spTree>
      <p:nvGrpSpPr>
        <p:cNvPr id="1" name=""/>
        <p:cNvGrpSpPr/>
        <p:nvPr/>
      </p:nvGrpSpPr>
      <p:grpSpPr>
        <a:xfrm>
          <a:off x="0" y="0"/>
          <a:ext cx="0" cy="0"/>
          <a:chOff x="0" y="0"/>
          <a:chExt cx="0" cy="0"/>
        </a:xfrm>
      </p:grpSpPr>
      <p:sp>
        <p:nvSpPr>
          <p:cNvPr id="3" name="Text 1"/>
          <p:cNvSpPr/>
          <p:nvPr/>
        </p:nvSpPr>
        <p:spPr>
          <a:xfrm>
            <a:off x="521208" y="502920"/>
            <a:ext cx="109728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0" cap="none" spc="100" normalizeH="0" baseline="0" noProof="0" dirty="0">
                <a:ln>
                  <a:noFill/>
                </a:ln>
                <a:solidFill>
                  <a:srgbClr val="E8E8E8"/>
                </a:solidFill>
                <a:effectLst/>
                <a:uLnTx/>
                <a:uFillTx/>
                <a:latin typeface="Arial" pitchFamily="34" charset="0"/>
                <a:ea typeface="Arial" pitchFamily="34" charset="-122"/>
                <a:cs typeface="Arial" pitchFamily="34" charset="-120"/>
              </a:rPr>
              <a:t>TWO WAYS TO READ A CHANGE</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1088136"/>
            <a:ext cx="9806940" cy="548640"/>
          </a:xfrm>
          <a:prstGeom prst="rect">
            <a:avLst/>
          </a:prstGeom>
          <a:noFill/>
          <a:ln/>
        </p:spPr>
        <p:txBody>
          <a:bodyPr wrap="square" rtlCol="0" anchor="ct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9A988F"/>
                </a:solidFill>
                <a:effectLst/>
                <a:uLnTx/>
                <a:uFillTx/>
                <a:latin typeface="Cambria" pitchFamily="34" charset="0"/>
                <a:ea typeface="Cambria" pitchFamily="34" charset="-122"/>
                <a:cs typeface="Cambria" pitchFamily="34" charset="-120"/>
              </a:rPr>
              <a:t>The original tool explained a change for the one document it lived in. Tripwire measures that same change against the whole corpus of information it could touch.</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1965960"/>
            <a:ext cx="5349240" cy="4160520"/>
          </a:xfrm>
          <a:prstGeom prst="rect">
            <a:avLst/>
          </a:prstGeom>
          <a:solidFill>
            <a:srgbClr val="211F1A"/>
          </a:solidFill>
          <a:ln/>
          <a:effectLst>
            <a:outerShdw blurRad="177800" dist="50800" dir="5400000" algn="bl" rotWithShape="0">
              <a:srgbClr val="000000">
                <a:alpha val="5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841248" y="2221992"/>
            <a:ext cx="4800600" cy="2560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77756C"/>
                </a:solidFill>
                <a:effectLst/>
                <a:uLnTx/>
                <a:uFillTx/>
                <a:latin typeface="Courier New" pitchFamily="34" charset="0"/>
                <a:ea typeface="Courier New" pitchFamily="34" charset="-122"/>
                <a:cs typeface="Courier New" pitchFamily="34" charset="-120"/>
              </a:rPr>
              <a:t>THE ORIGINAL MODEL  ·  AI STEWARD DASHBOARD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41248" y="2496312"/>
            <a:ext cx="4800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50" normalizeH="0" baseline="0" noProof="0" dirty="0">
                <a:ln>
                  <a:noFill/>
                </a:ln>
                <a:solidFill>
                  <a:srgbClr val="E8E8E8"/>
                </a:solidFill>
                <a:effectLst/>
                <a:uLnTx/>
                <a:uFillTx/>
                <a:latin typeface="Arial" pitchFamily="34" charset="0"/>
                <a:ea typeface="Arial" pitchFamily="34" charset="-122"/>
                <a:cs typeface="Arial" pitchFamily="34" charset="-120"/>
              </a:rPr>
              <a:t>ONE CHANGE, ONE DOCUMENT.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2212848" y="4652010"/>
            <a:ext cx="2057400" cy="23774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0" normalizeH="0" baseline="0" noProof="0" dirty="0">
                <a:ln>
                  <a:noFill/>
                </a:ln>
                <a:solidFill>
                  <a:srgbClr val="77756C"/>
                </a:solidFill>
                <a:effectLst/>
                <a:uLnTx/>
                <a:uFillTx/>
                <a:latin typeface="Courier New" pitchFamily="34" charset="0"/>
                <a:ea typeface="Courier New" pitchFamily="34" charset="-122"/>
                <a:cs typeface="Courier New" pitchFamily="34" charset="-120"/>
              </a:rPr>
              <a:t>ONLY ONE RELATIONSHIP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841248" y="5093208"/>
            <a:ext cx="4764024" cy="777240"/>
          </a:xfrm>
          <a:prstGeom prst="rect">
            <a:avLst/>
          </a:prstGeom>
          <a:noFill/>
          <a:ln/>
        </p:spPr>
        <p:txBody>
          <a:bodyPr wrap="square" rtlCol="0" anchor="ct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9A988F"/>
                </a:solidFill>
                <a:effectLst/>
                <a:uLnTx/>
                <a:uFillTx/>
                <a:latin typeface="Cambria" pitchFamily="34" charset="0"/>
                <a:ea typeface="Cambria" pitchFamily="34" charset="-122"/>
                <a:cs typeface="Cambria" pitchFamily="34" charset="-120"/>
              </a:rPr>
              <a:t>A change is explained in relation to the individual document it lives in — clear, but blind to everything else it might touch.</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841248" y="5760720"/>
            <a:ext cx="4800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150" normalizeH="0" baseline="0" noProof="0" dirty="0">
                <a:ln>
                  <a:noFill/>
                </a:ln>
                <a:solidFill>
                  <a:srgbClr val="77756C"/>
                </a:solidFill>
                <a:effectLst/>
                <a:uLnTx/>
                <a:uFillTx/>
                <a:latin typeface="Arial" pitchFamily="34" charset="0"/>
                <a:ea typeface="Arial" pitchFamily="34" charset="-122"/>
                <a:cs typeface="Arial" pitchFamily="34" charset="-120"/>
              </a:rPr>
              <a:t>RELATIONSHIP    </a:t>
            </a:r>
            <a:r>
              <a:rPr kumimoji="0" lang="en-US" sz="1300" b="1" i="0" u="none" strike="noStrike" kern="0" cap="none" spc="150" normalizeH="0" baseline="0" noProof="0" dirty="0">
                <a:ln>
                  <a:noFill/>
                </a:ln>
                <a:solidFill>
                  <a:srgbClr val="E8E8E8"/>
                </a:solidFill>
                <a:effectLst/>
                <a:uLnTx/>
                <a:uFillTx/>
                <a:latin typeface="Arial" pitchFamily="34" charset="0"/>
                <a:ea typeface="Arial" pitchFamily="34" charset="-122"/>
                <a:cs typeface="Arial" pitchFamily="34" charset="-120"/>
              </a:rPr>
              <a:t>1  →  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6309360" y="1965960"/>
            <a:ext cx="5349240" cy="4160520"/>
          </a:xfrm>
          <a:prstGeom prst="rect">
            <a:avLst/>
          </a:prstGeom>
          <a:solidFill>
            <a:srgbClr val="211F1A"/>
          </a:solidFill>
          <a:ln/>
          <a:effectLst>
            <a:outerShdw blurRad="177800" dist="50800" dir="5400000" algn="bl" rotWithShape="0">
              <a:srgbClr val="000000">
                <a:alpha val="5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601968" y="2221992"/>
            <a:ext cx="4800600" cy="2560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77756C"/>
                </a:solidFill>
                <a:effectLst/>
                <a:uLnTx/>
                <a:uFillTx/>
                <a:latin typeface="Courier New" pitchFamily="34" charset="0"/>
                <a:ea typeface="Courier New" pitchFamily="34" charset="-122"/>
                <a:cs typeface="Courier New" pitchFamily="34" charset="-120"/>
              </a:rPr>
              <a:t>THE TRIPWIRE MODEL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6601968" y="2496312"/>
            <a:ext cx="4800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50" normalizeH="0" baseline="0" noProof="0" dirty="0">
                <a:ln>
                  <a:noFill/>
                </a:ln>
                <a:solidFill>
                  <a:srgbClr val="E8E8E8"/>
                </a:solidFill>
                <a:effectLst/>
                <a:uLnTx/>
                <a:uFillTx/>
                <a:latin typeface="Arial" pitchFamily="34" charset="0"/>
                <a:ea typeface="Arial" pitchFamily="34" charset="-122"/>
                <a:cs typeface="Arial" pitchFamily="34" charset="-120"/>
              </a:rPr>
              <a:t>ONE CHANGE, A CORPUS.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Image 1" descr="/tmp/claude-0/-home-user-Tripwire/f6202397-a322-5a21-996b-248152aae573/scratchpad/tripwire.png"/>
          <p:cNvPicPr>
            <a:picLocks noChangeAspect="1"/>
          </p:cNvPicPr>
          <p:nvPr/>
        </p:nvPicPr>
        <p:blipFill>
          <a:blip r:embed="rId3"/>
          <a:stretch>
            <a:fillRect/>
          </a:stretch>
        </p:blipFill>
        <p:spPr>
          <a:xfrm>
            <a:off x="7612380" y="3154680"/>
            <a:ext cx="2743200" cy="1524000"/>
          </a:xfrm>
          <a:prstGeom prst="rect">
            <a:avLst/>
          </a:prstGeom>
        </p:spPr>
      </p:pic>
      <p:sp>
        <p:nvSpPr>
          <p:cNvPr id="17" name="Text 13"/>
          <p:cNvSpPr/>
          <p:nvPr/>
        </p:nvSpPr>
        <p:spPr>
          <a:xfrm>
            <a:off x="7246620" y="4696968"/>
            <a:ext cx="1645920" cy="23774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0" normalizeH="0" baseline="0" noProof="0" dirty="0">
                <a:ln>
                  <a:noFill/>
                </a:ln>
                <a:solidFill>
                  <a:srgbClr val="77756C"/>
                </a:solidFill>
                <a:effectLst/>
                <a:uLnTx/>
                <a:uFillTx/>
                <a:latin typeface="Courier New" pitchFamily="34" charset="0"/>
                <a:ea typeface="Courier New" pitchFamily="34" charset="-122"/>
                <a:cs typeface="Courier New" pitchFamily="34" charset="-120"/>
              </a:rPr>
              <a:t>SOURCES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9075420" y="4696968"/>
            <a:ext cx="1645920" cy="23774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0" normalizeH="0" baseline="0" noProof="0" dirty="0">
                <a:ln>
                  <a:noFill/>
                </a:ln>
                <a:solidFill>
                  <a:srgbClr val="77756C"/>
                </a:solidFill>
                <a:effectLst/>
                <a:uLnTx/>
                <a:uFillTx/>
                <a:latin typeface="Courier New" pitchFamily="34" charset="0"/>
                <a:ea typeface="Courier New" pitchFamily="34" charset="-122"/>
                <a:cs typeface="Courier New" pitchFamily="34" charset="-120"/>
              </a:rPr>
              <a:t>A CORPUS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6601968" y="5093208"/>
            <a:ext cx="4764024" cy="777240"/>
          </a:xfrm>
          <a:prstGeom prst="rect">
            <a:avLst/>
          </a:prstGeom>
          <a:noFill/>
          <a:ln/>
        </p:spPr>
        <p:txBody>
          <a:bodyPr wrap="square" rtlCol="0" anchor="ct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9A988F"/>
                </a:solidFill>
                <a:effectLst/>
                <a:uLnTx/>
                <a:uFillTx/>
                <a:latin typeface="Cambria" pitchFamily="34" charset="0"/>
                <a:ea typeface="Cambria" pitchFamily="34" charset="-122"/>
                <a:cs typeface="Cambria" pitchFamily="34" charset="-120"/>
              </a:rPr>
              <a:t>A change is scored against every document it could plausibly affect — and each document is watched from many sources at once.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6601968" y="5760720"/>
            <a:ext cx="4800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150" normalizeH="0" baseline="0" noProof="0" dirty="0">
                <a:ln>
                  <a:noFill/>
                </a:ln>
                <a:solidFill>
                  <a:srgbClr val="77756C"/>
                </a:solidFill>
                <a:effectLst/>
                <a:uLnTx/>
                <a:uFillTx/>
                <a:latin typeface="Arial" pitchFamily="34" charset="0"/>
                <a:ea typeface="Arial" pitchFamily="34" charset="-122"/>
                <a:cs typeface="Arial" pitchFamily="34" charset="-120"/>
              </a:rPr>
              <a:t>RELATIONSHIP    </a:t>
            </a:r>
            <a:r>
              <a:rPr kumimoji="0" lang="en-US" sz="1300" b="1" i="0" u="none" strike="noStrike" kern="0" cap="none" spc="150" normalizeH="0" baseline="0" noProof="0" dirty="0">
                <a:ln>
                  <a:noFill/>
                </a:ln>
                <a:solidFill>
                  <a:srgbClr val="E8E8E8"/>
                </a:solidFill>
                <a:effectLst/>
                <a:uLnTx/>
                <a:uFillTx/>
                <a:latin typeface="Arial" pitchFamily="34" charset="0"/>
                <a:ea typeface="Arial" pitchFamily="34" charset="-122"/>
                <a:cs typeface="Arial" pitchFamily="34" charset="-120"/>
              </a:rPr>
              <a:t>MANY → MANY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3" name="Group 22">
            <a:extLst>
              <a:ext uri="{FF2B5EF4-FFF2-40B4-BE49-F238E27FC236}">
                <a16:creationId xmlns:a16="http://schemas.microsoft.com/office/drawing/2014/main" id="{276C0735-B2CB-E6BC-D906-AA3317C1F0D8}"/>
              </a:ext>
            </a:extLst>
          </p:cNvPr>
          <p:cNvGrpSpPr/>
          <p:nvPr/>
        </p:nvGrpSpPr>
        <p:grpSpPr>
          <a:xfrm>
            <a:off x="2614282" y="3506724"/>
            <a:ext cx="1089151" cy="1074420"/>
            <a:chOff x="1000125" y="3695700"/>
            <a:chExt cx="1089151" cy="1074420"/>
          </a:xfrm>
        </p:grpSpPr>
        <p:sp>
          <p:nvSpPr>
            <p:cNvPr id="21" name="Arrow: Circular 20">
              <a:extLst>
                <a:ext uri="{FF2B5EF4-FFF2-40B4-BE49-F238E27FC236}">
                  <a16:creationId xmlns:a16="http://schemas.microsoft.com/office/drawing/2014/main" id="{848C9784-2CBB-5B65-D980-9D07BE38CAC3}"/>
                </a:ext>
              </a:extLst>
            </p:cNvPr>
            <p:cNvSpPr/>
            <p:nvPr/>
          </p:nvSpPr>
          <p:spPr>
            <a:xfrm>
              <a:off x="1000125" y="3695700"/>
              <a:ext cx="1089151" cy="1074420"/>
            </a:xfrm>
            <a:prstGeom prst="circularArrow">
              <a:avLst>
                <a:gd name="adj1" fmla="val 2214"/>
                <a:gd name="adj2" fmla="val 844965"/>
                <a:gd name="adj3" fmla="val 20701795"/>
                <a:gd name="adj4" fmla="val 1206673"/>
                <a:gd name="adj5" fmla="val 5967"/>
              </a:avLst>
            </a:prstGeom>
            <a:solidFill>
              <a:srgbClr val="5084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15D33CD3-0723-C00A-8851-9E5795AEE9B4}"/>
                </a:ext>
              </a:extLst>
            </p:cNvPr>
            <p:cNvSpPr/>
            <p:nvPr/>
          </p:nvSpPr>
          <p:spPr>
            <a:xfrm>
              <a:off x="1952229" y="4242434"/>
              <a:ext cx="126206" cy="126206"/>
            </a:xfrm>
            <a:prstGeom prst="ellipse">
              <a:avLst/>
            </a:prstGeom>
            <a:solidFill>
              <a:srgbClr val="CFC7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E0E0D"/>
        </a:solidFill>
        <a:effectLst/>
      </p:bgPr>
    </p:bg>
    <p:spTree>
      <p:nvGrpSpPr>
        <p:cNvPr id="1" name=""/>
        <p:cNvGrpSpPr/>
        <p:nvPr/>
      </p:nvGrpSpPr>
      <p:grpSpPr>
        <a:xfrm>
          <a:off x="0" y="0"/>
          <a:ext cx="0" cy="0"/>
          <a:chOff x="0" y="0"/>
          <a:chExt cx="0" cy="0"/>
        </a:xfrm>
      </p:grpSpPr>
      <p:sp>
        <p:nvSpPr>
          <p:cNvPr id="3" name="Text 1"/>
          <p:cNvSpPr/>
          <p:nvPr/>
        </p:nvSpPr>
        <p:spPr>
          <a:xfrm>
            <a:off x="521207" y="525780"/>
            <a:ext cx="8670417"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0" cap="none" spc="100" normalizeH="0" baseline="0" noProof="0" dirty="0">
                <a:ln>
                  <a:noFill/>
                </a:ln>
                <a:solidFill>
                  <a:srgbClr val="E8E8E8"/>
                </a:solidFill>
                <a:effectLst/>
                <a:uLnTx/>
                <a:uFillTx/>
                <a:latin typeface="Arial" pitchFamily="34" charset="0"/>
                <a:ea typeface="Arial" pitchFamily="34" charset="-122"/>
                <a:cs typeface="Arial" pitchFamily="34" charset="-120"/>
              </a:rPr>
              <a:t>VISUALISING THE MANY-MANY SOLUTION</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1092708"/>
            <a:ext cx="76809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9A988F"/>
                </a:solidFill>
                <a:effectLst/>
                <a:uLnTx/>
                <a:uFillTx/>
                <a:latin typeface="Cambria" pitchFamily="34" charset="0"/>
                <a:ea typeface="Cambria" pitchFamily="34" charset="-122"/>
                <a:cs typeface="Cambria" pitchFamily="34" charset="-120"/>
              </a:rPr>
              <a:t>Every curve is a single change that reached across into our content.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Image 0" descr="/tmp/claude-0/-home-user-Tripwire/f6202397-a322-5a21-996b-248152aae573/scratchpad/map.png"/>
          <p:cNvPicPr>
            <a:picLocks noChangeAspect="1"/>
          </p:cNvPicPr>
          <p:nvPr/>
        </p:nvPicPr>
        <p:blipFill>
          <a:blip r:embed="rId3"/>
          <a:stretch>
            <a:fillRect/>
          </a:stretch>
        </p:blipFill>
        <p:spPr>
          <a:xfrm>
            <a:off x="411480" y="1627632"/>
            <a:ext cx="7927848" cy="4937760"/>
          </a:xfrm>
          <a:prstGeom prst="rect">
            <a:avLst/>
          </a:prstGeom>
        </p:spPr>
      </p:pic>
      <p:sp>
        <p:nvSpPr>
          <p:cNvPr id="6" name="Text 3"/>
          <p:cNvSpPr/>
          <p:nvPr/>
        </p:nvSpPr>
        <p:spPr>
          <a:xfrm>
            <a:off x="8641080" y="1783080"/>
            <a:ext cx="31089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150" normalizeH="0" baseline="0" noProof="0" dirty="0">
                <a:ln>
                  <a:noFill/>
                </a:ln>
                <a:solidFill>
                  <a:srgbClr val="77756C"/>
                </a:solidFill>
                <a:effectLst/>
                <a:uLnTx/>
                <a:uFillTx/>
                <a:latin typeface="Courier New" pitchFamily="34" charset="0"/>
                <a:ea typeface="Courier New" pitchFamily="34" charset="-122"/>
                <a:cs typeface="Courier New" pitchFamily="34" charset="-120"/>
              </a:rPr>
              <a:t>HOW TO READ IT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8641080" y="2121408"/>
            <a:ext cx="3108960" cy="1554480"/>
          </a:xfrm>
          <a:prstGeom prst="rect">
            <a:avLst/>
          </a:prstGeom>
          <a:noFill/>
          <a:ln/>
        </p:spPr>
        <p:txBody>
          <a:bodyPr wrap="square" rtlCol="0" anchor="ct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9A988F"/>
                </a:solidFill>
                <a:effectLst/>
                <a:uLnTx/>
                <a:uFillTx/>
                <a:latin typeface="Cambria" pitchFamily="34" charset="0"/>
                <a:ea typeface="Cambria" pitchFamily="34" charset="-122"/>
                <a:cs typeface="Cambria" pitchFamily="34" charset="-120"/>
              </a:rPr>
              <a:t>Monitored sources sit on the left; our IP First Response pages on the right. Each curve links a source to a page its change could affect.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641080" y="3977640"/>
            <a:ext cx="329184" cy="45720"/>
          </a:xfrm>
          <a:prstGeom prst="rect">
            <a:avLst/>
          </a:prstGeom>
          <a:solidFill>
            <a:srgbClr val="F8717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9098280" y="3831336"/>
            <a:ext cx="256032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100" normalizeH="0" baseline="0" noProof="0" dirty="0">
                <a:ln>
                  <a:noFill/>
                </a:ln>
                <a:solidFill>
                  <a:srgbClr val="9A988F"/>
                </a:solidFill>
                <a:effectLst/>
                <a:uLnTx/>
                <a:uFillTx/>
                <a:latin typeface="Courier New" pitchFamily="34" charset="0"/>
                <a:ea typeface="Courier New" pitchFamily="34" charset="-122"/>
                <a:cs typeface="Courier New" pitchFamily="34" charset="-120"/>
              </a:rPr>
              <a:t>CHANGE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641080" y="4434840"/>
            <a:ext cx="329184" cy="45720"/>
          </a:xfrm>
          <a:prstGeom prst="rect">
            <a:avLst/>
          </a:prstGeom>
          <a:solidFill>
            <a:srgbClr val="60A5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9098280" y="4288536"/>
            <a:ext cx="256032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100" normalizeH="0" baseline="0" noProof="0" dirty="0">
                <a:ln>
                  <a:noFill/>
                </a:ln>
                <a:solidFill>
                  <a:srgbClr val="9A988F"/>
                </a:solidFill>
                <a:effectLst/>
                <a:uLnTx/>
                <a:uFillTx/>
                <a:latin typeface="Courier New" pitchFamily="34" charset="0"/>
                <a:ea typeface="Courier New" pitchFamily="34" charset="-122"/>
                <a:cs typeface="Courier New" pitchFamily="34" charset="-120"/>
              </a:rPr>
              <a:t>ASSESSED &amp; CLEARED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8641080" y="5074920"/>
            <a:ext cx="3108960" cy="109728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50" b="0" i="0" u="none" strike="noStrike" kern="0" cap="none" spc="100" normalizeH="0" baseline="0" noProof="0" dirty="0">
                <a:ln>
                  <a:noFill/>
                </a:ln>
                <a:solidFill>
                  <a:srgbClr val="E8E8E8"/>
                </a:solidFill>
                <a:effectLst/>
                <a:uLnTx/>
                <a:uFillTx/>
                <a:latin typeface="Courier New" pitchFamily="34" charset="0"/>
                <a:ea typeface="Courier New" pitchFamily="34" charset="-122"/>
                <a:cs typeface="Courier New" pitchFamily="34" charset="-120"/>
              </a:rPr>
              <a:t>16 SOURCES  ·  24 PAGES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50" b="0" i="0" u="none" strike="noStrike" kern="0" cap="none" spc="100" normalizeH="0" baseline="0" noProof="0" dirty="0">
                <a:ln>
                  <a:noFill/>
                </a:ln>
                <a:solidFill>
                  <a:srgbClr val="9A988F"/>
                </a:solidFill>
                <a:effectLst/>
                <a:uLnTx/>
                <a:uFillTx/>
                <a:latin typeface="Courier New" pitchFamily="34" charset="0"/>
                <a:ea typeface="Courier New" pitchFamily="34" charset="-122"/>
                <a:cs typeface="Courier New" pitchFamily="34" charset="-120"/>
              </a:rPr>
              <a:t>73 CONNECTIONS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50" b="0" i="0" u="none" strike="noStrike" kern="0" cap="none" spc="100" normalizeH="0" baseline="0" noProof="0" dirty="0">
                <a:ln>
                  <a:noFill/>
                </a:ln>
                <a:solidFill>
                  <a:srgbClr val="77756C"/>
                </a:solidFill>
                <a:effectLst/>
                <a:uLnTx/>
                <a:uFillTx/>
                <a:latin typeface="Courier New" pitchFamily="34" charset="0"/>
                <a:ea typeface="Courier New" pitchFamily="34" charset="-122"/>
                <a:cs typeface="Courier New" pitchFamily="34" charset="-120"/>
              </a:rPr>
              <a:t>ILLUSTRATIVE SUBSET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F319410-274E-1CD1-E2FE-F79F53A6F595}"/>
              </a:ext>
            </a:extLst>
          </p:cNvPr>
          <p:cNvPicPr>
            <a:picLocks noChangeAspect="1"/>
          </p:cNvPicPr>
          <p:nvPr/>
        </p:nvPicPr>
        <p:blipFill>
          <a:blip r:embed="rId3">
            <a:extLst>
              <a:ext uri="{28A0092B-C50C-407E-A947-70E740481C1C}">
                <a14:useLocalDpi xmlns:a14="http://schemas.microsoft.com/office/drawing/2010/main" val="0"/>
              </a:ext>
            </a:extLst>
          </a:blip>
          <a:srcRect t="15658" b="6102"/>
          <a:stretch>
            <a:fillRect/>
          </a:stretch>
        </p:blipFill>
        <p:spPr>
          <a:xfrm>
            <a:off x="6810889" y="1432649"/>
            <a:ext cx="4895229" cy="3303755"/>
          </a:xfrm>
          <a:prstGeom prst="rect">
            <a:avLst/>
          </a:prstGeom>
          <a:effectLst>
            <a:outerShdw blurRad="50800" dist="38100" dir="5400000" algn="t" rotWithShape="0">
              <a:prstClr val="black">
                <a:alpha val="40000"/>
              </a:prstClr>
            </a:outerShdw>
          </a:effectLst>
        </p:spPr>
      </p:pic>
      <p:sp>
        <p:nvSpPr>
          <p:cNvPr id="18" name="TextBox 17">
            <a:extLst>
              <a:ext uri="{FF2B5EF4-FFF2-40B4-BE49-F238E27FC236}">
                <a16:creationId xmlns:a16="http://schemas.microsoft.com/office/drawing/2014/main" id="{15ACBA45-9FDD-4FAA-3ADB-BC9625CFD64E}"/>
              </a:ext>
            </a:extLst>
          </p:cNvPr>
          <p:cNvSpPr txBox="1"/>
          <p:nvPr/>
        </p:nvSpPr>
        <p:spPr>
          <a:xfrm>
            <a:off x="1809982" y="5087774"/>
            <a:ext cx="10149408" cy="1432500"/>
          </a:xfrm>
          <a:prstGeom prst="snip2DiagRect">
            <a:avLst/>
          </a:prstGeom>
          <a:solidFill>
            <a:schemeClr val="bg2">
              <a:lumMod val="95000"/>
            </a:schemeClr>
          </a:solidFill>
        </p:spPr>
        <p:txBody>
          <a:bodyPr wrap="square" rtlCol="0">
            <a:spAutoFit/>
          </a:bodyPr>
          <a:lstStyle/>
          <a:p>
            <a:pPr defTabSz="1088481"/>
            <a:r>
              <a:rPr lang="en-US" dirty="0">
                <a:solidFill>
                  <a:prstClr val="black"/>
                </a:solidFill>
                <a:latin typeface="Calibri"/>
              </a:rPr>
              <a:t>The upstream change announces that IP Australia has joined the PPH </a:t>
            </a:r>
            <a:r>
              <a:rPr lang="en-US" dirty="0" err="1">
                <a:solidFill>
                  <a:prstClr val="black"/>
                </a:solidFill>
                <a:latin typeface="Calibri"/>
              </a:rPr>
              <a:t>eXtra</a:t>
            </a:r>
            <a:r>
              <a:rPr lang="en-US" dirty="0">
                <a:solidFill>
                  <a:prstClr val="black"/>
                </a:solidFill>
                <a:latin typeface="Calibri"/>
              </a:rPr>
              <a:t> Initiative… </a:t>
            </a:r>
          </a:p>
          <a:p>
            <a:pPr defTabSz="1088481"/>
            <a:r>
              <a:rPr lang="en-US" dirty="0">
                <a:solidFill>
                  <a:prstClr val="black"/>
                </a:solidFill>
                <a:latin typeface="Calibri"/>
              </a:rPr>
              <a:t>The IPFR page already references the PPH and expedited examination generally, and</a:t>
            </a:r>
            <a:r>
              <a:rPr lang="en-US" b="1" dirty="0">
                <a:solidFill>
                  <a:prstClr val="black"/>
                </a:solidFill>
                <a:latin typeface="Calibri"/>
              </a:rPr>
              <a:t> the change does not contradict or update any specific statements or guidance in the page. </a:t>
            </a:r>
          </a:p>
          <a:p>
            <a:pPr defTabSz="1088481"/>
            <a:r>
              <a:rPr lang="en-US" b="1" dirty="0">
                <a:solidFill>
                  <a:srgbClr val="84C98F">
                    <a:lumMod val="75000"/>
                  </a:srgbClr>
                </a:solidFill>
                <a:latin typeface="Calibri"/>
              </a:rPr>
              <a:t>Therefore, no amendment to the IPFR page is required.</a:t>
            </a:r>
            <a:endParaRPr lang="en-AU" b="1" dirty="0">
              <a:solidFill>
                <a:srgbClr val="84C98F">
                  <a:lumMod val="75000"/>
                </a:srgbClr>
              </a:solidFill>
              <a:latin typeface="Calibri"/>
            </a:endParaRPr>
          </a:p>
        </p:txBody>
      </p:sp>
      <p:grpSp>
        <p:nvGrpSpPr>
          <p:cNvPr id="27" name="Group 26">
            <a:extLst>
              <a:ext uri="{FF2B5EF4-FFF2-40B4-BE49-F238E27FC236}">
                <a16:creationId xmlns:a16="http://schemas.microsoft.com/office/drawing/2014/main" id="{A9B00FDB-30E3-50CA-8A16-70FCF5E16941}"/>
              </a:ext>
            </a:extLst>
          </p:cNvPr>
          <p:cNvGrpSpPr/>
          <p:nvPr/>
        </p:nvGrpSpPr>
        <p:grpSpPr>
          <a:xfrm>
            <a:off x="494951" y="472699"/>
            <a:ext cx="5119299" cy="3814191"/>
            <a:chOff x="947702" y="2034504"/>
            <a:chExt cx="9101309" cy="6894016"/>
          </a:xfrm>
        </p:grpSpPr>
        <p:pic>
          <p:nvPicPr>
            <p:cNvPr id="21" name="Picture 20">
              <a:extLst>
                <a:ext uri="{FF2B5EF4-FFF2-40B4-BE49-F238E27FC236}">
                  <a16:creationId xmlns:a16="http://schemas.microsoft.com/office/drawing/2014/main" id="{14ADC1EC-42A2-2847-35D1-F1F97550E4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50023" y="2034504"/>
              <a:ext cx="2198988" cy="2198988"/>
            </a:xfrm>
            <a:prstGeom prst="rect">
              <a:avLst/>
            </a:prstGeom>
          </p:spPr>
        </p:pic>
        <p:pic>
          <p:nvPicPr>
            <p:cNvPr id="10" name="Picture 9">
              <a:extLst>
                <a:ext uri="{FF2B5EF4-FFF2-40B4-BE49-F238E27FC236}">
                  <a16:creationId xmlns:a16="http://schemas.microsoft.com/office/drawing/2014/main" id="{28427E49-9632-140F-3CCF-8AD115A656E9}"/>
                </a:ext>
              </a:extLst>
            </p:cNvPr>
            <p:cNvPicPr>
              <a:picLocks noChangeAspect="1"/>
            </p:cNvPicPr>
            <p:nvPr/>
          </p:nvPicPr>
          <p:blipFill>
            <a:blip r:embed="rId5"/>
            <a:stretch>
              <a:fillRect/>
            </a:stretch>
          </p:blipFill>
          <p:spPr>
            <a:xfrm>
              <a:off x="971765" y="3742966"/>
              <a:ext cx="9047748" cy="5185554"/>
            </a:xfrm>
            <a:prstGeom prst="rect">
              <a:avLst/>
            </a:prstGeom>
            <a:effectLst>
              <a:outerShdw blurRad="50800" dist="38100" dir="5400000" algn="t" rotWithShape="0">
                <a:prstClr val="black">
                  <a:alpha val="40000"/>
                </a:prstClr>
              </a:outerShdw>
            </a:effectLst>
          </p:spPr>
        </p:pic>
        <p:sp>
          <p:nvSpPr>
            <p:cNvPr id="19" name="Rectangle 18">
              <a:extLst>
                <a:ext uri="{FF2B5EF4-FFF2-40B4-BE49-F238E27FC236}">
                  <a16:creationId xmlns:a16="http://schemas.microsoft.com/office/drawing/2014/main" id="{F2EF21C6-ECA5-DDEB-DBD9-FBB40DEE74B6}"/>
                </a:ext>
              </a:extLst>
            </p:cNvPr>
            <p:cNvSpPr/>
            <p:nvPr/>
          </p:nvSpPr>
          <p:spPr>
            <a:xfrm>
              <a:off x="947702" y="2776806"/>
              <a:ext cx="6872823" cy="7438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1088481"/>
              <a:r>
                <a:rPr lang="en-AU" sz="2400" b="1" dirty="0">
                  <a:solidFill>
                    <a:srgbClr val="323E48"/>
                  </a:solidFill>
                  <a:latin typeface="Calibri"/>
                </a:rPr>
                <a:t>Change to target information</a:t>
              </a:r>
            </a:p>
          </p:txBody>
        </p:sp>
      </p:grpSp>
      <p:sp>
        <p:nvSpPr>
          <p:cNvPr id="20" name="Rectangle 19">
            <a:extLst>
              <a:ext uri="{FF2B5EF4-FFF2-40B4-BE49-F238E27FC236}">
                <a16:creationId xmlns:a16="http://schemas.microsoft.com/office/drawing/2014/main" id="{E36FCF11-233E-D646-44B4-FD4BC1EBBF3B}"/>
              </a:ext>
            </a:extLst>
          </p:cNvPr>
          <p:cNvSpPr/>
          <p:nvPr/>
        </p:nvSpPr>
        <p:spPr>
          <a:xfrm>
            <a:off x="6810889" y="842712"/>
            <a:ext cx="4919291"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1088481"/>
            <a:r>
              <a:rPr lang="en-AU" sz="2400" b="1" dirty="0">
                <a:solidFill>
                  <a:prstClr val="black"/>
                </a:solidFill>
                <a:latin typeface="Calibri"/>
              </a:rPr>
              <a:t>Page which may be influenced</a:t>
            </a:r>
          </a:p>
        </p:txBody>
      </p:sp>
      <p:pic>
        <p:nvPicPr>
          <p:cNvPr id="22" name="Picture 21">
            <a:extLst>
              <a:ext uri="{FF2B5EF4-FFF2-40B4-BE49-F238E27FC236}">
                <a16:creationId xmlns:a16="http://schemas.microsoft.com/office/drawing/2014/main" id="{5E80CB9E-ED47-8AAA-5D51-85AA2E2EDBCC}"/>
              </a:ext>
            </a:extLst>
          </p:cNvPr>
          <p:cNvPicPr>
            <a:picLocks noChangeAspect="1"/>
          </p:cNvPicPr>
          <p:nvPr/>
        </p:nvPicPr>
        <p:blipFill>
          <a:blip r:embed="rId6">
            <a:extLst>
              <a:ext uri="{28A0092B-C50C-407E-A947-70E740481C1C}">
                <a14:useLocalDpi xmlns:a14="http://schemas.microsoft.com/office/drawing/2010/main" val="0"/>
              </a:ext>
            </a:extLst>
          </a:blip>
          <a:srcRect t="18697" b="23103"/>
          <a:stretch>
            <a:fillRect/>
          </a:stretch>
        </p:blipFill>
        <p:spPr>
          <a:xfrm>
            <a:off x="10736482" y="684526"/>
            <a:ext cx="1222908" cy="711747"/>
          </a:xfrm>
          <a:prstGeom prst="rect">
            <a:avLst/>
          </a:prstGeom>
        </p:spPr>
      </p:pic>
      <p:pic>
        <p:nvPicPr>
          <p:cNvPr id="23" name="Picture 22">
            <a:extLst>
              <a:ext uri="{FF2B5EF4-FFF2-40B4-BE49-F238E27FC236}">
                <a16:creationId xmlns:a16="http://schemas.microsoft.com/office/drawing/2014/main" id="{6D6B13F1-54C8-6FB1-C8CA-7B6E1DA520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5883" y="5202636"/>
            <a:ext cx="1324100" cy="1324100"/>
          </a:xfrm>
          <a:prstGeom prst="rect">
            <a:avLst/>
          </a:prstGeom>
        </p:spPr>
      </p:pic>
      <p:sp>
        <p:nvSpPr>
          <p:cNvPr id="25" name="Rectangle 24">
            <a:extLst>
              <a:ext uri="{FF2B5EF4-FFF2-40B4-BE49-F238E27FC236}">
                <a16:creationId xmlns:a16="http://schemas.microsoft.com/office/drawing/2014/main" id="{5E6A73DE-FD6C-78F2-8DD7-C02F9A53E0CE}"/>
              </a:ext>
            </a:extLst>
          </p:cNvPr>
          <p:cNvSpPr/>
          <p:nvPr/>
        </p:nvSpPr>
        <p:spPr>
          <a:xfrm>
            <a:off x="685890" y="4643105"/>
            <a:ext cx="4895229" cy="371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1088481"/>
            <a:r>
              <a:rPr lang="en-AU" sz="2192" b="1">
                <a:solidFill>
                  <a:srgbClr val="323E48"/>
                </a:solidFill>
                <a:latin typeface="Calibri"/>
              </a:rPr>
              <a:t>Assessment of change against IPFR page</a:t>
            </a:r>
          </a:p>
        </p:txBody>
      </p:sp>
      <p:sp>
        <p:nvSpPr>
          <p:cNvPr id="11" name="Text 1">
            <a:extLst>
              <a:ext uri="{FF2B5EF4-FFF2-40B4-BE49-F238E27FC236}">
                <a16:creationId xmlns:a16="http://schemas.microsoft.com/office/drawing/2014/main" id="{D58E3FDE-7B85-552B-BECD-8AC986954B03}"/>
              </a:ext>
            </a:extLst>
          </p:cNvPr>
          <p:cNvSpPr/>
          <p:nvPr/>
        </p:nvSpPr>
        <p:spPr>
          <a:xfrm>
            <a:off x="513937" y="189235"/>
            <a:ext cx="11183112" cy="566928"/>
          </a:xfrm>
          <a:prstGeom prst="rect">
            <a:avLst/>
          </a:prstGeom>
          <a:noFill/>
          <a:ln/>
        </p:spPr>
        <p:txBody>
          <a:bodyPr wrap="square" lIns="0" tIns="0" rIns="0" bIns="0" rtlCol="0" anchor="ctr"/>
          <a:lstStyle/>
          <a:p>
            <a:pPr marL="0" indent="0">
              <a:buNone/>
            </a:pPr>
            <a:r>
              <a:rPr lang="en-US" sz="1600" b="1" dirty="0">
                <a:solidFill>
                  <a:schemeClr val="accent1">
                    <a:lumMod val="20000"/>
                    <a:lumOff val="80000"/>
                  </a:schemeClr>
                </a:solidFill>
                <a:latin typeface="Arial" pitchFamily="34" charset="0"/>
                <a:cs typeface="Arial" pitchFamily="34" charset="-120"/>
              </a:rPr>
              <a:t>DEMONSTRATING THE FUNCTIONALITY</a:t>
            </a:r>
            <a:endParaRPr lang="en-US" sz="1600" dirty="0">
              <a:solidFill>
                <a:schemeClr val="accent1">
                  <a:lumMod val="20000"/>
                  <a:lumOff val="80000"/>
                </a:schemeClr>
              </a:solidFill>
            </a:endParaRPr>
          </a:p>
        </p:txBody>
      </p:sp>
    </p:spTree>
    <p:extLst>
      <p:ext uri="{BB962C8B-B14F-4D97-AF65-F5344CB8AC3E}">
        <p14:creationId xmlns:p14="http://schemas.microsoft.com/office/powerpoint/2010/main" val="2143249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512064"/>
            <a:ext cx="11183112" cy="566928"/>
          </a:xfrm>
          <a:prstGeom prst="rect">
            <a:avLst/>
          </a:prstGeom>
          <a:noFill/>
          <a:ln/>
        </p:spPr>
        <p:txBody>
          <a:bodyPr wrap="square" lIns="0" tIns="0" rIns="0" bIns="0" rtlCol="0" anchor="ctr"/>
          <a:lstStyle/>
          <a:p>
            <a:pPr marL="0" indent="0">
              <a:buNone/>
            </a:pPr>
            <a:r>
              <a:rPr lang="en-US" sz="2600" b="1" dirty="0">
                <a:solidFill>
                  <a:srgbClr val="0C2442"/>
                </a:solidFill>
                <a:latin typeface="Arial" pitchFamily="34" charset="0"/>
                <a:ea typeface="Arial" pitchFamily="34" charset="-122"/>
                <a:cs typeface="Arial" pitchFamily="34" charset="-120"/>
              </a:rPr>
              <a:t>What it watches, and what it protects</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502920" y="1280160"/>
            <a:ext cx="5349240" cy="4114800"/>
          </a:xfrm>
          <a:prstGeom prst="roundRect">
            <a:avLst>
              <a:gd name="adj" fmla="val 2000"/>
            </a:avLst>
          </a:prstGeom>
          <a:solidFill>
            <a:srgbClr val="EEF2F7"/>
          </a:solidFill>
          <a:ln/>
        </p:spPr>
        <p:txBody>
          <a:bodyPr/>
          <a:lstStyle/>
          <a:p>
            <a:endParaRPr lang="en-AU"/>
          </a:p>
        </p:txBody>
      </p:sp>
      <p:sp>
        <p:nvSpPr>
          <p:cNvPr id="6" name="Text 4"/>
          <p:cNvSpPr/>
          <p:nvPr/>
        </p:nvSpPr>
        <p:spPr>
          <a:xfrm>
            <a:off x="777240" y="1481328"/>
            <a:ext cx="4754880" cy="274320"/>
          </a:xfrm>
          <a:prstGeom prst="rect">
            <a:avLst/>
          </a:prstGeom>
          <a:noFill/>
          <a:ln/>
        </p:spPr>
        <p:txBody>
          <a:bodyPr wrap="square" lIns="0" tIns="0" rIns="0" bIns="0" rtlCol="0" anchor="ctr"/>
          <a:lstStyle/>
          <a:p>
            <a:pPr marL="0" indent="0">
              <a:buNone/>
            </a:pPr>
            <a:r>
              <a:rPr lang="en-US" sz="1350" b="1" kern="0" spc="100" dirty="0">
                <a:solidFill>
                  <a:srgbClr val="0C2442"/>
                </a:solidFill>
                <a:latin typeface="Arial" pitchFamily="34" charset="0"/>
                <a:ea typeface="Arial" pitchFamily="34" charset="-122"/>
                <a:cs typeface="Arial" pitchFamily="34" charset="-120"/>
              </a:rPr>
              <a:t>THE INFLUENCERS</a:t>
            </a:r>
            <a:endParaRPr lang="en-US" sz="1350" dirty="0"/>
          </a:p>
        </p:txBody>
      </p:sp>
      <p:sp>
        <p:nvSpPr>
          <p:cNvPr id="7" name="Text 5"/>
          <p:cNvSpPr/>
          <p:nvPr/>
        </p:nvSpPr>
        <p:spPr>
          <a:xfrm>
            <a:off x="777240" y="1755648"/>
            <a:ext cx="4754880" cy="274320"/>
          </a:xfrm>
          <a:prstGeom prst="rect">
            <a:avLst/>
          </a:prstGeom>
          <a:noFill/>
          <a:ln/>
        </p:spPr>
        <p:txBody>
          <a:bodyPr wrap="square" lIns="0" tIns="0" rIns="0" bIns="0" rtlCol="0" anchor="ctr"/>
          <a:lstStyle/>
          <a:p>
            <a:pPr marL="0" indent="0">
              <a:buNone/>
            </a:pPr>
            <a:r>
              <a:rPr lang="en-US" sz="1200" i="1" dirty="0">
                <a:solidFill>
                  <a:srgbClr val="4F7492"/>
                </a:solidFill>
                <a:latin typeface="Calibri" pitchFamily="34" charset="0"/>
                <a:ea typeface="Calibri" pitchFamily="34" charset="-122"/>
                <a:cs typeface="Calibri" pitchFamily="34" charset="-120"/>
              </a:rPr>
              <a:t>156 sources we don't control</a:t>
            </a:r>
            <a:endParaRPr lang="en-US" sz="1200" dirty="0"/>
          </a:p>
        </p:txBody>
      </p:sp>
      <p:sp>
        <p:nvSpPr>
          <p:cNvPr id="8" name="Shape 6"/>
          <p:cNvSpPr/>
          <p:nvPr/>
        </p:nvSpPr>
        <p:spPr>
          <a:xfrm>
            <a:off x="804672" y="2148840"/>
            <a:ext cx="420624" cy="420624"/>
          </a:xfrm>
          <a:prstGeom prst="ellipse">
            <a:avLst/>
          </a:prstGeom>
          <a:solidFill>
            <a:srgbClr val="0C2442"/>
          </a:solidFill>
          <a:ln/>
        </p:spPr>
        <p:txBody>
          <a:bodyPr/>
          <a:lstStyle/>
          <a:p>
            <a:endParaRPr lang="en-AU"/>
          </a:p>
        </p:txBody>
      </p:sp>
      <p:pic>
        <p:nvPicPr>
          <p:cNvPr id="9" name="Image 0" descr="preencoded.png"/>
          <p:cNvPicPr>
            <a:picLocks noChangeAspect="1"/>
          </p:cNvPicPr>
          <p:nvPr/>
        </p:nvPicPr>
        <p:blipFill>
          <a:blip r:embed="rId3"/>
          <a:stretch>
            <a:fillRect/>
          </a:stretch>
        </p:blipFill>
        <p:spPr>
          <a:xfrm>
            <a:off x="914034" y="2258202"/>
            <a:ext cx="201900" cy="201900"/>
          </a:xfrm>
          <a:prstGeom prst="rect">
            <a:avLst/>
          </a:prstGeom>
        </p:spPr>
      </p:pic>
      <p:sp>
        <p:nvSpPr>
          <p:cNvPr id="10" name="Text 7"/>
          <p:cNvSpPr/>
          <p:nvPr/>
        </p:nvSpPr>
        <p:spPr>
          <a:xfrm>
            <a:off x="1389888" y="2075688"/>
            <a:ext cx="4297680" cy="621792"/>
          </a:xfrm>
          <a:prstGeom prst="rect">
            <a:avLst/>
          </a:prstGeom>
          <a:noFill/>
          <a:ln/>
        </p:spPr>
        <p:txBody>
          <a:bodyPr wrap="square" lIns="0" tIns="0" rIns="0" bIns="0" rtlCol="0" anchor="t"/>
          <a:lstStyle/>
          <a:p>
            <a:pPr marL="0" indent="0">
              <a:buNone/>
            </a:pPr>
            <a:r>
              <a:rPr lang="en-US" sz="1600" b="1" dirty="0">
                <a:solidFill>
                  <a:srgbClr val="0C2442"/>
                </a:solidFill>
                <a:latin typeface="Calibri" pitchFamily="34" charset="0"/>
                <a:ea typeface="Calibri" pitchFamily="34" charset="-122"/>
                <a:cs typeface="Calibri" pitchFamily="34" charset="-120"/>
              </a:rPr>
              <a:t>Legislation &amp; regulations</a:t>
            </a:r>
            <a:endParaRPr lang="en-US" sz="1600" dirty="0"/>
          </a:p>
          <a:p>
            <a:pPr marL="0" indent="0">
              <a:buNone/>
            </a:pPr>
            <a:r>
              <a:rPr lang="en-US" sz="1100" dirty="0">
                <a:solidFill>
                  <a:srgbClr val="5E6B7A"/>
                </a:solidFill>
                <a:latin typeface="Calibri" pitchFamily="34" charset="0"/>
                <a:ea typeface="Calibri" pitchFamily="34" charset="-122"/>
                <a:cs typeface="Calibri" pitchFamily="34" charset="-120"/>
              </a:rPr>
              <a:t>the Federal Register of Legislation — Acts, rules, fee schedules</a:t>
            </a:r>
            <a:endParaRPr lang="en-US" sz="1250" dirty="0"/>
          </a:p>
        </p:txBody>
      </p:sp>
      <p:sp>
        <p:nvSpPr>
          <p:cNvPr id="11" name="Shape 8"/>
          <p:cNvSpPr/>
          <p:nvPr/>
        </p:nvSpPr>
        <p:spPr>
          <a:xfrm>
            <a:off x="804672" y="2862072"/>
            <a:ext cx="420624" cy="420624"/>
          </a:xfrm>
          <a:prstGeom prst="ellipse">
            <a:avLst/>
          </a:prstGeom>
          <a:solidFill>
            <a:srgbClr val="0C2442"/>
          </a:solidFill>
          <a:ln/>
        </p:spPr>
        <p:txBody>
          <a:bodyPr/>
          <a:lstStyle/>
          <a:p>
            <a:endParaRPr lang="en-AU"/>
          </a:p>
        </p:txBody>
      </p:sp>
      <p:pic>
        <p:nvPicPr>
          <p:cNvPr id="12" name="Image 1" descr="preencoded.png"/>
          <p:cNvPicPr>
            <a:picLocks noChangeAspect="1"/>
          </p:cNvPicPr>
          <p:nvPr/>
        </p:nvPicPr>
        <p:blipFill>
          <a:blip r:embed="rId4"/>
          <a:stretch>
            <a:fillRect/>
          </a:stretch>
        </p:blipFill>
        <p:spPr>
          <a:xfrm>
            <a:off x="914034" y="2971434"/>
            <a:ext cx="201900" cy="201900"/>
          </a:xfrm>
          <a:prstGeom prst="rect">
            <a:avLst/>
          </a:prstGeom>
        </p:spPr>
      </p:pic>
      <p:sp>
        <p:nvSpPr>
          <p:cNvPr id="13" name="Text 9"/>
          <p:cNvSpPr/>
          <p:nvPr/>
        </p:nvSpPr>
        <p:spPr>
          <a:xfrm>
            <a:off x="1389888" y="2788920"/>
            <a:ext cx="4297680" cy="493776"/>
          </a:xfrm>
          <a:prstGeom prst="rect">
            <a:avLst/>
          </a:prstGeom>
          <a:noFill/>
          <a:ln/>
        </p:spPr>
        <p:txBody>
          <a:bodyPr wrap="square" lIns="0" tIns="0" rIns="0" bIns="0" rtlCol="0" anchor="t"/>
          <a:lstStyle/>
          <a:p>
            <a:pPr marL="0" indent="0">
              <a:buNone/>
            </a:pPr>
            <a:r>
              <a:rPr lang="en-US" sz="1600" b="1" dirty="0">
                <a:solidFill>
                  <a:srgbClr val="0C2442"/>
                </a:solidFill>
                <a:latin typeface="Calibri" pitchFamily="34" charset="0"/>
                <a:ea typeface="Calibri" pitchFamily="34" charset="-122"/>
                <a:cs typeface="Calibri" pitchFamily="34" charset="-120"/>
              </a:rPr>
              <a:t>Government &amp; agency webpages</a:t>
            </a:r>
            <a:endParaRPr lang="en-US" sz="1600" dirty="0"/>
          </a:p>
          <a:p>
            <a:pPr marL="0" indent="0">
              <a:buNone/>
            </a:pPr>
            <a:r>
              <a:rPr lang="en-US" sz="1100" dirty="0">
                <a:solidFill>
                  <a:srgbClr val="5E6B7A"/>
                </a:solidFill>
                <a:latin typeface="Calibri" pitchFamily="34" charset="0"/>
                <a:ea typeface="Calibri" pitchFamily="34" charset="-122"/>
                <a:cs typeface="Calibri" pitchFamily="34" charset="-120"/>
              </a:rPr>
              <a:t>courts, WIPO, partner agencies, official guidance</a:t>
            </a:r>
            <a:endParaRPr lang="en-US" sz="1250" dirty="0"/>
          </a:p>
        </p:txBody>
      </p:sp>
      <p:sp>
        <p:nvSpPr>
          <p:cNvPr id="14" name="Shape 10"/>
          <p:cNvSpPr/>
          <p:nvPr/>
        </p:nvSpPr>
        <p:spPr>
          <a:xfrm>
            <a:off x="804672" y="3575304"/>
            <a:ext cx="420624" cy="420624"/>
          </a:xfrm>
          <a:prstGeom prst="ellipse">
            <a:avLst/>
          </a:prstGeom>
          <a:solidFill>
            <a:srgbClr val="0C2442"/>
          </a:solidFill>
          <a:ln/>
        </p:spPr>
        <p:txBody>
          <a:bodyPr/>
          <a:lstStyle/>
          <a:p>
            <a:endParaRPr lang="en-AU"/>
          </a:p>
        </p:txBody>
      </p:sp>
      <p:pic>
        <p:nvPicPr>
          <p:cNvPr id="15" name="Image 2" descr="preencoded.png"/>
          <p:cNvPicPr>
            <a:picLocks noChangeAspect="1"/>
          </p:cNvPicPr>
          <p:nvPr/>
        </p:nvPicPr>
        <p:blipFill>
          <a:blip r:embed="rId5"/>
          <a:stretch>
            <a:fillRect/>
          </a:stretch>
        </p:blipFill>
        <p:spPr>
          <a:xfrm>
            <a:off x="914034" y="3684666"/>
            <a:ext cx="201900" cy="201900"/>
          </a:xfrm>
          <a:prstGeom prst="rect">
            <a:avLst/>
          </a:prstGeom>
        </p:spPr>
      </p:pic>
      <p:sp>
        <p:nvSpPr>
          <p:cNvPr id="16" name="Text 11"/>
          <p:cNvSpPr/>
          <p:nvPr/>
        </p:nvSpPr>
        <p:spPr>
          <a:xfrm>
            <a:off x="1389888" y="3556490"/>
            <a:ext cx="4297680" cy="434340"/>
          </a:xfrm>
          <a:prstGeom prst="rect">
            <a:avLst/>
          </a:prstGeom>
          <a:noFill/>
          <a:ln/>
        </p:spPr>
        <p:txBody>
          <a:bodyPr wrap="square" lIns="0" tIns="0" rIns="0" bIns="0" rtlCol="0" anchor="t"/>
          <a:lstStyle/>
          <a:p>
            <a:pPr marL="0" indent="0">
              <a:buNone/>
            </a:pPr>
            <a:r>
              <a:rPr lang="en-US" sz="1600" b="1" dirty="0">
                <a:solidFill>
                  <a:srgbClr val="0C2442"/>
                </a:solidFill>
                <a:latin typeface="Calibri" pitchFamily="34" charset="0"/>
                <a:ea typeface="Calibri" pitchFamily="34" charset="-122"/>
                <a:cs typeface="Calibri" pitchFamily="34" charset="-120"/>
              </a:rPr>
              <a:t>News &amp; announcement feeds</a:t>
            </a:r>
            <a:endParaRPr lang="en-US" sz="1600" dirty="0"/>
          </a:p>
          <a:p>
            <a:pPr marL="0" indent="0">
              <a:buNone/>
            </a:pPr>
            <a:r>
              <a:rPr lang="en-US" sz="1100" dirty="0">
                <a:solidFill>
                  <a:srgbClr val="5E6B7A"/>
                </a:solidFill>
                <a:latin typeface="Calibri" pitchFamily="34" charset="0"/>
                <a:ea typeface="Calibri" pitchFamily="34" charset="-122"/>
                <a:cs typeface="Calibri" pitchFamily="34" charset="-120"/>
              </a:rPr>
              <a:t>official channels publishing new items daily</a:t>
            </a:r>
            <a:endParaRPr lang="en-US" sz="1250" dirty="0"/>
          </a:p>
        </p:txBody>
      </p:sp>
      <p:sp>
        <p:nvSpPr>
          <p:cNvPr id="17" name="Text 12"/>
          <p:cNvSpPr/>
          <p:nvPr/>
        </p:nvSpPr>
        <p:spPr>
          <a:xfrm>
            <a:off x="804672" y="4343400"/>
            <a:ext cx="4800600" cy="914400"/>
          </a:xfrm>
          <a:prstGeom prst="rect">
            <a:avLst/>
          </a:prstGeom>
          <a:noFill/>
          <a:ln/>
        </p:spPr>
        <p:txBody>
          <a:bodyPr wrap="square" lIns="0" tIns="0" rIns="0" bIns="0" rtlCol="0" anchor="ctr"/>
          <a:lstStyle/>
          <a:p>
            <a:pPr marL="0" indent="0">
              <a:buNone/>
            </a:pPr>
            <a:r>
              <a:rPr lang="en-US" sz="1150" dirty="0">
                <a:solidFill>
                  <a:srgbClr val="1F2A3A"/>
                </a:solidFill>
                <a:latin typeface="Calibri" pitchFamily="34" charset="0"/>
                <a:ea typeface="Calibri" pitchFamily="34" charset="-122"/>
                <a:cs typeface="Calibri" pitchFamily="34" charset="-120"/>
              </a:rPr>
              <a:t>Each source has an importance weight and its own check rhythm, daily to quarterly. The register is one spreadsheet — adding a source is one row, no code.</a:t>
            </a:r>
            <a:endParaRPr lang="en-US" sz="1150" dirty="0"/>
          </a:p>
        </p:txBody>
      </p:sp>
      <p:sp>
        <p:nvSpPr>
          <p:cNvPr id="18" name="Shape 13"/>
          <p:cNvSpPr/>
          <p:nvPr/>
        </p:nvSpPr>
        <p:spPr>
          <a:xfrm>
            <a:off x="6336792" y="1280160"/>
            <a:ext cx="5349240" cy="4114800"/>
          </a:xfrm>
          <a:prstGeom prst="roundRect">
            <a:avLst>
              <a:gd name="adj" fmla="val 2000"/>
            </a:avLst>
          </a:prstGeom>
          <a:solidFill>
            <a:srgbClr val="EEF2F7"/>
          </a:solidFill>
          <a:ln/>
        </p:spPr>
        <p:txBody>
          <a:bodyPr/>
          <a:lstStyle/>
          <a:p>
            <a:endParaRPr lang="en-AU"/>
          </a:p>
        </p:txBody>
      </p:sp>
      <p:sp>
        <p:nvSpPr>
          <p:cNvPr id="19" name="Text 14"/>
          <p:cNvSpPr/>
          <p:nvPr/>
        </p:nvSpPr>
        <p:spPr>
          <a:xfrm>
            <a:off x="6611112" y="1481328"/>
            <a:ext cx="4754880" cy="274320"/>
          </a:xfrm>
          <a:prstGeom prst="rect">
            <a:avLst/>
          </a:prstGeom>
          <a:noFill/>
          <a:ln/>
        </p:spPr>
        <p:txBody>
          <a:bodyPr wrap="square" lIns="0" tIns="0" rIns="0" bIns="0" rtlCol="0" anchor="ctr"/>
          <a:lstStyle/>
          <a:p>
            <a:pPr marL="0" indent="0">
              <a:buNone/>
            </a:pPr>
            <a:r>
              <a:rPr lang="en-US" sz="1350" b="1" kern="0" spc="100" dirty="0">
                <a:solidFill>
                  <a:srgbClr val="0C2442"/>
                </a:solidFill>
                <a:latin typeface="Arial" pitchFamily="34" charset="0"/>
                <a:ea typeface="Arial" pitchFamily="34" charset="-122"/>
                <a:cs typeface="Arial" pitchFamily="34" charset="-120"/>
              </a:rPr>
              <a:t>THE INFLUENCED</a:t>
            </a:r>
            <a:endParaRPr lang="en-US" sz="1350" dirty="0"/>
          </a:p>
        </p:txBody>
      </p:sp>
      <p:sp>
        <p:nvSpPr>
          <p:cNvPr id="20" name="Text 15"/>
          <p:cNvSpPr/>
          <p:nvPr/>
        </p:nvSpPr>
        <p:spPr>
          <a:xfrm>
            <a:off x="6611112" y="1755648"/>
            <a:ext cx="4754880" cy="274320"/>
          </a:xfrm>
          <a:prstGeom prst="rect">
            <a:avLst/>
          </a:prstGeom>
          <a:noFill/>
          <a:ln/>
        </p:spPr>
        <p:txBody>
          <a:bodyPr wrap="square" lIns="0" tIns="0" rIns="0" bIns="0" rtlCol="0" anchor="ctr"/>
          <a:lstStyle/>
          <a:p>
            <a:pPr marL="0" indent="0">
              <a:buNone/>
            </a:pPr>
            <a:r>
              <a:rPr lang="en-US" sz="1200" i="1" dirty="0">
                <a:solidFill>
                  <a:srgbClr val="4F7492"/>
                </a:solidFill>
                <a:latin typeface="Calibri" pitchFamily="34" charset="0"/>
                <a:ea typeface="Calibri" pitchFamily="34" charset="-122"/>
                <a:cs typeface="Calibri" pitchFamily="34" charset="-120"/>
              </a:rPr>
              <a:t>139 pages we publish and must keep true</a:t>
            </a:r>
            <a:endParaRPr lang="en-US" sz="1200" dirty="0"/>
          </a:p>
        </p:txBody>
      </p:sp>
      <p:sp>
        <p:nvSpPr>
          <p:cNvPr id="21" name="Shape 16"/>
          <p:cNvSpPr/>
          <p:nvPr/>
        </p:nvSpPr>
        <p:spPr>
          <a:xfrm>
            <a:off x="6638544" y="2148840"/>
            <a:ext cx="420624" cy="420624"/>
          </a:xfrm>
          <a:prstGeom prst="ellipse">
            <a:avLst/>
          </a:prstGeom>
          <a:solidFill>
            <a:srgbClr val="4F7492"/>
          </a:solidFill>
          <a:ln/>
        </p:spPr>
        <p:txBody>
          <a:bodyPr/>
          <a:lstStyle/>
          <a:p>
            <a:endParaRPr lang="en-AU"/>
          </a:p>
        </p:txBody>
      </p:sp>
      <p:pic>
        <p:nvPicPr>
          <p:cNvPr id="22" name="Image 3" descr="preencoded.png"/>
          <p:cNvPicPr>
            <a:picLocks noChangeAspect="1"/>
          </p:cNvPicPr>
          <p:nvPr/>
        </p:nvPicPr>
        <p:blipFill>
          <a:blip r:embed="rId6"/>
          <a:stretch>
            <a:fillRect/>
          </a:stretch>
        </p:blipFill>
        <p:spPr>
          <a:xfrm>
            <a:off x="6747906" y="2258202"/>
            <a:ext cx="201900" cy="201900"/>
          </a:xfrm>
          <a:prstGeom prst="rect">
            <a:avLst/>
          </a:prstGeom>
        </p:spPr>
      </p:pic>
      <p:sp>
        <p:nvSpPr>
          <p:cNvPr id="23" name="Text 17"/>
          <p:cNvSpPr/>
          <p:nvPr/>
        </p:nvSpPr>
        <p:spPr>
          <a:xfrm>
            <a:off x="7223760" y="2159768"/>
            <a:ext cx="4297680" cy="621792"/>
          </a:xfrm>
          <a:prstGeom prst="rect">
            <a:avLst/>
          </a:prstGeom>
          <a:noFill/>
          <a:ln/>
        </p:spPr>
        <p:txBody>
          <a:bodyPr wrap="square" lIns="0" tIns="0" rIns="0" bIns="0" rtlCol="0" anchor="t"/>
          <a:lstStyle/>
          <a:p>
            <a:pPr marL="0" indent="0">
              <a:buNone/>
            </a:pPr>
            <a:r>
              <a:rPr lang="en-US" sz="1250" b="1" dirty="0">
                <a:solidFill>
                  <a:srgbClr val="0C2442"/>
                </a:solidFill>
                <a:latin typeface="Calibri" pitchFamily="34" charset="0"/>
                <a:ea typeface="Calibri" pitchFamily="34" charset="-122"/>
                <a:cs typeface="Calibri" pitchFamily="34" charset="-120"/>
              </a:rPr>
              <a:t>IP First Response</a:t>
            </a:r>
            <a:endParaRPr lang="en-US" sz="1250" dirty="0"/>
          </a:p>
          <a:p>
            <a:pPr marL="0" indent="0">
              <a:buNone/>
            </a:pPr>
            <a:r>
              <a:rPr lang="en-US" sz="1100" dirty="0">
                <a:solidFill>
                  <a:srgbClr val="5E6B7A"/>
                </a:solidFill>
                <a:latin typeface="Calibri" pitchFamily="34" charset="0"/>
                <a:ea typeface="Calibri" pitchFamily="34" charset="-122"/>
                <a:cs typeface="Calibri" pitchFamily="34" charset="-120"/>
              </a:rPr>
              <a:t>plain-English guidance pages, each distilling many sources</a:t>
            </a:r>
            <a:endParaRPr lang="en-US" sz="1250" dirty="0"/>
          </a:p>
        </p:txBody>
      </p:sp>
      <p:sp>
        <p:nvSpPr>
          <p:cNvPr id="24" name="Shape 18"/>
          <p:cNvSpPr/>
          <p:nvPr/>
        </p:nvSpPr>
        <p:spPr>
          <a:xfrm>
            <a:off x="6638544" y="2862072"/>
            <a:ext cx="420624" cy="420624"/>
          </a:xfrm>
          <a:prstGeom prst="ellipse">
            <a:avLst/>
          </a:prstGeom>
          <a:solidFill>
            <a:srgbClr val="4F7492"/>
          </a:solidFill>
          <a:ln/>
        </p:spPr>
        <p:txBody>
          <a:bodyPr/>
          <a:lstStyle/>
          <a:p>
            <a:endParaRPr lang="en-AU"/>
          </a:p>
        </p:txBody>
      </p:sp>
      <p:pic>
        <p:nvPicPr>
          <p:cNvPr id="25" name="Image 4" descr="preencoded.png"/>
          <p:cNvPicPr>
            <a:picLocks noChangeAspect="1"/>
          </p:cNvPicPr>
          <p:nvPr/>
        </p:nvPicPr>
        <p:blipFill>
          <a:blip r:embed="rId7"/>
          <a:stretch>
            <a:fillRect/>
          </a:stretch>
        </p:blipFill>
        <p:spPr>
          <a:xfrm>
            <a:off x="6747906" y="2971434"/>
            <a:ext cx="201900" cy="201900"/>
          </a:xfrm>
          <a:prstGeom prst="rect">
            <a:avLst/>
          </a:prstGeom>
        </p:spPr>
      </p:pic>
      <p:sp>
        <p:nvSpPr>
          <p:cNvPr id="26" name="Text 19"/>
          <p:cNvSpPr/>
          <p:nvPr/>
        </p:nvSpPr>
        <p:spPr>
          <a:xfrm>
            <a:off x="7223760" y="2915044"/>
            <a:ext cx="4297680" cy="621792"/>
          </a:xfrm>
          <a:prstGeom prst="rect">
            <a:avLst/>
          </a:prstGeom>
          <a:noFill/>
          <a:ln/>
        </p:spPr>
        <p:txBody>
          <a:bodyPr wrap="square" lIns="0" tIns="0" rIns="0" bIns="0" rtlCol="0" anchor="t"/>
          <a:lstStyle/>
          <a:p>
            <a:pPr marL="0" indent="0">
              <a:buNone/>
            </a:pPr>
            <a:r>
              <a:rPr lang="en-US" sz="1250" b="1" dirty="0">
                <a:solidFill>
                  <a:srgbClr val="0C2442"/>
                </a:solidFill>
                <a:latin typeface="Calibri" pitchFamily="34" charset="0"/>
                <a:ea typeface="Calibri" pitchFamily="34" charset="-122"/>
                <a:cs typeface="Calibri" pitchFamily="34" charset="-120"/>
              </a:rPr>
              <a:t>Mirrored into a small local database</a:t>
            </a:r>
            <a:endParaRPr lang="en-US" sz="1250" dirty="0"/>
          </a:p>
          <a:p>
            <a:pPr marL="0" indent="0">
              <a:buNone/>
            </a:pPr>
            <a:r>
              <a:rPr lang="en-US" sz="1100" dirty="0">
                <a:solidFill>
                  <a:srgbClr val="5E6B7A"/>
                </a:solidFill>
                <a:latin typeface="Calibri" pitchFamily="34" charset="0"/>
                <a:ea typeface="Calibri" pitchFamily="34" charset="-122"/>
                <a:cs typeface="Calibri" pitchFamily="34" charset="-120"/>
              </a:rPr>
              <a:t>every page pre-studied and indexed — next slide</a:t>
            </a:r>
            <a:endParaRPr lang="en-US" sz="1250" dirty="0"/>
          </a:p>
        </p:txBody>
      </p:sp>
      <p:sp>
        <p:nvSpPr>
          <p:cNvPr id="27" name="Shape 20"/>
          <p:cNvSpPr/>
          <p:nvPr/>
        </p:nvSpPr>
        <p:spPr>
          <a:xfrm>
            <a:off x="6638544" y="3575304"/>
            <a:ext cx="420624" cy="420624"/>
          </a:xfrm>
          <a:prstGeom prst="ellipse">
            <a:avLst/>
          </a:prstGeom>
          <a:solidFill>
            <a:srgbClr val="4F7492"/>
          </a:solidFill>
          <a:ln/>
        </p:spPr>
        <p:txBody>
          <a:bodyPr/>
          <a:lstStyle/>
          <a:p>
            <a:endParaRPr lang="en-AU"/>
          </a:p>
        </p:txBody>
      </p:sp>
      <p:pic>
        <p:nvPicPr>
          <p:cNvPr id="28" name="Image 5" descr="preencoded.png"/>
          <p:cNvPicPr>
            <a:picLocks noChangeAspect="1"/>
          </p:cNvPicPr>
          <p:nvPr/>
        </p:nvPicPr>
        <p:blipFill>
          <a:blip r:embed="rId8"/>
          <a:stretch>
            <a:fillRect/>
          </a:stretch>
        </p:blipFill>
        <p:spPr>
          <a:xfrm>
            <a:off x="6747906" y="3684666"/>
            <a:ext cx="201900" cy="201900"/>
          </a:xfrm>
          <a:prstGeom prst="rect">
            <a:avLst/>
          </a:prstGeom>
        </p:spPr>
      </p:pic>
      <p:sp>
        <p:nvSpPr>
          <p:cNvPr id="29" name="Text 21"/>
          <p:cNvSpPr/>
          <p:nvPr/>
        </p:nvSpPr>
        <p:spPr>
          <a:xfrm>
            <a:off x="7223760" y="3607254"/>
            <a:ext cx="4297680" cy="621792"/>
          </a:xfrm>
          <a:prstGeom prst="rect">
            <a:avLst/>
          </a:prstGeom>
          <a:noFill/>
          <a:ln/>
        </p:spPr>
        <p:txBody>
          <a:bodyPr wrap="square" lIns="0" tIns="0" rIns="0" bIns="0" rtlCol="0" anchor="t"/>
          <a:lstStyle/>
          <a:p>
            <a:pPr marL="0" indent="0">
              <a:buNone/>
            </a:pPr>
            <a:r>
              <a:rPr lang="en-US" sz="1250" b="1" dirty="0">
                <a:solidFill>
                  <a:srgbClr val="0C2442"/>
                </a:solidFill>
                <a:latin typeface="Calibri" pitchFamily="34" charset="0"/>
                <a:ea typeface="Calibri" pitchFamily="34" charset="-122"/>
                <a:cs typeface="Calibri" pitchFamily="34" charset="-120"/>
              </a:rPr>
              <a:t>Refreshed every night</a:t>
            </a:r>
            <a:endParaRPr lang="en-US" sz="1250" dirty="0"/>
          </a:p>
          <a:p>
            <a:pPr marL="0" indent="0">
              <a:buNone/>
            </a:pPr>
            <a:r>
              <a:rPr lang="en-US" sz="1100" dirty="0">
                <a:solidFill>
                  <a:srgbClr val="5E6B7A"/>
                </a:solidFill>
                <a:latin typeface="Calibri" pitchFamily="34" charset="0"/>
                <a:ea typeface="Calibri" pitchFamily="34" charset="-122"/>
                <a:cs typeface="Calibri" pitchFamily="34" charset="-120"/>
              </a:rPr>
              <a:t>so the day's comparisons start from an up-to-date picture</a:t>
            </a:r>
            <a:endParaRPr lang="en-US" sz="1250" dirty="0"/>
          </a:p>
        </p:txBody>
      </p:sp>
      <p:sp>
        <p:nvSpPr>
          <p:cNvPr id="30" name="Text 22"/>
          <p:cNvSpPr/>
          <p:nvPr/>
        </p:nvSpPr>
        <p:spPr>
          <a:xfrm>
            <a:off x="6638544" y="4343400"/>
            <a:ext cx="4800600" cy="914400"/>
          </a:xfrm>
          <a:prstGeom prst="rect">
            <a:avLst/>
          </a:prstGeom>
          <a:noFill/>
          <a:ln/>
        </p:spPr>
        <p:txBody>
          <a:bodyPr wrap="square" lIns="0" tIns="0" rIns="0" bIns="0" rtlCol="0" anchor="ctr"/>
          <a:lstStyle/>
          <a:p>
            <a:pPr marL="0" indent="0">
              <a:buNone/>
            </a:pPr>
            <a:r>
              <a:rPr lang="en-US" sz="1150" dirty="0">
                <a:solidFill>
                  <a:srgbClr val="1F2A3A"/>
                </a:solidFill>
                <a:latin typeface="Calibri" pitchFamily="34" charset="0"/>
                <a:ea typeface="Calibri" pitchFamily="34" charset="-122"/>
                <a:cs typeface="Calibri" pitchFamily="34" charset="-120"/>
              </a:rPr>
              <a:t>Both sides are plain files in version control — anyone can inspect exactly what is watched, and every change to the lists is tracked.</a:t>
            </a:r>
            <a:endParaRPr lang="en-US" sz="1150" dirty="0"/>
          </a:p>
        </p:txBody>
      </p:sp>
      <p:sp>
        <p:nvSpPr>
          <p:cNvPr id="31" name="Shape 23"/>
          <p:cNvSpPr/>
          <p:nvPr/>
        </p:nvSpPr>
        <p:spPr>
          <a:xfrm>
            <a:off x="5870448" y="3291840"/>
            <a:ext cx="438912" cy="0"/>
          </a:xfrm>
          <a:prstGeom prst="line">
            <a:avLst/>
          </a:prstGeom>
          <a:noFill/>
          <a:ln w="38100">
            <a:solidFill>
              <a:srgbClr val="0C2442"/>
            </a:solidFill>
            <a:prstDash val="solid"/>
            <a:tailEnd type="triangle"/>
          </a:ln>
        </p:spPr>
        <p:txBody>
          <a:bodyPr/>
          <a:lstStyle/>
          <a:p>
            <a:endParaRPr lang="en-AU"/>
          </a:p>
        </p:txBody>
      </p:sp>
      <p:sp>
        <p:nvSpPr>
          <p:cNvPr id="32" name="Text 24"/>
          <p:cNvSpPr/>
          <p:nvPr/>
        </p:nvSpPr>
        <p:spPr>
          <a:xfrm>
            <a:off x="502920" y="5801868"/>
            <a:ext cx="11183112" cy="457200"/>
          </a:xfrm>
          <a:prstGeom prst="rect">
            <a:avLst/>
          </a:prstGeom>
          <a:noFill/>
          <a:ln/>
        </p:spPr>
        <p:txBody>
          <a:bodyPr wrap="square" lIns="0" tIns="0" rIns="0" bIns="0" rtlCol="0" anchor="ctr"/>
          <a:lstStyle/>
          <a:p>
            <a:pPr marL="0" indent="0" algn="ctr">
              <a:buNone/>
            </a:pPr>
            <a:r>
              <a:rPr lang="en-US" sz="2800" b="1" dirty="0">
                <a:solidFill>
                  <a:srgbClr val="0C2442"/>
                </a:solidFill>
                <a:latin typeface="Arial" pitchFamily="34" charset="0"/>
                <a:ea typeface="Arial" pitchFamily="34" charset="-122"/>
                <a:cs typeface="Arial" pitchFamily="34" charset="-120"/>
              </a:rPr>
              <a:t>Tripwire's job: </a:t>
            </a:r>
          </a:p>
          <a:p>
            <a:pPr marL="0" indent="0" algn="ctr">
              <a:buNone/>
            </a:pPr>
            <a:r>
              <a:rPr lang="en-US" sz="2000" b="1" dirty="0">
                <a:solidFill>
                  <a:srgbClr val="0C2442"/>
                </a:solidFill>
                <a:latin typeface="Arial" pitchFamily="34" charset="0"/>
                <a:ea typeface="Arial" pitchFamily="34" charset="-122"/>
                <a:cs typeface="Arial" pitchFamily="34" charset="-120"/>
              </a:rPr>
              <a:t>Notice when something on the left should change something on the right.</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B24"/>
        </a:solidFill>
        <a:effectLst/>
      </p:bgPr>
    </p:bg>
    <p:spTree>
      <p:nvGrpSpPr>
        <p:cNvPr id="1" name=""/>
        <p:cNvGrpSpPr/>
        <p:nvPr/>
      </p:nvGrpSpPr>
      <p:grpSpPr>
        <a:xfrm>
          <a:off x="0" y="0"/>
          <a:ext cx="0" cy="0"/>
          <a:chOff x="0" y="0"/>
          <a:chExt cx="0" cy="0"/>
        </a:xfrm>
      </p:grpSpPr>
      <p:sp>
        <p:nvSpPr>
          <p:cNvPr id="2" name="Text 0"/>
          <p:cNvSpPr/>
          <p:nvPr/>
        </p:nvSpPr>
        <p:spPr>
          <a:xfrm>
            <a:off x="685799" y="608076"/>
            <a:ext cx="8229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0" normalizeH="0" baseline="0" noProof="0" dirty="0">
                <a:ln>
                  <a:noFill/>
                </a:ln>
                <a:solidFill>
                  <a:srgbClr val="E9A13B"/>
                </a:solidFill>
                <a:effectLst/>
                <a:uLnTx/>
                <a:uFillTx/>
                <a:latin typeface="Calibri" pitchFamily="34" charset="0"/>
                <a:ea typeface="Calibri" pitchFamily="34" charset="-122"/>
                <a:cs typeface="Calibri" pitchFamily="34" charset="-120"/>
              </a:rPr>
              <a:t>THE INFLUENCED CORPUS  ·  </a:t>
            </a:r>
            <a:r>
              <a:rPr lang="en-US" sz="1200" b="1" kern="0" spc="240" dirty="0">
                <a:solidFill>
                  <a:srgbClr val="E9A13B"/>
                </a:solidFill>
                <a:latin typeface="Calibri" pitchFamily="34" charset="0"/>
                <a:ea typeface="Calibri" pitchFamily="34" charset="-122"/>
                <a:cs typeface="Calibri" pitchFamily="34" charset="-120"/>
              </a:rPr>
              <a:t>INGESTION </a:t>
            </a:r>
            <a:r>
              <a:rPr kumimoji="0" lang="en-US" sz="1200" b="1" i="0" u="none" strike="noStrike" kern="0" cap="none" spc="240" normalizeH="0" baseline="0" noProof="0" dirty="0">
                <a:ln>
                  <a:noFill/>
                </a:ln>
                <a:solidFill>
                  <a:srgbClr val="E9A13B"/>
                </a:solidFill>
                <a:effectLst/>
                <a:uLnTx/>
                <a:uFillTx/>
                <a:latin typeface="Calibri" pitchFamily="34" charset="0"/>
                <a:ea typeface="Calibri" pitchFamily="34" charset="-122"/>
                <a:cs typeface="Calibri" pitchFamily="34" charset="-120"/>
              </a:rPr>
              <a:t>PART 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85799" y="928116"/>
            <a:ext cx="10607040" cy="685800"/>
          </a:xfrm>
          <a:prstGeom prst="rect">
            <a:avLst/>
          </a:prstGeom>
          <a:noFill/>
          <a:ln/>
        </p:spPr>
        <p:txBody>
          <a:bodyPr wrap="square" lIns="0" tIns="0" rIns="0" bIns="0" rtlCol="0" anchor="t"/>
          <a:lstStyle/>
          <a:p>
            <a:pPr marL="0" marR="0" lvl="0" indent="0" algn="l" defTabSz="914400" rtl="0" eaLnBrk="1" fontAlgn="auto" latinLnBrk="0" hangingPunct="1">
              <a:lnSpc>
                <a:spcPts val="38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Capturing our own site</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85799" y="1529715"/>
            <a:ext cx="10424160" cy="408813"/>
          </a:xfrm>
          <a:prstGeom prst="rect">
            <a:avLst/>
          </a:prstGeom>
          <a:noFill/>
          <a:ln/>
        </p:spPr>
        <p:txBody>
          <a:bodyPr wrap="square" lIns="0" tIns="0" rIns="0" bIns="0" rtlCol="0" anchor="t"/>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Runs automatically </a:t>
            </a:r>
            <a:r>
              <a:rPr kumimoji="0" lang="en-US" sz="1550" b="0" i="1"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before </a:t>
            </a:r>
            <a:r>
              <a:rPr kumimoji="0" lang="en-US" sz="1550" b="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the Tripwire check, </a:t>
            </a:r>
            <a:r>
              <a:rPr kumimoji="0" lang="en-US" sz="15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so the corpus is always current before anything is compared against it.</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85800" y="2295144"/>
            <a:ext cx="347472" cy="347472"/>
          </a:xfrm>
          <a:prstGeom prst="ellipse">
            <a:avLst/>
          </a:prstGeom>
          <a:solidFill>
            <a:srgbClr val="E9A13B"/>
          </a:solidFill>
          <a:ln/>
        </p:spPr>
        <p:txBody>
          <a:bodyPr/>
          <a:lstStyle/>
          <a:p>
            <a:endParaRPr lang="en-AU"/>
          </a:p>
        </p:txBody>
      </p:sp>
      <p:sp>
        <p:nvSpPr>
          <p:cNvPr id="6" name="Text 4"/>
          <p:cNvSpPr/>
          <p:nvPr/>
        </p:nvSpPr>
        <p:spPr>
          <a:xfrm>
            <a:off x="685800" y="229514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D1B24"/>
                </a:solidFill>
                <a:effectLst/>
                <a:uLnTx/>
                <a:uFillTx/>
                <a:latin typeface="Calibri" pitchFamily="34" charset="0"/>
                <a:ea typeface="Calibri" pitchFamily="34" charset="-122"/>
                <a:cs typeface="Calibri" pitchFamily="34" charset="-120"/>
              </a:rPr>
              <a:t>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859536" y="2642616"/>
            <a:ext cx="0" cy="347472"/>
          </a:xfrm>
          <a:prstGeom prst="line">
            <a:avLst/>
          </a:prstGeom>
          <a:noFill/>
          <a:ln w="15875">
            <a:solidFill>
              <a:srgbClr val="27435A"/>
            </a:solidFill>
            <a:prstDash val="solid"/>
          </a:ln>
        </p:spPr>
        <p:txBody>
          <a:bodyPr/>
          <a:lstStyle/>
          <a:p>
            <a:endParaRPr lang="en-AU"/>
          </a:p>
        </p:txBody>
      </p:sp>
      <p:sp>
        <p:nvSpPr>
          <p:cNvPr id="8" name="Text 6"/>
          <p:cNvSpPr/>
          <p:nvPr/>
        </p:nvSpPr>
        <p:spPr>
          <a:xfrm>
            <a:off x="1234440" y="2212848"/>
            <a:ext cx="30175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Sitemap harvesting</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343400" y="2212848"/>
            <a:ext cx="5120640" cy="502920"/>
          </a:xfrm>
          <a:prstGeom prst="rect">
            <a:avLst/>
          </a:prstGeom>
          <a:noFill/>
          <a:ln/>
        </p:spPr>
        <p:txBody>
          <a:bodyPr wrap="square" lIns="0" tIns="0" rIns="0" bIns="0" rtlCol="0" anchor="ctr"/>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Read the IPFR sitemap, register every page with its ID, URL, title and snapshot path.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85800" y="3072384"/>
            <a:ext cx="347472" cy="347472"/>
          </a:xfrm>
          <a:prstGeom prst="ellipse">
            <a:avLst/>
          </a:prstGeom>
          <a:solidFill>
            <a:srgbClr val="E9A13B"/>
          </a:solidFill>
          <a:ln/>
        </p:spPr>
        <p:txBody>
          <a:bodyPr/>
          <a:lstStyle/>
          <a:p>
            <a:endParaRPr lang="en-AU"/>
          </a:p>
        </p:txBody>
      </p:sp>
      <p:sp>
        <p:nvSpPr>
          <p:cNvPr id="13" name="Text 11"/>
          <p:cNvSpPr/>
          <p:nvPr/>
        </p:nvSpPr>
        <p:spPr>
          <a:xfrm>
            <a:off x="685800" y="307238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D1B24"/>
                </a:solidFill>
                <a:effectLst/>
                <a:uLnTx/>
                <a:uFillTx/>
                <a:latin typeface="Calibri" pitchFamily="34" charset="0"/>
                <a:ea typeface="Calibri" pitchFamily="34" charset="-122"/>
                <a:cs typeface="Calibri" pitchFamily="34" charset="-120"/>
              </a:rPr>
              <a:t>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859536" y="3419856"/>
            <a:ext cx="0" cy="347472"/>
          </a:xfrm>
          <a:prstGeom prst="line">
            <a:avLst/>
          </a:prstGeom>
          <a:noFill/>
          <a:ln w="15875">
            <a:solidFill>
              <a:srgbClr val="27435A"/>
            </a:solidFill>
            <a:prstDash val="solid"/>
          </a:ln>
        </p:spPr>
        <p:txBody>
          <a:bodyPr/>
          <a:lstStyle/>
          <a:p>
            <a:endParaRPr lang="en-AU"/>
          </a:p>
        </p:txBody>
      </p:sp>
      <p:sp>
        <p:nvSpPr>
          <p:cNvPr id="15" name="Text 13"/>
          <p:cNvSpPr/>
          <p:nvPr/>
        </p:nvSpPr>
        <p:spPr>
          <a:xfrm>
            <a:off x="1234440" y="2990088"/>
            <a:ext cx="30175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Normalisation</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343400" y="2990088"/>
            <a:ext cx="5120640" cy="502920"/>
          </a:xfrm>
          <a:prstGeom prst="rect">
            <a:avLst/>
          </a:prstGeom>
          <a:noFill/>
          <a:ln/>
        </p:spPr>
        <p:txBody>
          <a:bodyPr wrap="square" lIns="0" tIns="0" rIns="0" bIns="0" rtlCol="0" anchor="ctr"/>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trafilatura strips nav, footers and sidebars. Plain text is the single canonical representation.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85800" y="3849624"/>
            <a:ext cx="347472" cy="347472"/>
          </a:xfrm>
          <a:prstGeom prst="ellipse">
            <a:avLst/>
          </a:prstGeom>
          <a:solidFill>
            <a:srgbClr val="E9A13B"/>
          </a:solidFill>
          <a:ln/>
        </p:spPr>
        <p:txBody>
          <a:bodyPr/>
          <a:lstStyle/>
          <a:p>
            <a:endParaRPr lang="en-AU"/>
          </a:p>
        </p:txBody>
      </p:sp>
      <p:sp>
        <p:nvSpPr>
          <p:cNvPr id="20" name="Text 18"/>
          <p:cNvSpPr/>
          <p:nvPr/>
        </p:nvSpPr>
        <p:spPr>
          <a:xfrm>
            <a:off x="685800" y="384962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D1B24"/>
                </a:solidFill>
                <a:effectLst/>
                <a:uLnTx/>
                <a:uFillTx/>
                <a:latin typeface="Calibri" pitchFamily="34" charset="0"/>
                <a:ea typeface="Calibri" pitchFamily="34" charset="-122"/>
                <a:cs typeface="Calibri" pitchFamily="34" charset="-120"/>
              </a:rPr>
              <a:t>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859536" y="4197096"/>
            <a:ext cx="0" cy="347472"/>
          </a:xfrm>
          <a:prstGeom prst="line">
            <a:avLst/>
          </a:prstGeom>
          <a:noFill/>
          <a:ln w="15875">
            <a:solidFill>
              <a:srgbClr val="27435A"/>
            </a:solidFill>
            <a:prstDash val="solid"/>
          </a:ln>
        </p:spPr>
        <p:txBody>
          <a:bodyPr/>
          <a:lstStyle/>
          <a:p>
            <a:endParaRPr lang="en-AU"/>
          </a:p>
        </p:txBody>
      </p:sp>
      <p:sp>
        <p:nvSpPr>
          <p:cNvPr id="22" name="Text 20"/>
          <p:cNvSpPr/>
          <p:nvPr/>
        </p:nvSpPr>
        <p:spPr>
          <a:xfrm>
            <a:off x="1234440" y="3767328"/>
            <a:ext cx="30175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SHA-256 versioning</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343400" y="3767328"/>
            <a:ext cx="5120640" cy="502920"/>
          </a:xfrm>
          <a:prstGeom prst="rect">
            <a:avLst/>
          </a:prstGeom>
          <a:noFill/>
          <a:ln/>
        </p:spPr>
        <p:txBody>
          <a:bodyPr wrap="square" lIns="0" tIns="0" rIns="0" bIns="0" rtlCol="0" anchor="ctr"/>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Hash the normalised text. If the hash matches, the page is skipped — no work, no cost.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685800" y="4626864"/>
            <a:ext cx="347472" cy="347472"/>
          </a:xfrm>
          <a:prstGeom prst="ellipse">
            <a:avLst/>
          </a:prstGeom>
          <a:solidFill>
            <a:srgbClr val="E9A13B"/>
          </a:solidFill>
          <a:ln/>
        </p:spPr>
        <p:txBody>
          <a:bodyPr/>
          <a:lstStyle/>
          <a:p>
            <a:endParaRPr lang="en-AU"/>
          </a:p>
        </p:txBody>
      </p:sp>
      <p:sp>
        <p:nvSpPr>
          <p:cNvPr id="27" name="Text 25"/>
          <p:cNvSpPr/>
          <p:nvPr/>
        </p:nvSpPr>
        <p:spPr>
          <a:xfrm>
            <a:off x="685800" y="462686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D1B24"/>
                </a:solidFill>
                <a:effectLst/>
                <a:uLnTx/>
                <a:uFillTx/>
                <a:latin typeface="Calibri" pitchFamily="34" charset="0"/>
                <a:ea typeface="Calibri" pitchFamily="34" charset="-122"/>
                <a:cs typeface="Calibri" pitchFamily="34" charset="-120"/>
              </a:rPr>
              <a:t>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859536" y="4974336"/>
            <a:ext cx="0" cy="347472"/>
          </a:xfrm>
          <a:prstGeom prst="line">
            <a:avLst/>
          </a:prstGeom>
          <a:noFill/>
          <a:ln w="15875">
            <a:solidFill>
              <a:srgbClr val="27435A"/>
            </a:solidFill>
            <a:prstDash val="solid"/>
          </a:ln>
        </p:spPr>
        <p:txBody>
          <a:bodyPr/>
          <a:lstStyle/>
          <a:p>
            <a:endParaRPr lang="en-AU"/>
          </a:p>
        </p:txBody>
      </p:sp>
      <p:sp>
        <p:nvSpPr>
          <p:cNvPr id="29" name="Text 27"/>
          <p:cNvSpPr/>
          <p:nvPr/>
        </p:nvSpPr>
        <p:spPr>
          <a:xfrm>
            <a:off x="1234440" y="4544568"/>
            <a:ext cx="30175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Section-aware chunking</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4343400" y="4544568"/>
            <a:ext cx="5120640" cy="502920"/>
          </a:xfrm>
          <a:prstGeom prst="rect">
            <a:avLst/>
          </a:prstGeom>
          <a:noFill/>
          <a:ln/>
        </p:spPr>
        <p:txBody>
          <a:bodyPr wrap="square" lIns="0" tIns="0" rIns="0" bIns="0" rtlCol="0" anchor="ctr"/>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Split at real heading boundaries, not every 1,400 characters. A chunk should be about one thing.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685800" y="5404104"/>
            <a:ext cx="347472" cy="347472"/>
          </a:xfrm>
          <a:prstGeom prst="ellipse">
            <a:avLst/>
          </a:prstGeom>
          <a:solidFill>
            <a:srgbClr val="E9A13B"/>
          </a:solidFill>
          <a:ln/>
        </p:spPr>
        <p:txBody>
          <a:bodyPr/>
          <a:lstStyle/>
          <a:p>
            <a:endParaRPr lang="en-AU"/>
          </a:p>
        </p:txBody>
      </p:sp>
      <p:sp>
        <p:nvSpPr>
          <p:cNvPr id="34" name="Text 32"/>
          <p:cNvSpPr/>
          <p:nvPr/>
        </p:nvSpPr>
        <p:spPr>
          <a:xfrm>
            <a:off x="685800" y="54041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D1B24"/>
                </a:solidFill>
                <a:effectLst/>
                <a:uLnTx/>
                <a:uFillTx/>
                <a:latin typeface="Calibri" pitchFamily="34" charset="0"/>
                <a:ea typeface="Calibri" pitchFamily="34" charset="-122"/>
                <a:cs typeface="Calibri" pitchFamily="34" charset="-120"/>
              </a:rPr>
              <a:t>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1234440" y="5321808"/>
            <a:ext cx="30175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Cron-based maintenance</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4343400" y="5321808"/>
            <a:ext cx="5120640" cy="502920"/>
          </a:xfrm>
          <a:prstGeom prst="rect">
            <a:avLst/>
          </a:prstGeom>
          <a:noFill/>
          <a:ln/>
        </p:spPr>
        <p:txBody>
          <a:bodyPr wrap="square" lIns="0" tIns="0" rIns="0" bIns="0" rtlCol="0" anchor="ctr"/>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Every 24 hours, forever, with no human involved. State is committed back to the repo.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685799" y="6099048"/>
            <a:ext cx="10181897"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E97A6"/>
                </a:solidFill>
                <a:effectLst/>
                <a:uLnTx/>
                <a:uFillTx/>
                <a:latin typeface="Calibri" pitchFamily="34" charset="0"/>
                <a:ea typeface="Calibri" pitchFamily="34" charset="-122"/>
                <a:cs typeface="Calibri" pitchFamily="34" charset="-120"/>
              </a:rPr>
              <a:t>Why bother with the hash? Because 140 pages × 365 days is 51,100 scrapes a year, and almost none of them changed anything. The cheapest check runs first.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1B24"/>
        </a:solidFill>
        <a:effectLst/>
      </p:bgPr>
    </p:bg>
    <p:spTree>
      <p:nvGrpSpPr>
        <p:cNvPr id="1" name=""/>
        <p:cNvGrpSpPr/>
        <p:nvPr/>
      </p:nvGrpSpPr>
      <p:grpSpPr>
        <a:xfrm>
          <a:off x="0" y="0"/>
          <a:ext cx="0" cy="0"/>
          <a:chOff x="0" y="0"/>
          <a:chExt cx="0" cy="0"/>
        </a:xfrm>
      </p:grpSpPr>
      <p:sp>
        <p:nvSpPr>
          <p:cNvPr id="2" name="Text 0"/>
          <p:cNvSpPr/>
          <p:nvPr/>
        </p:nvSpPr>
        <p:spPr>
          <a:xfrm>
            <a:off x="685800" y="457200"/>
            <a:ext cx="8229600" cy="256032"/>
          </a:xfrm>
          <a:prstGeom prst="rect">
            <a:avLst/>
          </a:prstGeom>
          <a:noFill/>
          <a:ln/>
        </p:spPr>
        <p:txBody>
          <a:bodyPr wrap="square" lIns="0" tIns="0" rIns="0" bIns="0" rtlCol="0" anchor="ctr"/>
          <a:lstStyle/>
          <a:p>
            <a:pPr lvl="0"/>
            <a:r>
              <a:rPr kumimoji="0" lang="en-US" sz="1200" b="1" i="0" u="none" strike="noStrike" kern="0" cap="none" spc="240" normalizeH="0" baseline="0" noProof="0" dirty="0">
                <a:ln>
                  <a:noFill/>
                </a:ln>
                <a:solidFill>
                  <a:srgbClr val="E9A13B"/>
                </a:solidFill>
                <a:effectLst/>
                <a:uLnTx/>
                <a:uFillTx/>
                <a:latin typeface="Calibri" pitchFamily="34" charset="0"/>
                <a:ea typeface="Calibri" pitchFamily="34" charset="-122"/>
                <a:cs typeface="Calibri" pitchFamily="34" charset="-120"/>
              </a:rPr>
              <a:t>THE INFLUENCED CORPUS  · </a:t>
            </a:r>
            <a:r>
              <a:rPr lang="en-US" sz="1200" b="1" kern="0" spc="240" dirty="0">
                <a:solidFill>
                  <a:srgbClr val="E9A13B"/>
                </a:solidFill>
                <a:latin typeface="Calibri" pitchFamily="34" charset="0"/>
                <a:ea typeface="Calibri" pitchFamily="34" charset="-122"/>
                <a:cs typeface="Calibri" pitchFamily="34" charset="-120"/>
              </a:rPr>
              <a:t>INGESTION </a:t>
            </a:r>
            <a:r>
              <a:rPr kumimoji="0" lang="en-US" sz="1200" b="1" i="0" u="none" strike="noStrike" kern="0" cap="none" spc="240" normalizeH="0" baseline="0" noProof="0" dirty="0">
                <a:ln>
                  <a:noFill/>
                </a:ln>
                <a:solidFill>
                  <a:srgbClr val="E9A13B"/>
                </a:solidFill>
                <a:effectLst/>
                <a:uLnTx/>
                <a:uFillTx/>
                <a:latin typeface="Calibri" pitchFamily="34" charset="0"/>
                <a:ea typeface="Calibri" pitchFamily="34" charset="-122"/>
                <a:cs typeface="Calibri" pitchFamily="34" charset="-120"/>
              </a:rPr>
              <a:t>PART 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85800" y="777240"/>
            <a:ext cx="10607040" cy="685800"/>
          </a:xfrm>
          <a:prstGeom prst="rect">
            <a:avLst/>
          </a:prstGeom>
          <a:noFill/>
          <a:ln/>
        </p:spPr>
        <p:txBody>
          <a:bodyPr wrap="square" lIns="0" tIns="0" rIns="0" bIns="0" rtlCol="0" anchor="t"/>
          <a:lstStyle/>
          <a:p>
            <a:pPr marL="0" marR="0" lvl="0" indent="0" algn="l" defTabSz="914400" rtl="0" eaLnBrk="1" fontAlgn="auto" latinLnBrk="0" hangingPunct="1">
              <a:lnSpc>
                <a:spcPts val="38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Enrichment: precompute everything you can</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85800" y="1645920"/>
            <a:ext cx="10424160" cy="365760"/>
          </a:xfrm>
          <a:prstGeom prst="rect">
            <a:avLst/>
          </a:prstGeom>
          <a:noFill/>
          <a:ln/>
        </p:spPr>
        <p:txBody>
          <a:bodyPr wrap="square" lIns="0" tIns="0" rIns="0" bIns="0" rtlCol="0" anchor="t"/>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Anything computed here is something Tripwire doesn't pay for at 02:00. Eight SQLite tables, all built ahead of time.</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85800" y="2194560"/>
            <a:ext cx="3337560" cy="1737360"/>
          </a:xfrm>
          <a:prstGeom prst="roundRect">
            <a:avLst>
              <a:gd name="adj" fmla="val 4737"/>
            </a:avLst>
          </a:prstGeom>
          <a:solidFill>
            <a:srgbClr val="16293A"/>
          </a:solidFill>
          <a:ln/>
        </p:spPr>
        <p:txBody>
          <a:bodyPr/>
          <a:lstStyle/>
          <a:p>
            <a:endParaRPr lang="en-AU"/>
          </a:p>
        </p:txBody>
      </p:sp>
      <p:sp>
        <p:nvSpPr>
          <p:cNvPr id="6" name="Text 4"/>
          <p:cNvSpPr/>
          <p:nvPr/>
        </p:nvSpPr>
        <p:spPr>
          <a:xfrm>
            <a:off x="941832" y="2377440"/>
            <a:ext cx="2834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Chunk embeddings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941832" y="2697480"/>
            <a:ext cx="2834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BAAI/bge-base-en-v1.5</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941832" y="3035808"/>
            <a:ext cx="2834640" cy="777240"/>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The unit of comparison for the bi-encoder in Stage 5.</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325112" y="2194560"/>
            <a:ext cx="3337560" cy="1737360"/>
          </a:xfrm>
          <a:prstGeom prst="roundRect">
            <a:avLst>
              <a:gd name="adj" fmla="val 4737"/>
            </a:avLst>
          </a:prstGeom>
          <a:solidFill>
            <a:srgbClr val="16293A"/>
          </a:solidFill>
          <a:ln/>
        </p:spPr>
        <p:txBody>
          <a:bodyPr/>
          <a:lstStyle/>
          <a:p>
            <a:endParaRPr lang="en-AU"/>
          </a:p>
        </p:txBody>
      </p:sp>
      <p:sp>
        <p:nvSpPr>
          <p:cNvPr id="10" name="Text 8"/>
          <p:cNvSpPr/>
          <p:nvPr/>
        </p:nvSpPr>
        <p:spPr>
          <a:xfrm>
            <a:off x="4581144" y="2377440"/>
            <a:ext cx="2834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Named entities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81144" y="2697480"/>
            <a:ext cx="2834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spaCy NER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581144" y="3035808"/>
            <a:ext cx="2834640" cy="777240"/>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ORG, PERSON, GPE, LAW. Feeds the significance fingerprint and graph edges.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7964424" y="2194560"/>
            <a:ext cx="3337560" cy="1737360"/>
          </a:xfrm>
          <a:prstGeom prst="roundRect">
            <a:avLst>
              <a:gd name="adj" fmla="val 4737"/>
            </a:avLst>
          </a:prstGeom>
          <a:solidFill>
            <a:srgbClr val="16293A"/>
          </a:solidFill>
          <a:ln/>
        </p:spPr>
        <p:txBody>
          <a:bodyPr/>
          <a:lstStyle/>
          <a:p>
            <a:endParaRPr lang="en-AU"/>
          </a:p>
        </p:txBody>
      </p:sp>
      <p:sp>
        <p:nvSpPr>
          <p:cNvPr id="14" name="Text 12"/>
          <p:cNvSpPr/>
          <p:nvPr/>
        </p:nvSpPr>
        <p:spPr>
          <a:xfrm>
            <a:off x="8220456" y="2377440"/>
            <a:ext cx="2834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Keyphrases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8220456" y="2697480"/>
            <a:ext cx="2834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YAKE + IDF weights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8220456" y="3035808"/>
            <a:ext cx="2834640" cy="777240"/>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Drives BM25 lexical scoring in Stage 4.</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85800" y="4206240"/>
            <a:ext cx="3337560" cy="1737360"/>
          </a:xfrm>
          <a:prstGeom prst="roundRect">
            <a:avLst>
              <a:gd name="adj" fmla="val 4737"/>
            </a:avLst>
          </a:prstGeom>
          <a:solidFill>
            <a:srgbClr val="16293A"/>
          </a:solidFill>
          <a:ln/>
        </p:spPr>
        <p:txBody>
          <a:bodyPr/>
          <a:lstStyle/>
          <a:p>
            <a:endParaRPr lang="en-AU"/>
          </a:p>
        </p:txBody>
      </p:sp>
      <p:sp>
        <p:nvSpPr>
          <p:cNvPr id="18" name="Text 16"/>
          <p:cNvSpPr/>
          <p:nvPr/>
        </p:nvSpPr>
        <p:spPr>
          <a:xfrm>
            <a:off x="941832" y="4389120"/>
            <a:ext cx="2834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Section metadata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41832" y="4709160"/>
            <a:ext cx="2834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Heading hierarchy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941832" y="5047488"/>
            <a:ext cx="2834640" cy="777240"/>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Lets the LLM say which section is affected, not just which page.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4325112" y="4206240"/>
            <a:ext cx="3337560" cy="1737360"/>
          </a:xfrm>
          <a:prstGeom prst="roundRect">
            <a:avLst>
              <a:gd name="adj" fmla="val 4737"/>
            </a:avLst>
          </a:prstGeom>
          <a:solidFill>
            <a:srgbClr val="16293A"/>
          </a:solidFill>
          <a:ln/>
        </p:spPr>
        <p:txBody>
          <a:bodyPr/>
          <a:lstStyle/>
          <a:p>
            <a:endParaRPr lang="en-AU"/>
          </a:p>
        </p:txBody>
      </p:sp>
      <p:sp>
        <p:nvSpPr>
          <p:cNvPr id="22" name="Text 20"/>
          <p:cNvSpPr/>
          <p:nvPr/>
        </p:nvSpPr>
        <p:spPr>
          <a:xfrm>
            <a:off x="4581144" y="4389120"/>
            <a:ext cx="2834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Document embedding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581144" y="4709160"/>
            <a:ext cx="2834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One vector per page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581144" y="5047488"/>
            <a:ext cx="2834640" cy="777240"/>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Used to find each page's semantic neighbours.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7964424" y="4206240"/>
            <a:ext cx="3337560" cy="1737360"/>
          </a:xfrm>
          <a:prstGeom prst="roundRect">
            <a:avLst>
              <a:gd name="adj" fmla="val 4737"/>
            </a:avLst>
          </a:prstGeom>
          <a:solidFill>
            <a:srgbClr val="16293A"/>
          </a:solidFill>
          <a:ln/>
        </p:spPr>
        <p:txBody>
          <a:bodyPr/>
          <a:lstStyle/>
          <a:p>
            <a:endParaRPr lang="en-AU"/>
          </a:p>
        </p:txBody>
      </p:sp>
      <p:sp>
        <p:nvSpPr>
          <p:cNvPr id="26" name="Text 24"/>
          <p:cNvSpPr/>
          <p:nvPr/>
        </p:nvSpPr>
        <p:spPr>
          <a:xfrm>
            <a:off x="8220456" y="4389120"/>
            <a:ext cx="2834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Quasi-graph edges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8220456" y="4709160"/>
            <a:ext cx="2834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Similarity + entity overlap</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8220456" y="5047488"/>
            <a:ext cx="2834640" cy="777240"/>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So an alert on one page can propagate to its relatives.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1B24"/>
        </a:solidFill>
        <a:effectLst/>
      </p:bgPr>
    </p:bg>
    <p:spTree>
      <p:nvGrpSpPr>
        <p:cNvPr id="1" name=""/>
        <p:cNvGrpSpPr/>
        <p:nvPr/>
      </p:nvGrpSpPr>
      <p:grpSpPr>
        <a:xfrm>
          <a:off x="0" y="0"/>
          <a:ext cx="0" cy="0"/>
          <a:chOff x="0" y="0"/>
          <a:chExt cx="0" cy="0"/>
        </a:xfrm>
      </p:grpSpPr>
      <p:sp>
        <p:nvSpPr>
          <p:cNvPr id="2" name="Text 0"/>
          <p:cNvSpPr/>
          <p:nvPr/>
        </p:nvSpPr>
        <p:spPr>
          <a:xfrm>
            <a:off x="685800" y="457200"/>
            <a:ext cx="8229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0" normalizeH="0" baseline="0" noProof="0" dirty="0">
                <a:ln>
                  <a:noFill/>
                </a:ln>
                <a:solidFill>
                  <a:srgbClr val="E9A13B"/>
                </a:solidFill>
                <a:effectLst/>
                <a:uLnTx/>
                <a:uFillTx/>
                <a:latin typeface="Calibri" pitchFamily="34" charset="0"/>
                <a:ea typeface="Calibri" pitchFamily="34" charset="-122"/>
                <a:cs typeface="Calibri" pitchFamily="34" charset="-120"/>
              </a:rPr>
              <a:t>THE ARCHITECTURE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85800" y="777240"/>
            <a:ext cx="10607040" cy="685800"/>
          </a:xfrm>
          <a:prstGeom prst="rect">
            <a:avLst/>
          </a:prstGeom>
          <a:noFill/>
          <a:ln/>
        </p:spPr>
        <p:txBody>
          <a:bodyPr wrap="square" lIns="0" tIns="0" rIns="0" bIns="0" rtlCol="0" anchor="t"/>
          <a:lstStyle/>
          <a:p>
            <a:pPr marL="0" marR="0" lvl="0" indent="0" algn="l" defTabSz="914400" rtl="0" eaLnBrk="1" fontAlgn="auto" latinLnBrk="0" hangingPunct="1">
              <a:lnSpc>
                <a:spcPts val="38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Nine stages, each one a gate</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85800" y="1572768"/>
            <a:ext cx="10789920" cy="402336"/>
          </a:xfrm>
          <a:prstGeom prst="roundRect">
            <a:avLst>
              <a:gd name="adj" fmla="val 15909"/>
            </a:avLst>
          </a:prstGeom>
          <a:solidFill>
            <a:srgbClr val="16293A"/>
          </a:solidFill>
          <a:ln/>
        </p:spPr>
        <p:txBody>
          <a:bodyPr/>
          <a:lstStyle/>
          <a:p>
            <a:endParaRPr lang="en-AU"/>
          </a:p>
        </p:txBody>
      </p:sp>
      <p:sp>
        <p:nvSpPr>
          <p:cNvPr id="5" name="Text 3"/>
          <p:cNvSpPr/>
          <p:nvPr/>
        </p:nvSpPr>
        <p:spPr>
          <a:xfrm>
            <a:off x="832104" y="1572768"/>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1</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161288" y="1572768"/>
            <a:ext cx="19202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Metadata probe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154680" y="1572768"/>
            <a:ext cx="813816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ETag, version ID, content length</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074420" y="2057400"/>
            <a:ext cx="10012680" cy="402336"/>
          </a:xfrm>
          <a:prstGeom prst="roundRect">
            <a:avLst>
              <a:gd name="adj" fmla="val 15909"/>
            </a:avLst>
          </a:prstGeom>
          <a:solidFill>
            <a:srgbClr val="16293A"/>
          </a:solidFill>
          <a:ln/>
        </p:spPr>
        <p:txBody>
          <a:bodyPr/>
          <a:lstStyle/>
          <a:p>
            <a:endParaRPr lang="en-AU"/>
          </a:p>
        </p:txBody>
      </p:sp>
      <p:sp>
        <p:nvSpPr>
          <p:cNvPr id="9" name="Text 7"/>
          <p:cNvSpPr/>
          <p:nvPr/>
        </p:nvSpPr>
        <p:spPr>
          <a:xfrm>
            <a:off x="1220724" y="2057400"/>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2</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549908" y="2057400"/>
            <a:ext cx="19202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Change detection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543300" y="2057400"/>
            <a:ext cx="73609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SHA-256, word diff, significance tagger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1463040" y="2542032"/>
            <a:ext cx="9235440" cy="402336"/>
          </a:xfrm>
          <a:prstGeom prst="roundRect">
            <a:avLst>
              <a:gd name="adj" fmla="val 15909"/>
            </a:avLst>
          </a:prstGeom>
          <a:solidFill>
            <a:srgbClr val="16293A"/>
          </a:solidFill>
          <a:ln/>
        </p:spPr>
        <p:txBody>
          <a:bodyPr/>
          <a:lstStyle/>
          <a:p>
            <a:endParaRPr lang="en-AU"/>
          </a:p>
        </p:txBody>
      </p:sp>
      <p:sp>
        <p:nvSpPr>
          <p:cNvPr id="13" name="Text 11"/>
          <p:cNvSpPr/>
          <p:nvPr/>
        </p:nvSpPr>
        <p:spPr>
          <a:xfrm>
            <a:off x="1609344" y="2542032"/>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3</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938528" y="2542032"/>
            <a:ext cx="19202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Diff generation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931920" y="2542032"/>
            <a:ext cx="658368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diff file / FRL explainer / new RSS items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1851660" y="3026664"/>
            <a:ext cx="8458200" cy="402336"/>
          </a:xfrm>
          <a:prstGeom prst="roundRect">
            <a:avLst>
              <a:gd name="adj" fmla="val 15909"/>
            </a:avLst>
          </a:prstGeom>
          <a:solidFill>
            <a:srgbClr val="16293A"/>
          </a:solidFill>
          <a:ln/>
        </p:spPr>
        <p:txBody>
          <a:bodyPr/>
          <a:lstStyle/>
          <a:p>
            <a:endParaRPr lang="en-AU"/>
          </a:p>
        </p:txBody>
      </p:sp>
      <p:sp>
        <p:nvSpPr>
          <p:cNvPr id="17" name="Text 15"/>
          <p:cNvSpPr/>
          <p:nvPr/>
        </p:nvSpPr>
        <p:spPr>
          <a:xfrm>
            <a:off x="1997964" y="3026664"/>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4</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2327148" y="3026664"/>
            <a:ext cx="19202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Relevance scoring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320540" y="3026664"/>
            <a:ext cx="58064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YAKE-BM25 + bi-encoder, fused with RRF</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2240280" y="3511296"/>
            <a:ext cx="7680960" cy="402336"/>
          </a:xfrm>
          <a:prstGeom prst="roundRect">
            <a:avLst>
              <a:gd name="adj" fmla="val 15909"/>
            </a:avLst>
          </a:prstGeom>
          <a:solidFill>
            <a:srgbClr val="16293A"/>
          </a:solidFill>
          <a:ln/>
        </p:spPr>
        <p:txBody>
          <a:bodyPr/>
          <a:lstStyle/>
          <a:p>
            <a:endParaRPr lang="en-AU"/>
          </a:p>
        </p:txBody>
      </p:sp>
      <p:sp>
        <p:nvSpPr>
          <p:cNvPr id="21" name="Text 19"/>
          <p:cNvSpPr/>
          <p:nvPr/>
        </p:nvSpPr>
        <p:spPr>
          <a:xfrm>
            <a:off x="2386584" y="3511296"/>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5</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2715768" y="3511296"/>
            <a:ext cx="19202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Bi-encoder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709160" y="3511296"/>
            <a:ext cx="502920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coarse semantic pass over chunks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2628900" y="3995928"/>
            <a:ext cx="6903720" cy="402336"/>
          </a:xfrm>
          <a:prstGeom prst="roundRect">
            <a:avLst>
              <a:gd name="adj" fmla="val 15909"/>
            </a:avLst>
          </a:prstGeom>
          <a:solidFill>
            <a:srgbClr val="16293A"/>
          </a:solidFill>
          <a:ln/>
        </p:spPr>
        <p:txBody>
          <a:bodyPr/>
          <a:lstStyle/>
          <a:p>
            <a:endParaRPr lang="en-AU"/>
          </a:p>
        </p:txBody>
      </p:sp>
      <p:sp>
        <p:nvSpPr>
          <p:cNvPr id="25" name="Text 23"/>
          <p:cNvSpPr/>
          <p:nvPr/>
        </p:nvSpPr>
        <p:spPr>
          <a:xfrm>
            <a:off x="2775204" y="3995928"/>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6</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3104388" y="3995928"/>
            <a:ext cx="19202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Cross-encoder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097780" y="3995928"/>
            <a:ext cx="425196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precise re-ranking + graph propagation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3017520" y="4480560"/>
            <a:ext cx="6126480" cy="402336"/>
          </a:xfrm>
          <a:prstGeom prst="roundRect">
            <a:avLst>
              <a:gd name="adj" fmla="val 15909"/>
            </a:avLst>
          </a:prstGeom>
          <a:solidFill>
            <a:srgbClr val="16293A"/>
          </a:solidFill>
          <a:ln/>
        </p:spPr>
        <p:txBody>
          <a:bodyPr/>
          <a:lstStyle/>
          <a:p>
            <a:endParaRPr lang="en-AU"/>
          </a:p>
        </p:txBody>
      </p:sp>
      <p:sp>
        <p:nvSpPr>
          <p:cNvPr id="29" name="Text 27"/>
          <p:cNvSpPr/>
          <p:nvPr/>
        </p:nvSpPr>
        <p:spPr>
          <a:xfrm>
            <a:off x="3163824" y="4480560"/>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7</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3493008" y="4480560"/>
            <a:ext cx="19202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Trigger aggregation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5486400" y="4480560"/>
            <a:ext cx="34747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3A9B8"/>
                </a:solidFill>
                <a:effectLst/>
                <a:uLnTx/>
                <a:uFillTx/>
                <a:latin typeface="Calibri" pitchFamily="34" charset="0"/>
                <a:ea typeface="Calibri" pitchFamily="34" charset="-122"/>
                <a:cs typeface="Calibri" pitchFamily="34" charset="-120"/>
              </a:rPr>
              <a:t>group every trigger per page, per run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3406140" y="4965192"/>
            <a:ext cx="5349240" cy="402336"/>
          </a:xfrm>
          <a:prstGeom prst="roundRect">
            <a:avLst>
              <a:gd name="adj" fmla="val 15909"/>
            </a:avLst>
          </a:prstGeom>
          <a:solidFill>
            <a:srgbClr val="3A2018"/>
          </a:solidFill>
          <a:ln/>
        </p:spPr>
        <p:txBody>
          <a:bodyPr/>
          <a:lstStyle/>
          <a:p>
            <a:endParaRPr lang="en-AU"/>
          </a:p>
        </p:txBody>
      </p:sp>
      <p:sp>
        <p:nvSpPr>
          <p:cNvPr id="33" name="Text 31"/>
          <p:cNvSpPr/>
          <p:nvPr/>
        </p:nvSpPr>
        <p:spPr>
          <a:xfrm>
            <a:off x="3552444" y="4965192"/>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8</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3881628" y="4965192"/>
            <a:ext cx="19202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LLM assessment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5875020" y="4965192"/>
            <a:ext cx="269748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88A5F"/>
                </a:solidFill>
                <a:effectLst/>
                <a:uLnTx/>
                <a:uFillTx/>
                <a:latin typeface="Calibri" pitchFamily="34" charset="0"/>
                <a:ea typeface="Calibri" pitchFamily="34" charset="-122"/>
                <a:cs typeface="Calibri" pitchFamily="34" charset="-120"/>
              </a:rPr>
              <a:t>one call per page — the only paid step</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3794760" y="5449824"/>
            <a:ext cx="4572000" cy="402336"/>
          </a:xfrm>
          <a:prstGeom prst="roundRect">
            <a:avLst>
              <a:gd name="adj" fmla="val 15909"/>
            </a:avLst>
          </a:prstGeom>
          <a:solidFill>
            <a:srgbClr val="3A2018"/>
          </a:solidFill>
          <a:ln/>
        </p:spPr>
        <p:txBody>
          <a:bodyPr/>
          <a:lstStyle/>
          <a:p>
            <a:endParaRPr lang="en-AU"/>
          </a:p>
        </p:txBody>
      </p:sp>
      <p:sp>
        <p:nvSpPr>
          <p:cNvPr id="37" name="Text 35"/>
          <p:cNvSpPr/>
          <p:nvPr/>
        </p:nvSpPr>
        <p:spPr>
          <a:xfrm>
            <a:off x="3941064" y="5449824"/>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9A13B"/>
                </a:solidFill>
                <a:effectLst/>
                <a:uLnTx/>
                <a:uFillTx/>
                <a:latin typeface="Courier New" pitchFamily="34" charset="0"/>
                <a:ea typeface="Courier New" pitchFamily="34" charset="-122"/>
                <a:cs typeface="Courier New" pitchFamily="34" charset="-120"/>
              </a:rPr>
              <a:t>9</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4270248" y="5449824"/>
            <a:ext cx="19202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Notification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6263640" y="5449824"/>
            <a:ext cx="192024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88A5F"/>
                </a:solidFill>
                <a:effectLst/>
                <a:uLnTx/>
                <a:uFillTx/>
                <a:latin typeface="Calibri" pitchFamily="34" charset="0"/>
                <a:ea typeface="Calibri" pitchFamily="34" charset="-122"/>
                <a:cs typeface="Calibri" pitchFamily="34" charset="-120"/>
              </a:rPr>
              <a:t>consolidated email to the content owner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5486400" cy="274320"/>
          </a:xfrm>
          <a:prstGeom prst="rect">
            <a:avLst/>
          </a:prstGeom>
          <a:noFill/>
          <a:ln/>
        </p:spPr>
        <p:txBody>
          <a:bodyPr wrap="square" lIns="0" tIns="0" rIns="0" bIns="0" rtlCol="0" anchor="ctr"/>
          <a:lstStyle/>
          <a:p>
            <a:pPr marL="0" indent="0">
              <a:buNone/>
            </a:pPr>
            <a:r>
              <a:rPr lang="en-US" sz="1300" b="1" kern="0" spc="300" dirty="0">
                <a:solidFill>
                  <a:srgbClr val="273A7A"/>
                </a:solidFill>
                <a:latin typeface="Arial" pitchFamily="34" charset="0"/>
                <a:ea typeface="Arial" pitchFamily="34" charset="-122"/>
                <a:cs typeface="Arial" pitchFamily="34" charset="-120"/>
              </a:rPr>
              <a:t>STAGES 1 – 3</a:t>
            </a:r>
            <a:endParaRPr lang="en-US" sz="1300" dirty="0"/>
          </a:p>
        </p:txBody>
      </p:sp>
      <p:sp>
        <p:nvSpPr>
          <p:cNvPr id="3" name="Text 1"/>
          <p:cNvSpPr/>
          <p:nvPr/>
        </p:nvSpPr>
        <p:spPr>
          <a:xfrm>
            <a:off x="484632" y="676656"/>
            <a:ext cx="8412480" cy="603504"/>
          </a:xfrm>
          <a:prstGeom prst="rect">
            <a:avLst/>
          </a:prstGeom>
          <a:noFill/>
          <a:ln/>
        </p:spPr>
        <p:txBody>
          <a:bodyPr wrap="square" lIns="0" tIns="0" rIns="0" bIns="0" rtlCol="0" anchor="ctr"/>
          <a:lstStyle/>
          <a:p>
            <a:pPr marL="0" indent="0">
              <a:buNone/>
            </a:pPr>
            <a:r>
              <a:rPr lang="en-US" sz="3300" b="1" dirty="0">
                <a:solidFill>
                  <a:srgbClr val="24241E"/>
                </a:solidFill>
                <a:latin typeface="Arial" pitchFamily="34" charset="0"/>
                <a:ea typeface="Arial" pitchFamily="34" charset="-122"/>
                <a:cs typeface="Arial" pitchFamily="34" charset="-120"/>
              </a:rPr>
              <a:t>Detection &amp; Pre-Processing</a:t>
            </a:r>
            <a:endParaRPr lang="en-US" sz="3300" dirty="0"/>
          </a:p>
        </p:txBody>
      </p:sp>
      <p:sp>
        <p:nvSpPr>
          <p:cNvPr id="4" name="Text 2"/>
          <p:cNvSpPr/>
          <p:nvPr/>
        </p:nvSpPr>
        <p:spPr>
          <a:xfrm>
            <a:off x="502920" y="1335024"/>
            <a:ext cx="8595360" cy="457200"/>
          </a:xfrm>
          <a:prstGeom prst="rect">
            <a:avLst/>
          </a:prstGeom>
          <a:noFill/>
          <a:ln/>
        </p:spPr>
        <p:txBody>
          <a:bodyPr wrap="square" lIns="0" tIns="0" rIns="0" bIns="0" rtlCol="0" anchor="ctr"/>
          <a:lstStyle/>
          <a:p>
            <a:pPr marL="0" indent="0">
              <a:buNone/>
            </a:pPr>
            <a:r>
              <a:rPr lang="en-US" sz="1300" dirty="0">
                <a:solidFill>
                  <a:srgbClr val="6E6E62"/>
                </a:solidFill>
                <a:latin typeface="Arial" pitchFamily="34" charset="0"/>
                <a:ea typeface="Arial" pitchFamily="34" charset="-122"/>
                <a:cs typeface="Arial" pitchFamily="34" charset="-120"/>
              </a:rPr>
              <a:t>Cheap, exact filters stop cosmetic noise before a single expensive operation runs.</a:t>
            </a:r>
            <a:endParaRPr lang="en-US" sz="1300" dirty="0"/>
          </a:p>
        </p:txBody>
      </p:sp>
      <p:sp>
        <p:nvSpPr>
          <p:cNvPr id="5" name="Shape 3"/>
          <p:cNvSpPr/>
          <p:nvPr/>
        </p:nvSpPr>
        <p:spPr>
          <a:xfrm>
            <a:off x="10355580" y="457200"/>
            <a:ext cx="1234440" cy="219456"/>
          </a:xfrm>
          <a:prstGeom prst="roundRect">
            <a:avLst>
              <a:gd name="adj" fmla="val 20833"/>
            </a:avLst>
          </a:prstGeom>
          <a:solidFill>
            <a:srgbClr val="273A7A"/>
          </a:solidFill>
          <a:ln/>
        </p:spPr>
        <p:txBody>
          <a:bodyPr/>
          <a:lstStyle/>
          <a:p>
            <a:endParaRPr lang="en-AU"/>
          </a:p>
        </p:txBody>
      </p:sp>
      <p:sp>
        <p:nvSpPr>
          <p:cNvPr id="6" name="Shape 4"/>
          <p:cNvSpPr/>
          <p:nvPr/>
        </p:nvSpPr>
        <p:spPr>
          <a:xfrm>
            <a:off x="10492740" y="777240"/>
            <a:ext cx="960120" cy="219456"/>
          </a:xfrm>
          <a:prstGeom prst="roundRect">
            <a:avLst>
              <a:gd name="adj" fmla="val 20833"/>
            </a:avLst>
          </a:prstGeom>
          <a:solidFill>
            <a:srgbClr val="E4E2D2"/>
          </a:solidFill>
          <a:ln w="15875">
            <a:solidFill>
              <a:srgbClr val="BEBFA0"/>
            </a:solidFill>
            <a:prstDash val="solid"/>
          </a:ln>
        </p:spPr>
        <p:txBody>
          <a:bodyPr/>
          <a:lstStyle/>
          <a:p>
            <a:endParaRPr lang="en-AU"/>
          </a:p>
        </p:txBody>
      </p:sp>
      <p:sp>
        <p:nvSpPr>
          <p:cNvPr id="7" name="Shape 5"/>
          <p:cNvSpPr/>
          <p:nvPr/>
        </p:nvSpPr>
        <p:spPr>
          <a:xfrm>
            <a:off x="10629900" y="1097280"/>
            <a:ext cx="685800" cy="219456"/>
          </a:xfrm>
          <a:prstGeom prst="roundRect">
            <a:avLst>
              <a:gd name="adj" fmla="val 20833"/>
            </a:avLst>
          </a:prstGeom>
          <a:solidFill>
            <a:srgbClr val="E4E2D2"/>
          </a:solidFill>
          <a:ln w="15875">
            <a:solidFill>
              <a:srgbClr val="BEBFA0"/>
            </a:solidFill>
            <a:prstDash val="solid"/>
          </a:ln>
        </p:spPr>
        <p:txBody>
          <a:bodyPr/>
          <a:lstStyle/>
          <a:p>
            <a:endParaRPr lang="en-AU"/>
          </a:p>
        </p:txBody>
      </p:sp>
      <p:sp>
        <p:nvSpPr>
          <p:cNvPr id="8" name="Text 6"/>
          <p:cNvSpPr/>
          <p:nvPr/>
        </p:nvSpPr>
        <p:spPr>
          <a:xfrm>
            <a:off x="8845840" y="475488"/>
            <a:ext cx="1920240" cy="237744"/>
          </a:xfrm>
          <a:prstGeom prst="rect">
            <a:avLst/>
          </a:prstGeom>
          <a:noFill/>
          <a:ln/>
        </p:spPr>
        <p:txBody>
          <a:bodyPr wrap="square" lIns="0" tIns="0" rIns="0" bIns="0" rtlCol="0" anchor="ctr"/>
          <a:lstStyle/>
          <a:p>
            <a:pPr marL="0" indent="0" algn="ctr">
              <a:buNone/>
            </a:pPr>
            <a:r>
              <a:rPr lang="en-US" sz="950" b="1" dirty="0">
                <a:solidFill>
                  <a:srgbClr val="6E6E62"/>
                </a:solidFill>
                <a:latin typeface="Arial" pitchFamily="34" charset="0"/>
                <a:ea typeface="Arial" pitchFamily="34" charset="-122"/>
                <a:cs typeface="Arial" pitchFamily="34" charset="-120"/>
              </a:rPr>
              <a:t>DETECT</a:t>
            </a:r>
            <a:endParaRPr lang="en-US" sz="950" dirty="0"/>
          </a:p>
        </p:txBody>
      </p:sp>
      <p:sp>
        <p:nvSpPr>
          <p:cNvPr id="9" name="Shape 7"/>
          <p:cNvSpPr/>
          <p:nvPr/>
        </p:nvSpPr>
        <p:spPr>
          <a:xfrm>
            <a:off x="502920" y="1965960"/>
            <a:ext cx="3509162" cy="4526280"/>
          </a:xfrm>
          <a:prstGeom prst="roundRect">
            <a:avLst>
              <a:gd name="adj" fmla="val 2606"/>
            </a:avLst>
          </a:prstGeom>
          <a:solidFill>
            <a:srgbClr val="FBFAF4"/>
          </a:solidFill>
          <a:ln w="12700">
            <a:solidFill>
              <a:srgbClr val="D6D4C6"/>
            </a:solidFill>
            <a:prstDash val="solid"/>
          </a:ln>
          <a:effectLst>
            <a:outerShdw blurRad="88900" dist="38100" dir="5400000" algn="bl" rotWithShape="0">
              <a:srgbClr val="9A9788">
                <a:alpha val="28000"/>
              </a:srgbClr>
            </a:outerShdw>
          </a:effectLst>
        </p:spPr>
        <p:txBody>
          <a:bodyPr/>
          <a:lstStyle/>
          <a:p>
            <a:endParaRPr lang="en-AU"/>
          </a:p>
        </p:txBody>
      </p:sp>
      <p:sp>
        <p:nvSpPr>
          <p:cNvPr id="10" name="Shape 8"/>
          <p:cNvSpPr/>
          <p:nvPr/>
        </p:nvSpPr>
        <p:spPr>
          <a:xfrm>
            <a:off x="758952" y="2240280"/>
            <a:ext cx="603504" cy="603504"/>
          </a:xfrm>
          <a:prstGeom prst="ellipse">
            <a:avLst/>
          </a:prstGeom>
          <a:solidFill>
            <a:srgbClr val="273A7A"/>
          </a:solidFill>
          <a:ln/>
          <a:effectLst>
            <a:outerShdw blurRad="88900" dist="38100" dir="5400000" algn="bl" rotWithShape="0">
              <a:srgbClr val="9A9788">
                <a:alpha val="28000"/>
              </a:srgbClr>
            </a:outerShdw>
          </a:effectLst>
        </p:spPr>
        <p:txBody>
          <a:bodyPr/>
          <a:lstStyle/>
          <a:p>
            <a:endParaRPr lang="en-AU"/>
          </a:p>
        </p:txBody>
      </p:sp>
      <p:pic>
        <p:nvPicPr>
          <p:cNvPr id="11" name="Image 0" descr="preencoded.png"/>
          <p:cNvPicPr>
            <a:picLocks noChangeAspect="1"/>
          </p:cNvPicPr>
          <p:nvPr/>
        </p:nvPicPr>
        <p:blipFill>
          <a:blip r:embed="rId3"/>
          <a:stretch>
            <a:fillRect/>
          </a:stretch>
        </p:blipFill>
        <p:spPr>
          <a:xfrm>
            <a:off x="927933" y="2409261"/>
            <a:ext cx="265542" cy="265542"/>
          </a:xfrm>
          <a:prstGeom prst="rect">
            <a:avLst/>
          </a:prstGeom>
        </p:spPr>
      </p:pic>
      <p:sp>
        <p:nvSpPr>
          <p:cNvPr id="12" name="Text 9"/>
          <p:cNvSpPr/>
          <p:nvPr/>
        </p:nvSpPr>
        <p:spPr>
          <a:xfrm>
            <a:off x="1508760" y="2240280"/>
            <a:ext cx="2265578" cy="219456"/>
          </a:xfrm>
          <a:prstGeom prst="rect">
            <a:avLst/>
          </a:prstGeom>
          <a:noFill/>
          <a:ln/>
        </p:spPr>
        <p:txBody>
          <a:bodyPr wrap="square" lIns="0" tIns="0" rIns="0" bIns="0" rtlCol="0" anchor="b"/>
          <a:lstStyle/>
          <a:p>
            <a:pPr marL="0" indent="0">
              <a:buNone/>
            </a:pPr>
            <a:r>
              <a:rPr lang="en-US" sz="1050" b="1" kern="0" spc="100" dirty="0">
                <a:solidFill>
                  <a:srgbClr val="273A7A"/>
                </a:solidFill>
                <a:latin typeface="Arial" pitchFamily="34" charset="0"/>
                <a:ea typeface="Arial" pitchFamily="34" charset="-122"/>
                <a:cs typeface="Arial" pitchFamily="34" charset="-120"/>
              </a:rPr>
              <a:t>STAGE 1</a:t>
            </a:r>
            <a:endParaRPr lang="en-US" sz="1050" dirty="0"/>
          </a:p>
        </p:txBody>
      </p:sp>
      <p:sp>
        <p:nvSpPr>
          <p:cNvPr id="13" name="Text 10"/>
          <p:cNvSpPr/>
          <p:nvPr/>
        </p:nvSpPr>
        <p:spPr>
          <a:xfrm>
            <a:off x="1508760" y="2459736"/>
            <a:ext cx="2302154" cy="384048"/>
          </a:xfrm>
          <a:prstGeom prst="rect">
            <a:avLst/>
          </a:prstGeom>
          <a:noFill/>
          <a:ln/>
        </p:spPr>
        <p:txBody>
          <a:bodyPr wrap="square" lIns="0" tIns="0" rIns="0" bIns="0" rtlCol="0" anchor="t"/>
          <a:lstStyle/>
          <a:p>
            <a:pPr marL="0" indent="0">
              <a:buNone/>
            </a:pPr>
            <a:r>
              <a:rPr lang="en-US" sz="1550" b="1" dirty="0">
                <a:solidFill>
                  <a:srgbClr val="24241E"/>
                </a:solidFill>
                <a:latin typeface="Arial" pitchFamily="34" charset="0"/>
                <a:ea typeface="Arial" pitchFamily="34" charset="-122"/>
                <a:cs typeface="Arial" pitchFamily="34" charset="-120"/>
              </a:rPr>
              <a:t>Metadata Probe</a:t>
            </a:r>
            <a:endParaRPr lang="en-US" sz="1550" dirty="0"/>
          </a:p>
        </p:txBody>
      </p:sp>
      <p:sp>
        <p:nvSpPr>
          <p:cNvPr id="14" name="Text 11"/>
          <p:cNvSpPr/>
          <p:nvPr/>
        </p:nvSpPr>
        <p:spPr>
          <a:xfrm>
            <a:off x="777240" y="3044952"/>
            <a:ext cx="2960522" cy="1234440"/>
          </a:xfrm>
          <a:prstGeom prst="rect">
            <a:avLst/>
          </a:prstGeom>
          <a:noFill/>
          <a:ln/>
        </p:spPr>
        <p:txBody>
          <a:bodyPr wrap="square" lIns="0" tIns="0" rIns="0" bIns="0" rtlCol="0" anchor="t"/>
          <a:lstStyle/>
          <a:p>
            <a:pPr marL="0" indent="0">
              <a:lnSpc>
                <a:spcPct val="102000"/>
              </a:lnSpc>
              <a:buNone/>
            </a:pPr>
            <a:r>
              <a:rPr lang="en-US" sz="1150" dirty="0">
                <a:solidFill>
                  <a:srgbClr val="24241E"/>
                </a:solidFill>
                <a:latin typeface="Arial" pitchFamily="34" charset="0"/>
                <a:ea typeface="Arial" pitchFamily="34" charset="-122"/>
                <a:cs typeface="Arial" pitchFamily="34" charset="-120"/>
              </a:rPr>
              <a:t>Decides whether a source changed at all — using the cheapest signals available, before anything is scraped. A source is probed only when its scheduled check is due.</a:t>
            </a:r>
            <a:endParaRPr lang="en-US" sz="1150" dirty="0"/>
          </a:p>
        </p:txBody>
      </p:sp>
      <p:sp>
        <p:nvSpPr>
          <p:cNvPr id="15" name="Text 12"/>
          <p:cNvSpPr/>
          <p:nvPr/>
        </p:nvSpPr>
        <p:spPr>
          <a:xfrm>
            <a:off x="813816" y="4352544"/>
            <a:ext cx="2942234" cy="1572768"/>
          </a:xfrm>
          <a:prstGeom prst="rect">
            <a:avLst/>
          </a:prstGeom>
          <a:noFill/>
          <a:ln/>
        </p:spPr>
        <p:txBody>
          <a:bodyPr wrap="square" lIns="0" tIns="0" rIns="0" bIns="0" rtlCol="0" anchor="t"/>
          <a:lstStyle/>
          <a:p>
            <a:pPr marL="165100" indent="-165100">
              <a:spcAft>
                <a:spcPts val="600"/>
              </a:spcAft>
              <a:buSzPct val="100000"/>
              <a:buChar char="•"/>
            </a:pPr>
            <a:r>
              <a:rPr lang="en-US" sz="1080" b="1" dirty="0">
                <a:solidFill>
                  <a:srgbClr val="273A7A"/>
                </a:solidFill>
                <a:latin typeface="Arial" pitchFamily="34" charset="0"/>
                <a:ea typeface="Arial" pitchFamily="34" charset="-122"/>
                <a:cs typeface="Arial" pitchFamily="34" charset="-120"/>
              </a:rPr>
              <a:t>Signals </a:t>
            </a:r>
            <a:r>
              <a:rPr lang="en-US" sz="1080" dirty="0">
                <a:solidFill>
                  <a:srgbClr val="24241E"/>
                </a:solidFill>
                <a:latin typeface="Arial" pitchFamily="34" charset="0"/>
                <a:ea typeface="Arial" pitchFamily="34" charset="-122"/>
                <a:cs typeface="Arial" pitchFamily="34" charset="-120"/>
              </a:rPr>
              <a:t>ETag · Last-Modified · Content-Length · FRL version ID · RSS pub-date</a:t>
            </a:r>
            <a:endParaRPr lang="en-US" sz="1080" dirty="0"/>
          </a:p>
          <a:p>
            <a:pPr marL="165100" indent="-165100">
              <a:spcAft>
                <a:spcPts val="600"/>
              </a:spcAft>
              <a:buSzPct val="100000"/>
              <a:buChar char="•"/>
            </a:pPr>
            <a:r>
              <a:rPr lang="en-US" sz="1080" b="1" dirty="0">
                <a:solidFill>
                  <a:srgbClr val="273A7A"/>
                </a:solidFill>
                <a:latin typeface="Arial" pitchFamily="34" charset="0"/>
                <a:ea typeface="Arial" pitchFamily="34" charset="-122"/>
                <a:cs typeface="Arial" pitchFamily="34" charset="-120"/>
              </a:rPr>
              <a:t>Advance </a:t>
            </a:r>
            <a:r>
              <a:rPr lang="en-US" sz="1080" dirty="0">
                <a:solidFill>
                  <a:srgbClr val="24241E"/>
                </a:solidFill>
                <a:latin typeface="Arial" pitchFamily="34" charset="0"/>
                <a:ea typeface="Arial" pitchFamily="34" charset="-122"/>
                <a:cs typeface="Arial" pitchFamily="34" charset="-120"/>
              </a:rPr>
              <a:t>any change signal → Stage 2</a:t>
            </a:r>
            <a:endParaRPr lang="en-US" sz="1080" dirty="0"/>
          </a:p>
        </p:txBody>
      </p:sp>
      <p:sp>
        <p:nvSpPr>
          <p:cNvPr id="16" name="Text 13"/>
          <p:cNvSpPr/>
          <p:nvPr/>
        </p:nvSpPr>
        <p:spPr>
          <a:xfrm>
            <a:off x="777240" y="5980176"/>
            <a:ext cx="2960522" cy="402336"/>
          </a:xfrm>
          <a:prstGeom prst="rect">
            <a:avLst/>
          </a:prstGeom>
          <a:noFill/>
          <a:ln/>
        </p:spPr>
        <p:txBody>
          <a:bodyPr wrap="square" lIns="0" tIns="0" rIns="0" bIns="0" rtlCol="0" anchor="ctr"/>
          <a:lstStyle/>
          <a:p>
            <a:pPr marL="0" indent="0">
              <a:buNone/>
            </a:pPr>
            <a:r>
              <a:rPr lang="en-US" sz="980" i="1" dirty="0">
                <a:solidFill>
                  <a:srgbClr val="6E6E62"/>
                </a:solidFill>
                <a:latin typeface="Arial" pitchFamily="34" charset="0"/>
                <a:ea typeface="Arial" pitchFamily="34" charset="-122"/>
                <a:cs typeface="Arial" pitchFamily="34" charset="-120"/>
              </a:rPr>
              <a:t>No useful signal? Proceed anyway — an unnecessary scrape is cheap.</a:t>
            </a:r>
            <a:endParaRPr lang="en-US" sz="980" dirty="0"/>
          </a:p>
        </p:txBody>
      </p:sp>
      <p:sp>
        <p:nvSpPr>
          <p:cNvPr id="17" name="Shape 14"/>
          <p:cNvSpPr/>
          <p:nvPr/>
        </p:nvSpPr>
        <p:spPr>
          <a:xfrm>
            <a:off x="4341266" y="1965960"/>
            <a:ext cx="3509162" cy="4526280"/>
          </a:xfrm>
          <a:prstGeom prst="roundRect">
            <a:avLst>
              <a:gd name="adj" fmla="val 2606"/>
            </a:avLst>
          </a:prstGeom>
          <a:solidFill>
            <a:srgbClr val="FBFAF4"/>
          </a:solidFill>
          <a:ln w="12700">
            <a:solidFill>
              <a:srgbClr val="D6D4C6"/>
            </a:solidFill>
            <a:prstDash val="solid"/>
          </a:ln>
          <a:effectLst>
            <a:outerShdw blurRad="88900" dist="38100" dir="5400000" algn="bl" rotWithShape="0">
              <a:srgbClr val="9A9788">
                <a:alpha val="28000"/>
              </a:srgbClr>
            </a:outerShdw>
          </a:effectLst>
        </p:spPr>
        <p:txBody>
          <a:bodyPr/>
          <a:lstStyle/>
          <a:p>
            <a:endParaRPr lang="en-AU"/>
          </a:p>
        </p:txBody>
      </p:sp>
      <p:sp>
        <p:nvSpPr>
          <p:cNvPr id="18" name="Shape 15"/>
          <p:cNvSpPr/>
          <p:nvPr/>
        </p:nvSpPr>
        <p:spPr>
          <a:xfrm>
            <a:off x="4597298" y="2240280"/>
            <a:ext cx="603504" cy="603504"/>
          </a:xfrm>
          <a:prstGeom prst="ellipse">
            <a:avLst/>
          </a:prstGeom>
          <a:solidFill>
            <a:srgbClr val="3B5AA6"/>
          </a:solidFill>
          <a:ln/>
          <a:effectLst>
            <a:outerShdw blurRad="88900" dist="38100" dir="5400000" algn="bl" rotWithShape="0">
              <a:srgbClr val="9A9788">
                <a:alpha val="28000"/>
              </a:srgbClr>
            </a:outerShdw>
          </a:effectLst>
        </p:spPr>
        <p:txBody>
          <a:bodyPr/>
          <a:lstStyle/>
          <a:p>
            <a:endParaRPr lang="en-AU"/>
          </a:p>
        </p:txBody>
      </p:sp>
      <p:pic>
        <p:nvPicPr>
          <p:cNvPr id="19" name="Image 1" descr="preencoded.png"/>
          <p:cNvPicPr>
            <a:picLocks noChangeAspect="1"/>
          </p:cNvPicPr>
          <p:nvPr/>
        </p:nvPicPr>
        <p:blipFill>
          <a:blip r:embed="rId4"/>
          <a:stretch>
            <a:fillRect/>
          </a:stretch>
        </p:blipFill>
        <p:spPr>
          <a:xfrm>
            <a:off x="4766280" y="2409261"/>
            <a:ext cx="265542" cy="265542"/>
          </a:xfrm>
          <a:prstGeom prst="rect">
            <a:avLst/>
          </a:prstGeom>
        </p:spPr>
      </p:pic>
      <p:sp>
        <p:nvSpPr>
          <p:cNvPr id="20" name="Text 16"/>
          <p:cNvSpPr/>
          <p:nvPr/>
        </p:nvSpPr>
        <p:spPr>
          <a:xfrm>
            <a:off x="5347106" y="2240280"/>
            <a:ext cx="2265578" cy="219456"/>
          </a:xfrm>
          <a:prstGeom prst="rect">
            <a:avLst/>
          </a:prstGeom>
          <a:noFill/>
          <a:ln/>
        </p:spPr>
        <p:txBody>
          <a:bodyPr wrap="square" lIns="0" tIns="0" rIns="0" bIns="0" rtlCol="0" anchor="b"/>
          <a:lstStyle/>
          <a:p>
            <a:pPr marL="0" indent="0">
              <a:buNone/>
            </a:pPr>
            <a:r>
              <a:rPr lang="en-US" sz="1050" b="1" kern="0" spc="100" dirty="0">
                <a:solidFill>
                  <a:srgbClr val="3B5AA6"/>
                </a:solidFill>
                <a:latin typeface="Arial" pitchFamily="34" charset="0"/>
                <a:ea typeface="Arial" pitchFamily="34" charset="-122"/>
                <a:cs typeface="Arial" pitchFamily="34" charset="-120"/>
              </a:rPr>
              <a:t>STAGE 2</a:t>
            </a:r>
            <a:endParaRPr lang="en-US" sz="1050" dirty="0"/>
          </a:p>
        </p:txBody>
      </p:sp>
      <p:sp>
        <p:nvSpPr>
          <p:cNvPr id="21" name="Text 17"/>
          <p:cNvSpPr/>
          <p:nvPr/>
        </p:nvSpPr>
        <p:spPr>
          <a:xfrm>
            <a:off x="5347106" y="2459736"/>
            <a:ext cx="2302154" cy="384048"/>
          </a:xfrm>
          <a:prstGeom prst="rect">
            <a:avLst/>
          </a:prstGeom>
          <a:noFill/>
          <a:ln/>
        </p:spPr>
        <p:txBody>
          <a:bodyPr wrap="square" lIns="0" tIns="0" rIns="0" bIns="0" rtlCol="0" anchor="t"/>
          <a:lstStyle/>
          <a:p>
            <a:pPr marL="0" indent="0">
              <a:buNone/>
            </a:pPr>
            <a:r>
              <a:rPr lang="en-US" sz="1550" b="1" dirty="0">
                <a:solidFill>
                  <a:srgbClr val="24241E"/>
                </a:solidFill>
                <a:latin typeface="Arial" pitchFamily="34" charset="0"/>
                <a:ea typeface="Arial" pitchFamily="34" charset="-122"/>
                <a:cs typeface="Arial" pitchFamily="34" charset="-120"/>
              </a:rPr>
              <a:t>Change Detection</a:t>
            </a:r>
            <a:endParaRPr lang="en-US" sz="1550" dirty="0"/>
          </a:p>
        </p:txBody>
      </p:sp>
      <p:sp>
        <p:nvSpPr>
          <p:cNvPr id="22" name="Text 18"/>
          <p:cNvSpPr/>
          <p:nvPr/>
        </p:nvSpPr>
        <p:spPr>
          <a:xfrm>
            <a:off x="4615586" y="3044952"/>
            <a:ext cx="2960522" cy="1234440"/>
          </a:xfrm>
          <a:prstGeom prst="rect">
            <a:avLst/>
          </a:prstGeom>
          <a:noFill/>
          <a:ln/>
        </p:spPr>
        <p:txBody>
          <a:bodyPr wrap="square" lIns="0" tIns="0" rIns="0" bIns="0" rtlCol="0" anchor="t"/>
          <a:lstStyle/>
          <a:p>
            <a:pPr marL="0" indent="0">
              <a:lnSpc>
                <a:spcPct val="102000"/>
              </a:lnSpc>
              <a:buNone/>
            </a:pPr>
            <a:r>
              <a:rPr lang="en-US" sz="1150" dirty="0">
                <a:solidFill>
                  <a:srgbClr val="24241E"/>
                </a:solidFill>
                <a:latin typeface="Arial" pitchFamily="34" charset="0"/>
                <a:ea typeface="Arial" pitchFamily="34" charset="-122"/>
                <a:cs typeface="Arial" pitchFamily="34" charset="-120"/>
              </a:rPr>
              <a:t>Separates meaningful edits from cosmetic ones on webpages via a three-pass system. FRL and RSS sources skip it — their changes are already structured.</a:t>
            </a:r>
            <a:endParaRPr lang="en-US" sz="1150" dirty="0"/>
          </a:p>
        </p:txBody>
      </p:sp>
      <p:sp>
        <p:nvSpPr>
          <p:cNvPr id="23" name="Text 19"/>
          <p:cNvSpPr/>
          <p:nvPr/>
        </p:nvSpPr>
        <p:spPr>
          <a:xfrm>
            <a:off x="4652162" y="4352544"/>
            <a:ext cx="2942234" cy="1572768"/>
          </a:xfrm>
          <a:prstGeom prst="rect">
            <a:avLst/>
          </a:prstGeom>
          <a:noFill/>
          <a:ln/>
        </p:spPr>
        <p:txBody>
          <a:bodyPr wrap="square" lIns="0" tIns="0" rIns="0" bIns="0" rtlCol="0" anchor="t"/>
          <a:lstStyle/>
          <a:p>
            <a:pPr marL="165100" indent="-165100">
              <a:spcAft>
                <a:spcPts val="600"/>
              </a:spcAft>
              <a:buSzPct val="100000"/>
              <a:buChar char="•"/>
            </a:pPr>
            <a:r>
              <a:rPr lang="en-US" sz="1080" b="1" dirty="0">
                <a:solidFill>
                  <a:srgbClr val="3B5AA6"/>
                </a:solidFill>
                <a:latin typeface="Arial" pitchFamily="34" charset="0"/>
                <a:ea typeface="Arial" pitchFamily="34" charset="-122"/>
                <a:cs typeface="Arial" pitchFamily="34" charset="-120"/>
              </a:rPr>
              <a:t>1 Hash </a:t>
            </a:r>
            <a:r>
              <a:rPr lang="en-US" sz="1080" dirty="0">
                <a:solidFill>
                  <a:srgbClr val="24241E"/>
                </a:solidFill>
                <a:latin typeface="Arial" pitchFamily="34" charset="0"/>
                <a:ea typeface="Arial" pitchFamily="34" charset="-122"/>
                <a:cs typeface="Arial" pitchFamily="34" charset="-120"/>
              </a:rPr>
              <a:t>SHA-256 match ⇒ skip immediately</a:t>
            </a:r>
            <a:endParaRPr lang="en-US" sz="1080" dirty="0"/>
          </a:p>
          <a:p>
            <a:pPr marL="165100" indent="-165100">
              <a:spcAft>
                <a:spcPts val="600"/>
              </a:spcAft>
              <a:buSzPct val="100000"/>
              <a:buChar char="•"/>
            </a:pPr>
            <a:r>
              <a:rPr lang="en-US" sz="1080" b="1" dirty="0">
                <a:solidFill>
                  <a:srgbClr val="3B5AA6"/>
                </a:solidFill>
                <a:latin typeface="Arial" pitchFamily="34" charset="0"/>
                <a:ea typeface="Arial" pitchFamily="34" charset="-122"/>
                <a:cs typeface="Arial" pitchFamily="34" charset="-120"/>
              </a:rPr>
              <a:t>2 Diff </a:t>
            </a:r>
            <a:r>
              <a:rPr lang="en-US" sz="1080" dirty="0">
                <a:solidFill>
                  <a:srgbClr val="24241E"/>
                </a:solidFill>
                <a:latin typeface="Arial" pitchFamily="34" charset="0"/>
                <a:ea typeface="Arial" pitchFamily="34" charset="-122"/>
                <a:cs typeface="Arial" pitchFamily="34" charset="-120"/>
              </a:rPr>
              <a:t>word-level; whitespace-only ⇒ cosmetic</a:t>
            </a:r>
            <a:endParaRPr lang="en-US" sz="1080" dirty="0"/>
          </a:p>
          <a:p>
            <a:pPr marL="165100" indent="-165100">
              <a:spcAft>
                <a:spcPts val="600"/>
              </a:spcAft>
              <a:buSzPct val="100000"/>
              <a:buChar char="•"/>
            </a:pPr>
            <a:r>
              <a:rPr lang="en-US" sz="1080" b="1" dirty="0">
                <a:solidFill>
                  <a:srgbClr val="3B5AA6"/>
                </a:solidFill>
                <a:latin typeface="Arial" pitchFamily="34" charset="0"/>
                <a:ea typeface="Arial" pitchFamily="34" charset="-122"/>
                <a:cs typeface="Arial" pitchFamily="34" charset="-120"/>
              </a:rPr>
              <a:t>3 Fingerprint </a:t>
            </a:r>
            <a:r>
              <a:rPr lang="en-US" sz="1080" dirty="0">
                <a:solidFill>
                  <a:srgbClr val="24241E"/>
                </a:solidFill>
                <a:latin typeface="Arial" pitchFamily="34" charset="0"/>
                <a:ea typeface="Arial" pitchFamily="34" charset="-122"/>
                <a:cs typeface="Arial" pitchFamily="34" charset="-120"/>
              </a:rPr>
              <a:t>flags terms, $ amounts, dates, cross-refs, modal verbs</a:t>
            </a:r>
            <a:endParaRPr lang="en-US" sz="1080" dirty="0"/>
          </a:p>
        </p:txBody>
      </p:sp>
      <p:sp>
        <p:nvSpPr>
          <p:cNvPr id="24" name="Text 20"/>
          <p:cNvSpPr/>
          <p:nvPr/>
        </p:nvSpPr>
        <p:spPr>
          <a:xfrm>
            <a:off x="4615586" y="5980176"/>
            <a:ext cx="2960522" cy="402336"/>
          </a:xfrm>
          <a:prstGeom prst="rect">
            <a:avLst/>
          </a:prstGeom>
          <a:noFill/>
          <a:ln/>
        </p:spPr>
        <p:txBody>
          <a:bodyPr wrap="square" lIns="0" tIns="0" rIns="0" bIns="0" rtlCol="0" anchor="ctr"/>
          <a:lstStyle/>
          <a:p>
            <a:pPr marL="0" indent="0">
              <a:buNone/>
            </a:pPr>
            <a:r>
              <a:rPr lang="en-US" sz="980" i="1" dirty="0">
                <a:solidFill>
                  <a:srgbClr val="6E6E62"/>
                </a:solidFill>
                <a:latin typeface="Arial" pitchFamily="34" charset="0"/>
                <a:ea typeface="Arial" pitchFamily="34" charset="-122"/>
                <a:cs typeface="Arial" pitchFamily="34" charset="-120"/>
              </a:rPr>
              <a:t>The fingerprint tags high vs standard — it never vetoes a real change.</a:t>
            </a:r>
            <a:endParaRPr lang="en-US" sz="980" dirty="0"/>
          </a:p>
        </p:txBody>
      </p:sp>
      <p:sp>
        <p:nvSpPr>
          <p:cNvPr id="25" name="Shape 21"/>
          <p:cNvSpPr/>
          <p:nvPr/>
        </p:nvSpPr>
        <p:spPr>
          <a:xfrm>
            <a:off x="8179613" y="1965960"/>
            <a:ext cx="3509162" cy="4526280"/>
          </a:xfrm>
          <a:prstGeom prst="roundRect">
            <a:avLst>
              <a:gd name="adj" fmla="val 2606"/>
            </a:avLst>
          </a:prstGeom>
          <a:solidFill>
            <a:srgbClr val="FBFAF4"/>
          </a:solidFill>
          <a:ln w="12700">
            <a:solidFill>
              <a:srgbClr val="D6D4C6"/>
            </a:solidFill>
            <a:prstDash val="solid"/>
          </a:ln>
          <a:effectLst>
            <a:outerShdw blurRad="88900" dist="38100" dir="5400000" algn="bl" rotWithShape="0">
              <a:srgbClr val="9A9788">
                <a:alpha val="28000"/>
              </a:srgbClr>
            </a:outerShdw>
          </a:effectLst>
        </p:spPr>
        <p:txBody>
          <a:bodyPr/>
          <a:lstStyle/>
          <a:p>
            <a:endParaRPr lang="en-AU"/>
          </a:p>
        </p:txBody>
      </p:sp>
      <p:sp>
        <p:nvSpPr>
          <p:cNvPr id="26" name="Shape 22"/>
          <p:cNvSpPr/>
          <p:nvPr/>
        </p:nvSpPr>
        <p:spPr>
          <a:xfrm>
            <a:off x="8435645" y="2240280"/>
            <a:ext cx="603504" cy="603504"/>
          </a:xfrm>
          <a:prstGeom prst="ellipse">
            <a:avLst/>
          </a:prstGeom>
          <a:solidFill>
            <a:srgbClr val="8B8C56"/>
          </a:solidFill>
          <a:ln/>
          <a:effectLst>
            <a:outerShdw blurRad="88900" dist="38100" dir="5400000" algn="bl" rotWithShape="0">
              <a:srgbClr val="9A9788">
                <a:alpha val="28000"/>
              </a:srgbClr>
            </a:outerShdw>
          </a:effectLst>
        </p:spPr>
        <p:txBody>
          <a:bodyPr/>
          <a:lstStyle/>
          <a:p>
            <a:endParaRPr lang="en-AU"/>
          </a:p>
        </p:txBody>
      </p:sp>
      <p:pic>
        <p:nvPicPr>
          <p:cNvPr id="27" name="Image 2" descr="preencoded.png"/>
          <p:cNvPicPr>
            <a:picLocks noChangeAspect="1"/>
          </p:cNvPicPr>
          <p:nvPr/>
        </p:nvPicPr>
        <p:blipFill>
          <a:blip r:embed="rId5"/>
          <a:stretch>
            <a:fillRect/>
          </a:stretch>
        </p:blipFill>
        <p:spPr>
          <a:xfrm>
            <a:off x="8604626" y="2409261"/>
            <a:ext cx="265542" cy="265542"/>
          </a:xfrm>
          <a:prstGeom prst="rect">
            <a:avLst/>
          </a:prstGeom>
        </p:spPr>
      </p:pic>
      <p:sp>
        <p:nvSpPr>
          <p:cNvPr id="28" name="Text 23"/>
          <p:cNvSpPr/>
          <p:nvPr/>
        </p:nvSpPr>
        <p:spPr>
          <a:xfrm>
            <a:off x="9185453" y="2240280"/>
            <a:ext cx="2265578" cy="219456"/>
          </a:xfrm>
          <a:prstGeom prst="rect">
            <a:avLst/>
          </a:prstGeom>
          <a:noFill/>
          <a:ln/>
        </p:spPr>
        <p:txBody>
          <a:bodyPr wrap="square" lIns="0" tIns="0" rIns="0" bIns="0" rtlCol="0" anchor="b"/>
          <a:lstStyle/>
          <a:p>
            <a:pPr marL="0" indent="0">
              <a:buNone/>
            </a:pPr>
            <a:r>
              <a:rPr lang="en-US" sz="1050" b="1" kern="0" spc="100" dirty="0">
                <a:solidFill>
                  <a:srgbClr val="8B8C56"/>
                </a:solidFill>
                <a:latin typeface="Arial" pitchFamily="34" charset="0"/>
                <a:ea typeface="Arial" pitchFamily="34" charset="-122"/>
                <a:cs typeface="Arial" pitchFamily="34" charset="-120"/>
              </a:rPr>
              <a:t>STAGE 3</a:t>
            </a:r>
            <a:endParaRPr lang="en-US" sz="1050" dirty="0"/>
          </a:p>
        </p:txBody>
      </p:sp>
      <p:sp>
        <p:nvSpPr>
          <p:cNvPr id="29" name="Text 24"/>
          <p:cNvSpPr/>
          <p:nvPr/>
        </p:nvSpPr>
        <p:spPr>
          <a:xfrm>
            <a:off x="9185453" y="2459736"/>
            <a:ext cx="2302154" cy="384048"/>
          </a:xfrm>
          <a:prstGeom prst="rect">
            <a:avLst/>
          </a:prstGeom>
          <a:noFill/>
          <a:ln/>
        </p:spPr>
        <p:txBody>
          <a:bodyPr wrap="square" lIns="0" tIns="0" rIns="0" bIns="0" rtlCol="0" anchor="t"/>
          <a:lstStyle/>
          <a:p>
            <a:pPr marL="0" indent="0">
              <a:buNone/>
            </a:pPr>
            <a:r>
              <a:rPr lang="en-US" sz="1550" b="1" dirty="0">
                <a:solidFill>
                  <a:srgbClr val="24241E"/>
                </a:solidFill>
                <a:latin typeface="Arial" pitchFamily="34" charset="0"/>
                <a:ea typeface="Arial" pitchFamily="34" charset="-122"/>
                <a:cs typeface="Arial" pitchFamily="34" charset="-120"/>
              </a:rPr>
              <a:t>Diff Generation</a:t>
            </a:r>
            <a:endParaRPr lang="en-US" sz="1550" dirty="0"/>
          </a:p>
        </p:txBody>
      </p:sp>
      <p:sp>
        <p:nvSpPr>
          <p:cNvPr id="30" name="Text 25"/>
          <p:cNvSpPr/>
          <p:nvPr/>
        </p:nvSpPr>
        <p:spPr>
          <a:xfrm>
            <a:off x="8453933" y="3044952"/>
            <a:ext cx="2960522" cy="1234440"/>
          </a:xfrm>
          <a:prstGeom prst="rect">
            <a:avLst/>
          </a:prstGeom>
          <a:noFill/>
          <a:ln/>
        </p:spPr>
        <p:txBody>
          <a:bodyPr wrap="square" lIns="0" tIns="0" rIns="0" bIns="0" rtlCol="0" anchor="t"/>
          <a:lstStyle/>
          <a:p>
            <a:pPr marL="0" indent="0">
              <a:lnSpc>
                <a:spcPct val="102000"/>
              </a:lnSpc>
              <a:buNone/>
            </a:pPr>
            <a:r>
              <a:rPr lang="en-US" sz="1150" dirty="0">
                <a:solidFill>
                  <a:srgbClr val="24241E"/>
                </a:solidFill>
                <a:latin typeface="Arial" pitchFamily="34" charset="0"/>
                <a:ea typeface="Arial" pitchFamily="34" charset="-122"/>
                <a:cs typeface="Arial" pitchFamily="34" charset="-120"/>
              </a:rPr>
              <a:t>Produces a precise, source-appropriate representation of what changed, then normalises it into one canonical plain-text string for every stage that follows.</a:t>
            </a:r>
            <a:endParaRPr lang="en-US" sz="1150" dirty="0"/>
          </a:p>
        </p:txBody>
      </p:sp>
      <p:sp>
        <p:nvSpPr>
          <p:cNvPr id="31" name="Text 26"/>
          <p:cNvSpPr/>
          <p:nvPr/>
        </p:nvSpPr>
        <p:spPr>
          <a:xfrm>
            <a:off x="8490509" y="4352544"/>
            <a:ext cx="2942234" cy="1572768"/>
          </a:xfrm>
          <a:prstGeom prst="rect">
            <a:avLst/>
          </a:prstGeom>
          <a:noFill/>
          <a:ln/>
        </p:spPr>
        <p:txBody>
          <a:bodyPr wrap="square" lIns="0" tIns="0" rIns="0" bIns="0" rtlCol="0" anchor="t"/>
          <a:lstStyle/>
          <a:p>
            <a:pPr marL="165100" indent="-165100">
              <a:spcAft>
                <a:spcPts val="600"/>
              </a:spcAft>
              <a:buSzPct val="100000"/>
              <a:buChar char="•"/>
            </a:pPr>
            <a:r>
              <a:rPr lang="en-US" sz="1080" b="1" dirty="0">
                <a:solidFill>
                  <a:srgbClr val="8B8C56"/>
                </a:solidFill>
                <a:latin typeface="Arial" pitchFamily="34" charset="0"/>
                <a:ea typeface="Arial" pitchFamily="34" charset="-122"/>
                <a:cs typeface="Arial" pitchFamily="34" charset="-120"/>
              </a:rPr>
              <a:t>Webpage </a:t>
            </a:r>
            <a:r>
              <a:rPr lang="en-US" sz="1080" dirty="0">
                <a:solidFill>
                  <a:srgbClr val="24241E"/>
                </a:solidFill>
                <a:latin typeface="Arial" pitchFamily="34" charset="0"/>
                <a:ea typeface="Arial" pitchFamily="34" charset="-122"/>
                <a:cs typeface="Arial" pitchFamily="34" charset="-120"/>
              </a:rPr>
              <a:t>unified .diff vs prior snapshot (6 kept)</a:t>
            </a:r>
            <a:endParaRPr lang="en-US" sz="1080" dirty="0"/>
          </a:p>
          <a:p>
            <a:pPr marL="165100" indent="-165100">
              <a:spcAft>
                <a:spcPts val="600"/>
              </a:spcAft>
              <a:buSzPct val="100000"/>
              <a:buChar char="•"/>
            </a:pPr>
            <a:r>
              <a:rPr lang="en-US" sz="1080" b="1" dirty="0">
                <a:solidFill>
                  <a:srgbClr val="8B8C56"/>
                </a:solidFill>
                <a:latin typeface="Arial" pitchFamily="34" charset="0"/>
                <a:ea typeface="Arial" pitchFamily="34" charset="-122"/>
                <a:cs typeface="Arial" pitchFamily="34" charset="-120"/>
              </a:rPr>
              <a:t>FRL </a:t>
            </a:r>
            <a:r>
              <a:rPr lang="en-US" sz="1080" dirty="0">
                <a:solidFill>
                  <a:srgbClr val="24241E"/>
                </a:solidFill>
                <a:latin typeface="Arial" pitchFamily="34" charset="0"/>
                <a:ea typeface="Arial" pitchFamily="34" charset="-122"/>
                <a:cs typeface="Arial" pitchFamily="34" charset="-120"/>
              </a:rPr>
              <a:t>Explanatory Statement DOCX → text</a:t>
            </a:r>
            <a:endParaRPr lang="en-US" sz="1080" dirty="0"/>
          </a:p>
          <a:p>
            <a:pPr marL="165100" indent="-165100">
              <a:spcAft>
                <a:spcPts val="600"/>
              </a:spcAft>
              <a:buSzPct val="100000"/>
              <a:buChar char="•"/>
            </a:pPr>
            <a:r>
              <a:rPr lang="en-US" sz="1080" b="1" dirty="0">
                <a:solidFill>
                  <a:srgbClr val="8B8C56"/>
                </a:solidFill>
                <a:latin typeface="Arial" pitchFamily="34" charset="0"/>
                <a:ea typeface="Arial" pitchFamily="34" charset="-122"/>
                <a:cs typeface="Arial" pitchFamily="34" charset="-120"/>
              </a:rPr>
              <a:t>RSS </a:t>
            </a:r>
            <a:r>
              <a:rPr lang="en-US" sz="1080" dirty="0">
                <a:solidFill>
                  <a:srgbClr val="24241E"/>
                </a:solidFill>
                <a:latin typeface="Arial" pitchFamily="34" charset="0"/>
                <a:ea typeface="Arial" pitchFamily="34" charset="-122"/>
                <a:cs typeface="Arial" pitchFamily="34" charset="-120"/>
              </a:rPr>
              <a:t>per-item GUID / field-level delta</a:t>
            </a:r>
            <a:endParaRPr lang="en-US" sz="1080" dirty="0"/>
          </a:p>
        </p:txBody>
      </p:sp>
      <p:sp>
        <p:nvSpPr>
          <p:cNvPr id="32" name="Text 27"/>
          <p:cNvSpPr/>
          <p:nvPr/>
        </p:nvSpPr>
        <p:spPr>
          <a:xfrm>
            <a:off x="8453933" y="5980176"/>
            <a:ext cx="2960522" cy="402336"/>
          </a:xfrm>
          <a:prstGeom prst="rect">
            <a:avLst/>
          </a:prstGeom>
          <a:noFill/>
          <a:ln/>
        </p:spPr>
        <p:txBody>
          <a:bodyPr wrap="square" lIns="0" tIns="0" rIns="0" bIns="0" rtlCol="0" anchor="ctr"/>
          <a:lstStyle/>
          <a:p>
            <a:pPr marL="0" indent="0">
              <a:buNone/>
            </a:pPr>
            <a:r>
              <a:rPr lang="en-US" sz="980" i="1" dirty="0">
                <a:solidFill>
                  <a:srgbClr val="6E6E62"/>
                </a:solidFill>
                <a:latin typeface="Arial" pitchFamily="34" charset="0"/>
                <a:ea typeface="Arial" pitchFamily="34" charset="-122"/>
                <a:cs typeface="Arial" pitchFamily="34" charset="-120"/>
              </a:rPr>
              <a:t>Normalise: decode entities, collapse whitespace, NFC — never lowercased.</a:t>
            </a:r>
            <a:endParaRPr lang="en-US" sz="9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5486400" cy="274320"/>
          </a:xfrm>
          <a:prstGeom prst="rect">
            <a:avLst/>
          </a:prstGeom>
          <a:noFill/>
          <a:ln/>
        </p:spPr>
        <p:txBody>
          <a:bodyPr wrap="square" lIns="0" tIns="0" rIns="0" bIns="0" rtlCol="0" anchor="ctr"/>
          <a:lstStyle/>
          <a:p>
            <a:pPr marL="0" indent="0">
              <a:buNone/>
            </a:pPr>
            <a:r>
              <a:rPr lang="en-US" sz="1300" b="1" kern="0" spc="300" dirty="0">
                <a:solidFill>
                  <a:srgbClr val="3B5AA6"/>
                </a:solidFill>
                <a:latin typeface="Arial" pitchFamily="34" charset="0"/>
                <a:ea typeface="Arial" pitchFamily="34" charset="-122"/>
                <a:cs typeface="Arial" pitchFamily="34" charset="-120"/>
              </a:rPr>
              <a:t>STAGES 4 – 6</a:t>
            </a:r>
            <a:endParaRPr lang="en-US" sz="1300" dirty="0"/>
          </a:p>
        </p:txBody>
      </p:sp>
      <p:sp>
        <p:nvSpPr>
          <p:cNvPr id="3" name="Text 1"/>
          <p:cNvSpPr/>
          <p:nvPr/>
        </p:nvSpPr>
        <p:spPr>
          <a:xfrm>
            <a:off x="484632" y="676656"/>
            <a:ext cx="8412480" cy="603504"/>
          </a:xfrm>
          <a:prstGeom prst="rect">
            <a:avLst/>
          </a:prstGeom>
          <a:noFill/>
          <a:ln/>
        </p:spPr>
        <p:txBody>
          <a:bodyPr wrap="square" lIns="0" tIns="0" rIns="0" bIns="0" rtlCol="0" anchor="ctr"/>
          <a:lstStyle/>
          <a:p>
            <a:pPr marL="0" indent="0">
              <a:buNone/>
            </a:pPr>
            <a:r>
              <a:rPr lang="en-US" sz="3300" b="1" dirty="0">
                <a:solidFill>
                  <a:srgbClr val="24241E"/>
                </a:solidFill>
                <a:latin typeface="Arial" pitchFamily="34" charset="0"/>
                <a:ea typeface="Arial" pitchFamily="34" charset="-122"/>
                <a:cs typeface="Arial" pitchFamily="34" charset="-120"/>
              </a:rPr>
              <a:t>Semantic Filtering</a:t>
            </a:r>
            <a:endParaRPr lang="en-US" sz="3300" dirty="0"/>
          </a:p>
        </p:txBody>
      </p:sp>
      <p:sp>
        <p:nvSpPr>
          <p:cNvPr id="4" name="Text 2"/>
          <p:cNvSpPr/>
          <p:nvPr/>
        </p:nvSpPr>
        <p:spPr>
          <a:xfrm>
            <a:off x="502920" y="1335024"/>
            <a:ext cx="8595360" cy="457200"/>
          </a:xfrm>
          <a:prstGeom prst="rect">
            <a:avLst/>
          </a:prstGeom>
          <a:noFill/>
          <a:ln/>
        </p:spPr>
        <p:txBody>
          <a:bodyPr wrap="square" lIns="0" tIns="0" rIns="0" bIns="0" rtlCol="0" anchor="ctr"/>
          <a:lstStyle/>
          <a:p>
            <a:pPr marL="0" indent="0">
              <a:buNone/>
            </a:pPr>
            <a:r>
              <a:rPr lang="en-US" sz="1300" dirty="0">
                <a:solidFill>
                  <a:srgbClr val="6E6E62"/>
                </a:solidFill>
                <a:latin typeface="Arial" pitchFamily="34" charset="0"/>
                <a:ea typeface="Arial" pitchFamily="34" charset="-122"/>
                <a:cs typeface="Arial" pitchFamily="34" charset="-120"/>
              </a:rPr>
              <a:t>Progressively more precise — and more expensive — matching narrows the field to the pages a change truly affects.</a:t>
            </a:r>
            <a:endParaRPr lang="en-US" sz="1300" dirty="0"/>
          </a:p>
        </p:txBody>
      </p:sp>
      <p:sp>
        <p:nvSpPr>
          <p:cNvPr id="5" name="Shape 3"/>
          <p:cNvSpPr/>
          <p:nvPr/>
        </p:nvSpPr>
        <p:spPr>
          <a:xfrm>
            <a:off x="10355580" y="457200"/>
            <a:ext cx="1234440" cy="219456"/>
          </a:xfrm>
          <a:prstGeom prst="roundRect">
            <a:avLst>
              <a:gd name="adj" fmla="val 20833"/>
            </a:avLst>
          </a:prstGeom>
          <a:solidFill>
            <a:srgbClr val="E4E2D2"/>
          </a:solidFill>
          <a:ln w="15875">
            <a:solidFill>
              <a:srgbClr val="BEBFA0"/>
            </a:solidFill>
            <a:prstDash val="solid"/>
          </a:ln>
        </p:spPr>
        <p:txBody>
          <a:bodyPr/>
          <a:lstStyle/>
          <a:p>
            <a:endParaRPr lang="en-AU"/>
          </a:p>
        </p:txBody>
      </p:sp>
      <p:sp>
        <p:nvSpPr>
          <p:cNvPr id="6" name="Shape 4"/>
          <p:cNvSpPr/>
          <p:nvPr/>
        </p:nvSpPr>
        <p:spPr>
          <a:xfrm>
            <a:off x="10492740" y="777240"/>
            <a:ext cx="960120" cy="219456"/>
          </a:xfrm>
          <a:prstGeom prst="roundRect">
            <a:avLst>
              <a:gd name="adj" fmla="val 20833"/>
            </a:avLst>
          </a:prstGeom>
          <a:solidFill>
            <a:srgbClr val="3B5AA6"/>
          </a:solidFill>
          <a:ln/>
        </p:spPr>
        <p:txBody>
          <a:bodyPr/>
          <a:lstStyle/>
          <a:p>
            <a:endParaRPr lang="en-AU"/>
          </a:p>
        </p:txBody>
      </p:sp>
      <p:sp>
        <p:nvSpPr>
          <p:cNvPr id="7" name="Shape 5"/>
          <p:cNvSpPr/>
          <p:nvPr/>
        </p:nvSpPr>
        <p:spPr>
          <a:xfrm>
            <a:off x="10629900" y="1097280"/>
            <a:ext cx="685800" cy="219456"/>
          </a:xfrm>
          <a:prstGeom prst="roundRect">
            <a:avLst>
              <a:gd name="adj" fmla="val 20833"/>
            </a:avLst>
          </a:prstGeom>
          <a:solidFill>
            <a:srgbClr val="E4E2D2"/>
          </a:solidFill>
          <a:ln w="15875">
            <a:solidFill>
              <a:srgbClr val="BEBFA0"/>
            </a:solidFill>
            <a:prstDash val="solid"/>
          </a:ln>
        </p:spPr>
        <p:txBody>
          <a:bodyPr/>
          <a:lstStyle/>
          <a:p>
            <a:endParaRPr lang="en-AU"/>
          </a:p>
        </p:txBody>
      </p:sp>
      <p:sp>
        <p:nvSpPr>
          <p:cNvPr id="8" name="Text 6"/>
          <p:cNvSpPr/>
          <p:nvPr/>
        </p:nvSpPr>
        <p:spPr>
          <a:xfrm>
            <a:off x="9185453" y="768096"/>
            <a:ext cx="1920240" cy="237744"/>
          </a:xfrm>
          <a:prstGeom prst="rect">
            <a:avLst/>
          </a:prstGeom>
          <a:noFill/>
          <a:ln/>
        </p:spPr>
        <p:txBody>
          <a:bodyPr wrap="square" lIns="0" tIns="0" rIns="0" bIns="0" rtlCol="0" anchor="ctr"/>
          <a:lstStyle/>
          <a:p>
            <a:pPr marL="0" indent="0" algn="ctr">
              <a:buNone/>
            </a:pPr>
            <a:r>
              <a:rPr lang="en-US" sz="950" b="1" dirty="0">
                <a:solidFill>
                  <a:srgbClr val="6E6E62"/>
                </a:solidFill>
                <a:latin typeface="Arial" pitchFamily="34" charset="0"/>
                <a:ea typeface="Arial" pitchFamily="34" charset="-122"/>
                <a:cs typeface="Arial" pitchFamily="34" charset="-120"/>
              </a:rPr>
              <a:t>FILTER</a:t>
            </a:r>
            <a:endParaRPr lang="en-US" sz="950" dirty="0"/>
          </a:p>
        </p:txBody>
      </p:sp>
      <p:sp>
        <p:nvSpPr>
          <p:cNvPr id="9" name="Shape 7"/>
          <p:cNvSpPr/>
          <p:nvPr/>
        </p:nvSpPr>
        <p:spPr>
          <a:xfrm>
            <a:off x="502920" y="1965960"/>
            <a:ext cx="3509162" cy="4526280"/>
          </a:xfrm>
          <a:prstGeom prst="roundRect">
            <a:avLst>
              <a:gd name="adj" fmla="val 2606"/>
            </a:avLst>
          </a:prstGeom>
          <a:solidFill>
            <a:srgbClr val="FBFAF4"/>
          </a:solidFill>
          <a:ln w="12700">
            <a:solidFill>
              <a:srgbClr val="D6D4C6"/>
            </a:solidFill>
            <a:prstDash val="solid"/>
          </a:ln>
          <a:effectLst>
            <a:outerShdw blurRad="88900" dist="38100" dir="5400000" algn="bl" rotWithShape="0">
              <a:srgbClr val="9A9788">
                <a:alpha val="28000"/>
              </a:srgbClr>
            </a:outerShdw>
          </a:effectLst>
        </p:spPr>
        <p:txBody>
          <a:bodyPr/>
          <a:lstStyle/>
          <a:p>
            <a:endParaRPr lang="en-AU"/>
          </a:p>
        </p:txBody>
      </p:sp>
      <p:sp>
        <p:nvSpPr>
          <p:cNvPr id="10" name="Shape 8"/>
          <p:cNvSpPr/>
          <p:nvPr/>
        </p:nvSpPr>
        <p:spPr>
          <a:xfrm>
            <a:off x="758952" y="2240280"/>
            <a:ext cx="603504" cy="603504"/>
          </a:xfrm>
          <a:prstGeom prst="ellipse">
            <a:avLst/>
          </a:prstGeom>
          <a:solidFill>
            <a:srgbClr val="273A7A"/>
          </a:solidFill>
          <a:ln/>
          <a:effectLst>
            <a:outerShdw blurRad="88900" dist="38100" dir="5400000" algn="bl" rotWithShape="0">
              <a:srgbClr val="9A9788">
                <a:alpha val="28000"/>
              </a:srgbClr>
            </a:outerShdw>
          </a:effectLst>
        </p:spPr>
        <p:txBody>
          <a:bodyPr/>
          <a:lstStyle/>
          <a:p>
            <a:endParaRPr lang="en-AU"/>
          </a:p>
        </p:txBody>
      </p:sp>
      <p:pic>
        <p:nvPicPr>
          <p:cNvPr id="11" name="Image 0" descr="preencoded.png"/>
          <p:cNvPicPr>
            <a:picLocks noChangeAspect="1"/>
          </p:cNvPicPr>
          <p:nvPr/>
        </p:nvPicPr>
        <p:blipFill>
          <a:blip r:embed="rId3"/>
          <a:stretch>
            <a:fillRect/>
          </a:stretch>
        </p:blipFill>
        <p:spPr>
          <a:xfrm>
            <a:off x="927933" y="2409261"/>
            <a:ext cx="265542" cy="265542"/>
          </a:xfrm>
          <a:prstGeom prst="rect">
            <a:avLst/>
          </a:prstGeom>
        </p:spPr>
      </p:pic>
      <p:sp>
        <p:nvSpPr>
          <p:cNvPr id="12" name="Text 9"/>
          <p:cNvSpPr/>
          <p:nvPr/>
        </p:nvSpPr>
        <p:spPr>
          <a:xfrm>
            <a:off x="1508760" y="2240280"/>
            <a:ext cx="2265578" cy="219456"/>
          </a:xfrm>
          <a:prstGeom prst="rect">
            <a:avLst/>
          </a:prstGeom>
          <a:noFill/>
          <a:ln/>
        </p:spPr>
        <p:txBody>
          <a:bodyPr wrap="square" lIns="0" tIns="0" rIns="0" bIns="0" rtlCol="0" anchor="b"/>
          <a:lstStyle/>
          <a:p>
            <a:pPr marL="0" indent="0">
              <a:buNone/>
            </a:pPr>
            <a:r>
              <a:rPr lang="en-US" sz="1050" b="1" kern="0" spc="100" dirty="0">
                <a:solidFill>
                  <a:srgbClr val="273A7A"/>
                </a:solidFill>
                <a:latin typeface="Arial" pitchFamily="34" charset="0"/>
                <a:ea typeface="Arial" pitchFamily="34" charset="-122"/>
                <a:cs typeface="Arial" pitchFamily="34" charset="-120"/>
              </a:rPr>
              <a:t>STAGE 4</a:t>
            </a:r>
            <a:endParaRPr lang="en-US" sz="1050" dirty="0"/>
          </a:p>
        </p:txBody>
      </p:sp>
      <p:sp>
        <p:nvSpPr>
          <p:cNvPr id="13" name="Text 10"/>
          <p:cNvSpPr/>
          <p:nvPr/>
        </p:nvSpPr>
        <p:spPr>
          <a:xfrm>
            <a:off x="1508760" y="2459736"/>
            <a:ext cx="2302154" cy="384048"/>
          </a:xfrm>
          <a:prstGeom prst="rect">
            <a:avLst/>
          </a:prstGeom>
          <a:noFill/>
          <a:ln/>
        </p:spPr>
        <p:txBody>
          <a:bodyPr wrap="square" lIns="0" tIns="0" rIns="0" bIns="0" rtlCol="0" anchor="t"/>
          <a:lstStyle/>
          <a:p>
            <a:pPr marL="0" indent="0">
              <a:buNone/>
            </a:pPr>
            <a:r>
              <a:rPr lang="en-US" sz="1550" b="1" dirty="0">
                <a:solidFill>
                  <a:srgbClr val="24241E"/>
                </a:solidFill>
                <a:latin typeface="Arial" pitchFamily="34" charset="0"/>
                <a:ea typeface="Arial" pitchFamily="34" charset="-122"/>
                <a:cs typeface="Arial" pitchFamily="34" charset="-120"/>
              </a:rPr>
              <a:t>Relevance Scoring</a:t>
            </a:r>
            <a:endParaRPr lang="en-US" sz="1550" dirty="0"/>
          </a:p>
        </p:txBody>
      </p:sp>
      <p:sp>
        <p:nvSpPr>
          <p:cNvPr id="14" name="Text 11"/>
          <p:cNvSpPr/>
          <p:nvPr/>
        </p:nvSpPr>
        <p:spPr>
          <a:xfrm>
            <a:off x="777240" y="3044952"/>
            <a:ext cx="2960522" cy="1234440"/>
          </a:xfrm>
          <a:prstGeom prst="rect">
            <a:avLst/>
          </a:prstGeom>
          <a:noFill/>
          <a:ln/>
        </p:spPr>
        <p:txBody>
          <a:bodyPr wrap="square" lIns="0" tIns="0" rIns="0" bIns="0" rtlCol="0" anchor="t"/>
          <a:lstStyle/>
          <a:p>
            <a:pPr marL="0" indent="0">
              <a:lnSpc>
                <a:spcPct val="102000"/>
              </a:lnSpc>
              <a:buNone/>
            </a:pPr>
            <a:r>
              <a:rPr lang="en-US" sz="1150" dirty="0">
                <a:solidFill>
                  <a:srgbClr val="24241E"/>
                </a:solidFill>
                <a:latin typeface="Arial" pitchFamily="34" charset="0"/>
                <a:ea typeface="Arial" pitchFamily="34" charset="-122"/>
                <a:cs typeface="Arial" pitchFamily="34" charset="-120"/>
              </a:rPr>
              <a:t>Which IPFR pages could this change touch? Two signals are fused by weighted Reciprocal Rank Fusion before any heavy semantic work begins.</a:t>
            </a:r>
            <a:endParaRPr lang="en-US" sz="1150" dirty="0"/>
          </a:p>
        </p:txBody>
      </p:sp>
      <p:sp>
        <p:nvSpPr>
          <p:cNvPr id="15" name="Text 12"/>
          <p:cNvSpPr/>
          <p:nvPr/>
        </p:nvSpPr>
        <p:spPr>
          <a:xfrm>
            <a:off x="813816" y="4352544"/>
            <a:ext cx="2942234" cy="1572768"/>
          </a:xfrm>
          <a:prstGeom prst="rect">
            <a:avLst/>
          </a:prstGeom>
          <a:noFill/>
          <a:ln/>
        </p:spPr>
        <p:txBody>
          <a:bodyPr wrap="square" lIns="0" tIns="0" rIns="0" bIns="0" rtlCol="0" anchor="t"/>
          <a:lstStyle/>
          <a:p>
            <a:pPr marL="165100" indent="-165100">
              <a:spcAft>
                <a:spcPts val="600"/>
              </a:spcAft>
              <a:buSzPct val="100000"/>
              <a:buChar char="•"/>
            </a:pPr>
            <a:r>
              <a:rPr lang="en-US" sz="1080" b="1" dirty="0">
                <a:solidFill>
                  <a:srgbClr val="273A7A"/>
                </a:solidFill>
                <a:latin typeface="Arial" pitchFamily="34" charset="0"/>
                <a:ea typeface="Arial" pitchFamily="34" charset="-122"/>
                <a:cs typeface="Arial" pitchFamily="34" charset="-120"/>
              </a:rPr>
              <a:t>BM25 </a:t>
            </a:r>
            <a:r>
              <a:rPr lang="en-US" sz="1080" dirty="0">
                <a:solidFill>
                  <a:srgbClr val="24241E"/>
                </a:solidFill>
                <a:latin typeface="Arial" pitchFamily="34" charset="0"/>
                <a:ea typeface="Arial" pitchFamily="34" charset="-122"/>
                <a:cs typeface="Arial" pitchFamily="34" charset="-120"/>
              </a:rPr>
              <a:t>YAKE keyphrases vs full-page index</a:t>
            </a:r>
            <a:endParaRPr lang="en-US" sz="1080" dirty="0"/>
          </a:p>
          <a:p>
            <a:pPr marL="165100" indent="-165100">
              <a:spcAft>
                <a:spcPts val="600"/>
              </a:spcAft>
              <a:buSzPct val="100000"/>
              <a:buChar char="•"/>
            </a:pPr>
            <a:r>
              <a:rPr lang="en-US" sz="1080" b="1" dirty="0">
                <a:solidFill>
                  <a:srgbClr val="273A7A"/>
                </a:solidFill>
                <a:latin typeface="Arial" pitchFamily="34" charset="0"/>
                <a:ea typeface="Arial" pitchFamily="34" charset="-122"/>
                <a:cs typeface="Arial" pitchFamily="34" charset="-120"/>
              </a:rPr>
              <a:t>Bi-encoder </a:t>
            </a:r>
            <a:r>
              <a:rPr lang="en-US" sz="1080" dirty="0">
                <a:solidFill>
                  <a:srgbClr val="24241E"/>
                </a:solidFill>
                <a:latin typeface="Arial" pitchFamily="34" charset="0"/>
                <a:ea typeface="Arial" pitchFamily="34" charset="-122"/>
                <a:cs typeface="Arial" pitchFamily="34" charset="-120"/>
              </a:rPr>
              <a:t>BGE cosine vs page embeddings</a:t>
            </a:r>
            <a:endParaRPr lang="en-US" sz="1080" dirty="0"/>
          </a:p>
          <a:p>
            <a:pPr marL="165100" indent="-165100">
              <a:spcAft>
                <a:spcPts val="600"/>
              </a:spcAft>
              <a:buSzPct val="100000"/>
              <a:buChar char="•"/>
            </a:pPr>
            <a:r>
              <a:rPr lang="en-US" sz="1080" b="1" dirty="0">
                <a:solidFill>
                  <a:srgbClr val="273A7A"/>
                </a:solidFill>
                <a:latin typeface="Arial" pitchFamily="34" charset="0"/>
                <a:ea typeface="Arial" pitchFamily="34" charset="-122"/>
                <a:cs typeface="Arial" pitchFamily="34" charset="-120"/>
              </a:rPr>
              <a:t>RRF </a:t>
            </a:r>
            <a:r>
              <a:rPr lang="en-US" sz="1080" dirty="0">
                <a:solidFill>
                  <a:srgbClr val="24241E"/>
                </a:solidFill>
                <a:latin typeface="Arial" pitchFamily="34" charset="0"/>
                <a:ea typeface="Arial" pitchFamily="34" charset="-122"/>
                <a:cs typeface="Arial" pitchFamily="34" charset="-120"/>
              </a:rPr>
              <a:t>semantic weighted 2× keyword (k = 60)</a:t>
            </a:r>
            <a:endParaRPr lang="en-US" sz="1080" dirty="0"/>
          </a:p>
        </p:txBody>
      </p:sp>
      <p:sp>
        <p:nvSpPr>
          <p:cNvPr id="16" name="Text 13"/>
          <p:cNvSpPr/>
          <p:nvPr/>
        </p:nvSpPr>
        <p:spPr>
          <a:xfrm>
            <a:off x="777240" y="5980176"/>
            <a:ext cx="2960522" cy="402336"/>
          </a:xfrm>
          <a:prstGeom prst="rect">
            <a:avLst/>
          </a:prstGeom>
          <a:noFill/>
          <a:ln/>
        </p:spPr>
        <p:txBody>
          <a:bodyPr wrap="square" lIns="0" tIns="0" rIns="0" bIns="0" rtlCol="0" anchor="ctr"/>
          <a:lstStyle/>
          <a:p>
            <a:pPr marL="0" indent="0">
              <a:buNone/>
            </a:pPr>
            <a:r>
              <a:rPr lang="en-US" sz="980" i="1" dirty="0">
                <a:solidFill>
                  <a:srgbClr val="6E6E62"/>
                </a:solidFill>
                <a:latin typeface="Arial" pitchFamily="34" charset="0"/>
                <a:ea typeface="Arial" pitchFamily="34" charset="-122"/>
                <a:cs typeface="Arial" pitchFamily="34" charset="-120"/>
              </a:rPr>
              <a:t>Top-N + threshold + fast-pass keep a major change from being capped at 5 pages.</a:t>
            </a:r>
            <a:endParaRPr lang="en-US" sz="980" dirty="0"/>
          </a:p>
        </p:txBody>
      </p:sp>
      <p:sp>
        <p:nvSpPr>
          <p:cNvPr id="17" name="Shape 14"/>
          <p:cNvSpPr/>
          <p:nvPr/>
        </p:nvSpPr>
        <p:spPr>
          <a:xfrm>
            <a:off x="4341266" y="1965960"/>
            <a:ext cx="3509162" cy="4526280"/>
          </a:xfrm>
          <a:prstGeom prst="roundRect">
            <a:avLst>
              <a:gd name="adj" fmla="val 2606"/>
            </a:avLst>
          </a:prstGeom>
          <a:solidFill>
            <a:srgbClr val="FBFAF4"/>
          </a:solidFill>
          <a:ln w="12700">
            <a:solidFill>
              <a:srgbClr val="D6D4C6"/>
            </a:solidFill>
            <a:prstDash val="solid"/>
          </a:ln>
          <a:effectLst>
            <a:outerShdw blurRad="88900" dist="38100" dir="5400000" algn="bl" rotWithShape="0">
              <a:srgbClr val="9A9788">
                <a:alpha val="28000"/>
              </a:srgbClr>
            </a:outerShdw>
          </a:effectLst>
        </p:spPr>
        <p:txBody>
          <a:bodyPr/>
          <a:lstStyle/>
          <a:p>
            <a:endParaRPr lang="en-AU"/>
          </a:p>
        </p:txBody>
      </p:sp>
      <p:sp>
        <p:nvSpPr>
          <p:cNvPr id="18" name="Shape 15"/>
          <p:cNvSpPr/>
          <p:nvPr/>
        </p:nvSpPr>
        <p:spPr>
          <a:xfrm>
            <a:off x="4597298" y="2240280"/>
            <a:ext cx="603504" cy="603504"/>
          </a:xfrm>
          <a:prstGeom prst="ellipse">
            <a:avLst/>
          </a:prstGeom>
          <a:solidFill>
            <a:srgbClr val="3B5AA6"/>
          </a:solidFill>
          <a:ln/>
          <a:effectLst>
            <a:outerShdw blurRad="88900" dist="38100" dir="5400000" algn="bl" rotWithShape="0">
              <a:srgbClr val="9A9788">
                <a:alpha val="28000"/>
              </a:srgbClr>
            </a:outerShdw>
          </a:effectLst>
        </p:spPr>
        <p:txBody>
          <a:bodyPr/>
          <a:lstStyle/>
          <a:p>
            <a:endParaRPr lang="en-AU"/>
          </a:p>
        </p:txBody>
      </p:sp>
      <p:pic>
        <p:nvPicPr>
          <p:cNvPr id="19" name="Image 1" descr="preencoded.png"/>
          <p:cNvPicPr>
            <a:picLocks noChangeAspect="1"/>
          </p:cNvPicPr>
          <p:nvPr/>
        </p:nvPicPr>
        <p:blipFill>
          <a:blip r:embed="rId4"/>
          <a:stretch>
            <a:fillRect/>
          </a:stretch>
        </p:blipFill>
        <p:spPr>
          <a:xfrm>
            <a:off x="4766280" y="2409261"/>
            <a:ext cx="265542" cy="265542"/>
          </a:xfrm>
          <a:prstGeom prst="rect">
            <a:avLst/>
          </a:prstGeom>
        </p:spPr>
      </p:pic>
      <p:sp>
        <p:nvSpPr>
          <p:cNvPr id="20" name="Text 16"/>
          <p:cNvSpPr/>
          <p:nvPr/>
        </p:nvSpPr>
        <p:spPr>
          <a:xfrm>
            <a:off x="5347106" y="2240280"/>
            <a:ext cx="2265578" cy="219456"/>
          </a:xfrm>
          <a:prstGeom prst="rect">
            <a:avLst/>
          </a:prstGeom>
          <a:noFill/>
          <a:ln/>
        </p:spPr>
        <p:txBody>
          <a:bodyPr wrap="square" lIns="0" tIns="0" rIns="0" bIns="0" rtlCol="0" anchor="b"/>
          <a:lstStyle/>
          <a:p>
            <a:pPr marL="0" indent="0">
              <a:buNone/>
            </a:pPr>
            <a:r>
              <a:rPr lang="en-US" sz="1050" b="1" kern="0" spc="100" dirty="0">
                <a:solidFill>
                  <a:srgbClr val="3B5AA6"/>
                </a:solidFill>
                <a:latin typeface="Arial" pitchFamily="34" charset="0"/>
                <a:ea typeface="Arial" pitchFamily="34" charset="-122"/>
                <a:cs typeface="Arial" pitchFamily="34" charset="-120"/>
              </a:rPr>
              <a:t>STAGE 5</a:t>
            </a:r>
            <a:endParaRPr lang="en-US" sz="1050" dirty="0"/>
          </a:p>
        </p:txBody>
      </p:sp>
      <p:sp>
        <p:nvSpPr>
          <p:cNvPr id="21" name="Text 17"/>
          <p:cNvSpPr/>
          <p:nvPr/>
        </p:nvSpPr>
        <p:spPr>
          <a:xfrm>
            <a:off x="5347106" y="2459736"/>
            <a:ext cx="2302154" cy="384048"/>
          </a:xfrm>
          <a:prstGeom prst="rect">
            <a:avLst/>
          </a:prstGeom>
          <a:noFill/>
          <a:ln/>
        </p:spPr>
        <p:txBody>
          <a:bodyPr wrap="square" lIns="0" tIns="0" rIns="0" bIns="0" rtlCol="0" anchor="t"/>
          <a:lstStyle/>
          <a:p>
            <a:pPr marL="0" indent="0">
              <a:buNone/>
            </a:pPr>
            <a:r>
              <a:rPr lang="en-US" sz="1550" b="1" dirty="0">
                <a:solidFill>
                  <a:srgbClr val="24241E"/>
                </a:solidFill>
                <a:latin typeface="Arial" pitchFamily="34" charset="0"/>
                <a:ea typeface="Arial" pitchFamily="34" charset="-122"/>
                <a:cs typeface="Arial" pitchFamily="34" charset="-120"/>
              </a:rPr>
              <a:t>Bi-Encoder Matching</a:t>
            </a:r>
            <a:endParaRPr lang="en-US" sz="1550" dirty="0"/>
          </a:p>
        </p:txBody>
      </p:sp>
      <p:sp>
        <p:nvSpPr>
          <p:cNvPr id="22" name="Text 18"/>
          <p:cNvSpPr/>
          <p:nvPr/>
        </p:nvSpPr>
        <p:spPr>
          <a:xfrm>
            <a:off x="4615586" y="3044952"/>
            <a:ext cx="2960522" cy="1234440"/>
          </a:xfrm>
          <a:prstGeom prst="rect">
            <a:avLst/>
          </a:prstGeom>
          <a:noFill/>
          <a:ln/>
        </p:spPr>
        <p:txBody>
          <a:bodyPr wrap="square" lIns="0" tIns="0" rIns="0" bIns="0" rtlCol="0" anchor="t"/>
          <a:lstStyle/>
          <a:p>
            <a:pPr marL="0" indent="0">
              <a:lnSpc>
                <a:spcPct val="102000"/>
              </a:lnSpc>
              <a:buNone/>
            </a:pPr>
            <a:r>
              <a:rPr lang="en-US" sz="1150" dirty="0">
                <a:solidFill>
                  <a:srgbClr val="24241E"/>
                </a:solidFill>
                <a:latin typeface="Arial" pitchFamily="34" charset="0"/>
                <a:ea typeface="Arial" pitchFamily="34" charset="-122"/>
                <a:cs typeface="Arial" pitchFamily="34" charset="-120"/>
              </a:rPr>
              <a:t>A coarse chunk-level pass. The change is chunked and BGE-encoded, then cosine-compared against every precomputed IPFR chunk embedding.</a:t>
            </a:r>
            <a:endParaRPr lang="en-US" sz="1150" dirty="0"/>
          </a:p>
        </p:txBody>
      </p:sp>
      <p:sp>
        <p:nvSpPr>
          <p:cNvPr id="23" name="Text 19"/>
          <p:cNvSpPr/>
          <p:nvPr/>
        </p:nvSpPr>
        <p:spPr>
          <a:xfrm>
            <a:off x="4652162" y="4352544"/>
            <a:ext cx="2942234" cy="1572768"/>
          </a:xfrm>
          <a:prstGeom prst="rect">
            <a:avLst/>
          </a:prstGeom>
          <a:noFill/>
          <a:ln/>
        </p:spPr>
        <p:txBody>
          <a:bodyPr wrap="square" lIns="0" tIns="0" rIns="0" bIns="0" rtlCol="0" anchor="t"/>
          <a:lstStyle/>
          <a:p>
            <a:pPr marL="165100" indent="-165100">
              <a:spcAft>
                <a:spcPts val="600"/>
              </a:spcAft>
              <a:buSzPct val="100000"/>
              <a:buChar char="•"/>
            </a:pPr>
            <a:r>
              <a:rPr lang="en-US" sz="1080" b="1" dirty="0">
                <a:solidFill>
                  <a:srgbClr val="3B5AA6"/>
                </a:solidFill>
                <a:latin typeface="Arial" pitchFamily="34" charset="0"/>
                <a:ea typeface="Arial" pitchFamily="34" charset="-122"/>
                <a:cs typeface="Arial" pitchFamily="34" charset="-120"/>
              </a:rPr>
              <a:t>Candidate if </a:t>
            </a:r>
            <a:r>
              <a:rPr lang="en-US" sz="1080" dirty="0">
                <a:solidFill>
                  <a:srgbClr val="24241E"/>
                </a:solidFill>
                <a:latin typeface="Arial" pitchFamily="34" charset="0"/>
                <a:ea typeface="Arial" pitchFamily="34" charset="-122"/>
                <a:cs typeface="Arial" pitchFamily="34" charset="-120"/>
              </a:rPr>
              <a:t>any single chunk ≥ 0.75</a:t>
            </a:r>
            <a:endParaRPr lang="en-US" sz="1080" dirty="0"/>
          </a:p>
          <a:p>
            <a:pPr marL="165100" indent="-165100">
              <a:spcAft>
                <a:spcPts val="600"/>
              </a:spcAft>
              <a:buSzPct val="100000"/>
              <a:buChar char="•"/>
            </a:pPr>
            <a:r>
              <a:rPr lang="en-US" sz="1080" b="1" dirty="0">
                <a:solidFill>
                  <a:srgbClr val="3B5AA6"/>
                </a:solidFill>
                <a:latin typeface="Arial" pitchFamily="34" charset="0"/>
                <a:ea typeface="Arial" pitchFamily="34" charset="-122"/>
                <a:cs typeface="Arial" pitchFamily="34" charset="-120"/>
              </a:rPr>
              <a:t>or </a:t>
            </a:r>
            <a:r>
              <a:rPr lang="en-US" sz="1080" dirty="0">
                <a:solidFill>
                  <a:srgbClr val="24241E"/>
                </a:solidFill>
                <a:latin typeface="Arial" pitchFamily="34" charset="0"/>
                <a:ea typeface="Arial" pitchFamily="34" charset="-122"/>
                <a:cs typeface="Arial" pitchFamily="34" charset="-120"/>
              </a:rPr>
              <a:t>≥ 3 chunks from a page ≥ 0.45</a:t>
            </a:r>
            <a:endParaRPr lang="en-US" sz="1080" dirty="0"/>
          </a:p>
        </p:txBody>
      </p:sp>
      <p:sp>
        <p:nvSpPr>
          <p:cNvPr id="24" name="Text 20"/>
          <p:cNvSpPr/>
          <p:nvPr/>
        </p:nvSpPr>
        <p:spPr>
          <a:xfrm>
            <a:off x="4615586" y="5980176"/>
            <a:ext cx="2960522" cy="402336"/>
          </a:xfrm>
          <a:prstGeom prst="rect">
            <a:avLst/>
          </a:prstGeom>
          <a:noFill/>
          <a:ln/>
        </p:spPr>
        <p:txBody>
          <a:bodyPr wrap="square" lIns="0" tIns="0" rIns="0" bIns="0" rtlCol="0" anchor="ctr"/>
          <a:lstStyle/>
          <a:p>
            <a:pPr marL="0" indent="0">
              <a:buNone/>
            </a:pPr>
            <a:r>
              <a:rPr lang="en-US" sz="980" i="1" dirty="0">
                <a:solidFill>
                  <a:srgbClr val="6E6E62"/>
                </a:solidFill>
                <a:latin typeface="Arial" pitchFamily="34" charset="0"/>
                <a:ea typeface="Arial" pitchFamily="34" charset="-122"/>
                <a:cs typeface="Arial" pitchFamily="34" charset="-120"/>
              </a:rPr>
              <a:t>Cheap dot products over embeddings already built during corpus ingestion.</a:t>
            </a:r>
            <a:endParaRPr lang="en-US" sz="980" dirty="0"/>
          </a:p>
        </p:txBody>
      </p:sp>
      <p:sp>
        <p:nvSpPr>
          <p:cNvPr id="25" name="Shape 21"/>
          <p:cNvSpPr/>
          <p:nvPr/>
        </p:nvSpPr>
        <p:spPr>
          <a:xfrm>
            <a:off x="8179613" y="1965960"/>
            <a:ext cx="3509162" cy="4526280"/>
          </a:xfrm>
          <a:prstGeom prst="roundRect">
            <a:avLst>
              <a:gd name="adj" fmla="val 2606"/>
            </a:avLst>
          </a:prstGeom>
          <a:solidFill>
            <a:srgbClr val="FBFAF4"/>
          </a:solidFill>
          <a:ln w="12700">
            <a:solidFill>
              <a:srgbClr val="D6D4C6"/>
            </a:solidFill>
            <a:prstDash val="solid"/>
          </a:ln>
          <a:effectLst>
            <a:outerShdw blurRad="88900" dist="38100" dir="5400000" algn="bl" rotWithShape="0">
              <a:srgbClr val="9A9788">
                <a:alpha val="28000"/>
              </a:srgbClr>
            </a:outerShdw>
          </a:effectLst>
        </p:spPr>
        <p:txBody>
          <a:bodyPr/>
          <a:lstStyle/>
          <a:p>
            <a:endParaRPr lang="en-AU"/>
          </a:p>
        </p:txBody>
      </p:sp>
      <p:sp>
        <p:nvSpPr>
          <p:cNvPr id="26" name="Shape 22"/>
          <p:cNvSpPr/>
          <p:nvPr/>
        </p:nvSpPr>
        <p:spPr>
          <a:xfrm>
            <a:off x="8435645" y="2240280"/>
            <a:ext cx="603504" cy="603504"/>
          </a:xfrm>
          <a:prstGeom prst="ellipse">
            <a:avLst/>
          </a:prstGeom>
          <a:solidFill>
            <a:srgbClr val="8B8C56"/>
          </a:solidFill>
          <a:ln/>
          <a:effectLst>
            <a:outerShdw blurRad="88900" dist="38100" dir="5400000" algn="bl" rotWithShape="0">
              <a:srgbClr val="9A9788">
                <a:alpha val="28000"/>
              </a:srgbClr>
            </a:outerShdw>
          </a:effectLst>
        </p:spPr>
        <p:txBody>
          <a:bodyPr/>
          <a:lstStyle/>
          <a:p>
            <a:endParaRPr lang="en-AU"/>
          </a:p>
        </p:txBody>
      </p:sp>
      <p:pic>
        <p:nvPicPr>
          <p:cNvPr id="27" name="Image 2" descr="preencoded.png"/>
          <p:cNvPicPr>
            <a:picLocks noChangeAspect="1"/>
          </p:cNvPicPr>
          <p:nvPr/>
        </p:nvPicPr>
        <p:blipFill>
          <a:blip r:embed="rId5"/>
          <a:stretch>
            <a:fillRect/>
          </a:stretch>
        </p:blipFill>
        <p:spPr>
          <a:xfrm>
            <a:off x="8604626" y="2409261"/>
            <a:ext cx="265542" cy="265542"/>
          </a:xfrm>
          <a:prstGeom prst="rect">
            <a:avLst/>
          </a:prstGeom>
        </p:spPr>
      </p:pic>
      <p:sp>
        <p:nvSpPr>
          <p:cNvPr id="28" name="Text 23"/>
          <p:cNvSpPr/>
          <p:nvPr/>
        </p:nvSpPr>
        <p:spPr>
          <a:xfrm>
            <a:off x="9185453" y="2240280"/>
            <a:ext cx="2265578" cy="219456"/>
          </a:xfrm>
          <a:prstGeom prst="rect">
            <a:avLst/>
          </a:prstGeom>
          <a:noFill/>
          <a:ln/>
        </p:spPr>
        <p:txBody>
          <a:bodyPr wrap="square" lIns="0" tIns="0" rIns="0" bIns="0" rtlCol="0" anchor="b"/>
          <a:lstStyle/>
          <a:p>
            <a:pPr marL="0" indent="0">
              <a:buNone/>
            </a:pPr>
            <a:r>
              <a:rPr lang="en-US" sz="1050" b="1" kern="0" spc="100" dirty="0">
                <a:solidFill>
                  <a:srgbClr val="8B8C56"/>
                </a:solidFill>
                <a:latin typeface="Arial" pitchFamily="34" charset="0"/>
                <a:ea typeface="Arial" pitchFamily="34" charset="-122"/>
                <a:cs typeface="Arial" pitchFamily="34" charset="-120"/>
              </a:rPr>
              <a:t>STAGE 6</a:t>
            </a:r>
            <a:endParaRPr lang="en-US" sz="1050" dirty="0"/>
          </a:p>
        </p:txBody>
      </p:sp>
      <p:sp>
        <p:nvSpPr>
          <p:cNvPr id="29" name="Text 24"/>
          <p:cNvSpPr/>
          <p:nvPr/>
        </p:nvSpPr>
        <p:spPr>
          <a:xfrm>
            <a:off x="9185453" y="2459736"/>
            <a:ext cx="2302154" cy="384048"/>
          </a:xfrm>
          <a:prstGeom prst="rect">
            <a:avLst/>
          </a:prstGeom>
          <a:noFill/>
          <a:ln/>
        </p:spPr>
        <p:txBody>
          <a:bodyPr wrap="square" lIns="0" tIns="0" rIns="0" bIns="0" rtlCol="0" anchor="t"/>
          <a:lstStyle/>
          <a:p>
            <a:pPr marL="0" indent="0">
              <a:buNone/>
            </a:pPr>
            <a:r>
              <a:rPr lang="en-US" sz="1550" b="1" dirty="0">
                <a:solidFill>
                  <a:srgbClr val="24241E"/>
                </a:solidFill>
                <a:latin typeface="Arial" pitchFamily="34" charset="0"/>
                <a:ea typeface="Arial" pitchFamily="34" charset="-122"/>
                <a:cs typeface="Arial" pitchFamily="34" charset="-120"/>
              </a:rPr>
              <a:t>Cross-Encoder Refinement</a:t>
            </a:r>
            <a:endParaRPr lang="en-US" sz="1550" dirty="0"/>
          </a:p>
        </p:txBody>
      </p:sp>
      <p:sp>
        <p:nvSpPr>
          <p:cNvPr id="30" name="Text 25"/>
          <p:cNvSpPr/>
          <p:nvPr/>
        </p:nvSpPr>
        <p:spPr>
          <a:xfrm>
            <a:off x="8453933" y="3044952"/>
            <a:ext cx="2960522" cy="1234440"/>
          </a:xfrm>
          <a:prstGeom prst="rect">
            <a:avLst/>
          </a:prstGeom>
          <a:noFill/>
          <a:ln/>
        </p:spPr>
        <p:txBody>
          <a:bodyPr wrap="square" lIns="0" tIns="0" rIns="0" bIns="0" rtlCol="0" anchor="t"/>
          <a:lstStyle/>
          <a:p>
            <a:pPr marL="0" indent="0">
              <a:lnSpc>
                <a:spcPct val="102000"/>
              </a:lnSpc>
              <a:buNone/>
            </a:pPr>
            <a:r>
              <a:rPr lang="en-US" sz="1150" dirty="0">
                <a:solidFill>
                  <a:srgbClr val="24241E"/>
                </a:solidFill>
                <a:latin typeface="Arial" pitchFamily="34" charset="0"/>
                <a:ea typeface="Arial" pitchFamily="34" charset="-122"/>
                <a:cs typeface="Arial" pitchFamily="34" charset="-120"/>
              </a:rPr>
              <a:t>Precise reranking of the survivors with the gte-reranker cross-encoder (8,192-token window), fusing semantic, lexical and graph signals.</a:t>
            </a:r>
            <a:endParaRPr lang="en-US" sz="1150" dirty="0"/>
          </a:p>
        </p:txBody>
      </p:sp>
      <p:sp>
        <p:nvSpPr>
          <p:cNvPr id="31" name="Text 26"/>
          <p:cNvSpPr/>
          <p:nvPr/>
        </p:nvSpPr>
        <p:spPr>
          <a:xfrm>
            <a:off x="8490509" y="4352544"/>
            <a:ext cx="2942234" cy="1572768"/>
          </a:xfrm>
          <a:prstGeom prst="rect">
            <a:avLst/>
          </a:prstGeom>
          <a:noFill/>
          <a:ln/>
        </p:spPr>
        <p:txBody>
          <a:bodyPr wrap="square" lIns="0" tIns="0" rIns="0" bIns="0" rtlCol="0" anchor="t"/>
          <a:lstStyle/>
          <a:p>
            <a:pPr marL="165100" indent="-165100">
              <a:spcAft>
                <a:spcPts val="600"/>
              </a:spcAft>
              <a:buSzPct val="100000"/>
              <a:buChar char="•"/>
            </a:pPr>
            <a:r>
              <a:rPr lang="en-US" sz="1080" b="1" dirty="0">
                <a:solidFill>
                  <a:srgbClr val="8B8C56"/>
                </a:solidFill>
                <a:latin typeface="Arial" pitchFamily="34" charset="0"/>
                <a:ea typeface="Arial" pitchFamily="34" charset="-122"/>
                <a:cs typeface="Arial" pitchFamily="34" charset="-120"/>
              </a:rPr>
              <a:t>Rerank </a:t>
            </a:r>
            <a:r>
              <a:rPr lang="en-US" sz="1080" dirty="0">
                <a:solidFill>
                  <a:srgbClr val="24241E"/>
                </a:solidFill>
                <a:latin typeface="Arial" pitchFamily="34" charset="0"/>
                <a:ea typeface="Arial" pitchFamily="34" charset="-122"/>
                <a:cs typeface="Arial" pitchFamily="34" charset="-120"/>
              </a:rPr>
              <a:t>cross-encoder + Stage-4 lexical + quasi-graph</a:t>
            </a:r>
            <a:endParaRPr lang="en-US" sz="1080" dirty="0"/>
          </a:p>
          <a:p>
            <a:pPr marL="165100" indent="-165100">
              <a:spcAft>
                <a:spcPts val="600"/>
              </a:spcAft>
              <a:buSzPct val="100000"/>
              <a:buChar char="•"/>
            </a:pPr>
            <a:r>
              <a:rPr lang="en-US" sz="1080" b="1" dirty="0">
                <a:solidFill>
                  <a:srgbClr val="8B8C56"/>
                </a:solidFill>
                <a:latin typeface="Arial" pitchFamily="34" charset="0"/>
                <a:ea typeface="Arial" pitchFamily="34" charset="-122"/>
                <a:cs typeface="Arial" pitchFamily="34" charset="-120"/>
              </a:rPr>
              <a:t>Propagate </a:t>
            </a:r>
            <a:r>
              <a:rPr lang="en-US" sz="1080" dirty="0">
                <a:solidFill>
                  <a:srgbClr val="24241E"/>
                </a:solidFill>
                <a:latin typeface="Arial" pitchFamily="34" charset="0"/>
                <a:ea typeface="Arial" pitchFamily="34" charset="-122"/>
                <a:cs typeface="Arial" pitchFamily="34" charset="-120"/>
              </a:rPr>
              <a:t>alerts flow along edges (decay 0.45 / hop, ≤ 3 hops)</a:t>
            </a:r>
            <a:endParaRPr lang="en-US" sz="1080" dirty="0"/>
          </a:p>
        </p:txBody>
      </p:sp>
      <p:sp>
        <p:nvSpPr>
          <p:cNvPr id="32" name="Text 27"/>
          <p:cNvSpPr/>
          <p:nvPr/>
        </p:nvSpPr>
        <p:spPr>
          <a:xfrm>
            <a:off x="8453933" y="5980176"/>
            <a:ext cx="2960522" cy="402336"/>
          </a:xfrm>
          <a:prstGeom prst="rect">
            <a:avLst/>
          </a:prstGeom>
          <a:noFill/>
          <a:ln/>
        </p:spPr>
        <p:txBody>
          <a:bodyPr wrap="square" lIns="0" tIns="0" rIns="0" bIns="0" rtlCol="0" anchor="ctr"/>
          <a:lstStyle/>
          <a:p>
            <a:pPr marL="0" indent="0">
              <a:buNone/>
            </a:pPr>
            <a:r>
              <a:rPr lang="en-US" sz="980" i="1" dirty="0">
                <a:solidFill>
                  <a:srgbClr val="6E6E62"/>
                </a:solidFill>
                <a:latin typeface="Arial" pitchFamily="34" charset="0"/>
                <a:ea typeface="Arial" pitchFamily="34" charset="-122"/>
                <a:cs typeface="Arial" pitchFamily="34" charset="-120"/>
              </a:rPr>
              <a:t>Neighbours only boost, never lower; pages ≥ 0.60 proceed to aggregation.</a:t>
            </a:r>
            <a:endParaRPr lang="en-US" sz="9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A7802A0-FD0E-E5B0-7F0F-2441DFDDE8CB}"/>
              </a:ext>
            </a:extLst>
          </p:cNvPr>
          <p:cNvSpPr>
            <a:spLocks noGrp="1"/>
          </p:cNvSpPr>
          <p:nvPr>
            <p:ph sz="quarter" idx="19"/>
          </p:nvPr>
        </p:nvSpPr>
        <p:spPr>
          <a:xfrm>
            <a:off x="8140383" y="3429000"/>
            <a:ext cx="4781924" cy="937703"/>
          </a:xfrm>
        </p:spPr>
        <p:txBody>
          <a:bodyPr/>
          <a:lstStyle/>
          <a:p>
            <a:r>
              <a:rPr lang="en-US" sz="1800" b="1" dirty="0"/>
              <a:t>Elephant</a:t>
            </a:r>
            <a:r>
              <a:rPr lang="en-US" sz="1800" dirty="0"/>
              <a:t> = [10,45]</a:t>
            </a:r>
          </a:p>
          <a:p>
            <a:r>
              <a:rPr lang="en-US" sz="1800" b="1" dirty="0"/>
              <a:t>Minnow</a:t>
            </a:r>
            <a:r>
              <a:rPr lang="en-US" sz="1800" dirty="0"/>
              <a:t> = [49,5]</a:t>
            </a:r>
          </a:p>
          <a:p>
            <a:r>
              <a:rPr lang="en-US" sz="1800" b="1" dirty="0"/>
              <a:t>Crocodile</a:t>
            </a:r>
            <a:r>
              <a:rPr lang="en-US" sz="1800" dirty="0"/>
              <a:t> = [35,28]</a:t>
            </a:r>
            <a:endParaRPr lang="en-AU" sz="1800" dirty="0"/>
          </a:p>
        </p:txBody>
      </p:sp>
      <p:sp>
        <p:nvSpPr>
          <p:cNvPr id="9" name="Title 8">
            <a:extLst>
              <a:ext uri="{FF2B5EF4-FFF2-40B4-BE49-F238E27FC236}">
                <a16:creationId xmlns:a16="http://schemas.microsoft.com/office/drawing/2014/main" id="{7DA0CFC9-C706-12CF-8B82-6351A76E4443}"/>
              </a:ext>
            </a:extLst>
          </p:cNvPr>
          <p:cNvSpPr>
            <a:spLocks noGrp="1"/>
          </p:cNvSpPr>
          <p:nvPr>
            <p:ph type="title"/>
          </p:nvPr>
        </p:nvSpPr>
        <p:spPr>
          <a:xfrm>
            <a:off x="630000" y="425223"/>
            <a:ext cx="8691800" cy="937703"/>
          </a:xfrm>
        </p:spPr>
        <p:txBody>
          <a:bodyPr anchor="ctr"/>
          <a:lstStyle/>
          <a:p>
            <a:r>
              <a:rPr lang="en-US" sz="3600" dirty="0"/>
              <a:t>Crash course on semantics:</a:t>
            </a:r>
            <a:br>
              <a:rPr lang="en-US" sz="3600" dirty="0"/>
            </a:br>
            <a:r>
              <a:rPr lang="en-US" sz="3600" dirty="0"/>
              <a:t>representing meaning with numbers</a:t>
            </a:r>
            <a:endParaRPr lang="en-AU" sz="3600" dirty="0"/>
          </a:p>
        </p:txBody>
      </p:sp>
      <p:sp>
        <p:nvSpPr>
          <p:cNvPr id="11" name="Arrow: Left 10">
            <a:extLst>
              <a:ext uri="{FF2B5EF4-FFF2-40B4-BE49-F238E27FC236}">
                <a16:creationId xmlns:a16="http://schemas.microsoft.com/office/drawing/2014/main" id="{594A7C69-E0B2-467C-6443-3724F4102039}"/>
              </a:ext>
            </a:extLst>
          </p:cNvPr>
          <p:cNvSpPr/>
          <p:nvPr/>
        </p:nvSpPr>
        <p:spPr>
          <a:xfrm>
            <a:off x="10064424" y="3341440"/>
            <a:ext cx="2022954" cy="1112822"/>
          </a:xfrm>
          <a:prstGeom prst="leftArrow">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2-dimensional entities</a:t>
            </a:r>
            <a:endParaRPr kumimoji="0" lang="en-AU" sz="1800" b="1" i="0" u="none" strike="noStrike" kern="1200" cap="none" spc="0" normalizeH="0" baseline="0" noProof="0" dirty="0">
              <a:ln>
                <a:noFill/>
              </a:ln>
              <a:solidFill>
                <a:prstClr val="black"/>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41E14D2F-726B-CD74-7E71-08ECD4921CB1}"/>
              </a:ext>
            </a:extLst>
          </p:cNvPr>
          <p:cNvGrpSpPr/>
          <p:nvPr/>
        </p:nvGrpSpPr>
        <p:grpSpPr>
          <a:xfrm>
            <a:off x="330517" y="1927752"/>
            <a:ext cx="7400128" cy="4245914"/>
            <a:chOff x="343652" y="2012821"/>
            <a:chExt cx="7400128" cy="4245914"/>
          </a:xfrm>
        </p:grpSpPr>
        <p:pic>
          <p:nvPicPr>
            <p:cNvPr id="3" name="Picture 2">
              <a:extLst>
                <a:ext uri="{FF2B5EF4-FFF2-40B4-BE49-F238E27FC236}">
                  <a16:creationId xmlns:a16="http://schemas.microsoft.com/office/drawing/2014/main" id="{0F81B28C-8764-B24D-0E7E-881D09858C92}"/>
                </a:ext>
              </a:extLst>
            </p:cNvPr>
            <p:cNvPicPr>
              <a:picLocks noChangeAspect="1"/>
            </p:cNvPicPr>
            <p:nvPr/>
          </p:nvPicPr>
          <p:blipFill>
            <a:blip r:embed="rId3"/>
            <a:srcRect t="5999"/>
            <a:stretch>
              <a:fillRect/>
            </a:stretch>
          </p:blipFill>
          <p:spPr>
            <a:xfrm>
              <a:off x="343652" y="2386012"/>
              <a:ext cx="7400128" cy="3872723"/>
            </a:xfrm>
            <a:prstGeom prst="rect">
              <a:avLst/>
            </a:prstGeom>
          </p:spPr>
        </p:pic>
        <p:sp>
          <p:nvSpPr>
            <p:cNvPr id="4" name="Rectangle 3">
              <a:extLst>
                <a:ext uri="{FF2B5EF4-FFF2-40B4-BE49-F238E27FC236}">
                  <a16:creationId xmlns:a16="http://schemas.microsoft.com/office/drawing/2014/main" id="{D251C2CA-5CB6-328D-7B8A-C471E948B3A4}"/>
                </a:ext>
              </a:extLst>
            </p:cNvPr>
            <p:cNvSpPr/>
            <p:nvPr/>
          </p:nvSpPr>
          <p:spPr>
            <a:xfrm>
              <a:off x="1785938" y="2012821"/>
              <a:ext cx="4557712" cy="530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 name="Content Placeholder 7">
            <a:extLst>
              <a:ext uri="{FF2B5EF4-FFF2-40B4-BE49-F238E27FC236}">
                <a16:creationId xmlns:a16="http://schemas.microsoft.com/office/drawing/2014/main" id="{2F7DA633-6937-4732-49AA-F07282C844FD}"/>
              </a:ext>
            </a:extLst>
          </p:cNvPr>
          <p:cNvSpPr txBox="1">
            <a:spLocks/>
          </p:cNvSpPr>
          <p:nvPr/>
        </p:nvSpPr>
        <p:spPr>
          <a:xfrm>
            <a:off x="7730645" y="5618426"/>
            <a:ext cx="819476" cy="492652"/>
          </a:xfrm>
          <a:prstGeom prst="rect">
            <a:avLst/>
          </a:prstGeom>
        </p:spPr>
        <p:txBody>
          <a:bodyPr vert="horz" lIns="0" tIns="0" rIns="0" bIns="0" rtlCol="0">
            <a:noAutofit/>
          </a:bodyPr>
          <a:lstStyle>
            <a:lvl1pPr marL="0" indent="0" algn="l" defTabSz="946052" rtl="0" eaLnBrk="1" latinLnBrk="0" hangingPunct="1">
              <a:lnSpc>
                <a:spcPct val="100000"/>
              </a:lnSpc>
              <a:spcBef>
                <a:spcPts val="0"/>
              </a:spcBef>
              <a:spcAft>
                <a:spcPts val="600"/>
              </a:spcAft>
              <a:buFont typeface="Arial" pitchFamily="34" charset="0"/>
              <a:buNone/>
              <a:defRPr sz="1350" b="0" kern="1200" baseline="0">
                <a:solidFill>
                  <a:schemeClr val="tx1"/>
                </a:solidFill>
                <a:latin typeface="+mn-lt"/>
                <a:ea typeface="+mn-ea"/>
                <a:cs typeface="Arial" pitchFamily="34" charset="0"/>
              </a:defRPr>
            </a:lvl1pPr>
            <a:lvl2pPr marL="0" indent="0" algn="l" defTabSz="946052" rtl="0" eaLnBrk="1" latinLnBrk="0" hangingPunct="1">
              <a:lnSpc>
                <a:spcPct val="100000"/>
              </a:lnSpc>
              <a:spcBef>
                <a:spcPts val="0"/>
              </a:spcBef>
              <a:spcAft>
                <a:spcPts val="600"/>
              </a:spcAft>
              <a:buFont typeface="Arial" pitchFamily="34" charset="0"/>
              <a:buNone/>
              <a:defRPr sz="1150" b="0" kern="1200">
                <a:solidFill>
                  <a:schemeClr val="tx1"/>
                </a:solidFill>
                <a:latin typeface="+mn-lt"/>
                <a:ea typeface="+mn-ea"/>
                <a:cs typeface="Arial" pitchFamily="34" charset="0"/>
              </a:defRPr>
            </a:lvl2pPr>
            <a:lvl3pPr marL="198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3pPr>
            <a:lvl4pPr marL="396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4pPr>
            <a:lvl5pPr marL="594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baseline="0">
                <a:solidFill>
                  <a:schemeClr val="tx1"/>
                </a:solidFill>
                <a:latin typeface="+mn-lt"/>
                <a:ea typeface="+mn-ea"/>
                <a:cs typeface="Arial" pitchFamily="34" charset="0"/>
              </a:defRPr>
            </a:lvl5pPr>
            <a:lvl6pPr marL="792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6pPr>
            <a:lvl7pPr marL="990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7pPr>
            <a:lvl8pPr marL="1188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8pPr>
            <a:lvl9pPr marL="1386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9pPr>
          </a:lstStyle>
          <a:p>
            <a:r>
              <a:rPr lang="en-US" sz="3200" b="1" dirty="0"/>
              <a:t>50</a:t>
            </a:r>
            <a:endParaRPr lang="en-AU" sz="3200" dirty="0"/>
          </a:p>
        </p:txBody>
      </p:sp>
      <p:sp>
        <p:nvSpPr>
          <p:cNvPr id="6" name="Content Placeholder 7">
            <a:extLst>
              <a:ext uri="{FF2B5EF4-FFF2-40B4-BE49-F238E27FC236}">
                <a16:creationId xmlns:a16="http://schemas.microsoft.com/office/drawing/2014/main" id="{ED1D23CB-FE67-2865-1F45-E9D6E83D0FB4}"/>
              </a:ext>
            </a:extLst>
          </p:cNvPr>
          <p:cNvSpPr txBox="1">
            <a:spLocks/>
          </p:cNvSpPr>
          <p:nvPr/>
        </p:nvSpPr>
        <p:spPr>
          <a:xfrm>
            <a:off x="803414" y="1808291"/>
            <a:ext cx="819476" cy="492652"/>
          </a:xfrm>
          <a:prstGeom prst="rect">
            <a:avLst/>
          </a:prstGeom>
        </p:spPr>
        <p:txBody>
          <a:bodyPr vert="horz" lIns="0" tIns="0" rIns="0" bIns="0" rtlCol="0">
            <a:noAutofit/>
          </a:bodyPr>
          <a:lstStyle>
            <a:lvl1pPr marL="0" indent="0" algn="l" defTabSz="946052" rtl="0" eaLnBrk="1" latinLnBrk="0" hangingPunct="1">
              <a:lnSpc>
                <a:spcPct val="100000"/>
              </a:lnSpc>
              <a:spcBef>
                <a:spcPts val="0"/>
              </a:spcBef>
              <a:spcAft>
                <a:spcPts val="600"/>
              </a:spcAft>
              <a:buFont typeface="Arial" pitchFamily="34" charset="0"/>
              <a:buNone/>
              <a:defRPr sz="1350" b="0" kern="1200" baseline="0">
                <a:solidFill>
                  <a:schemeClr val="tx1"/>
                </a:solidFill>
                <a:latin typeface="+mn-lt"/>
                <a:ea typeface="+mn-ea"/>
                <a:cs typeface="Arial" pitchFamily="34" charset="0"/>
              </a:defRPr>
            </a:lvl1pPr>
            <a:lvl2pPr marL="0" indent="0" algn="l" defTabSz="946052" rtl="0" eaLnBrk="1" latinLnBrk="0" hangingPunct="1">
              <a:lnSpc>
                <a:spcPct val="100000"/>
              </a:lnSpc>
              <a:spcBef>
                <a:spcPts val="0"/>
              </a:spcBef>
              <a:spcAft>
                <a:spcPts val="600"/>
              </a:spcAft>
              <a:buFont typeface="Arial" pitchFamily="34" charset="0"/>
              <a:buNone/>
              <a:defRPr sz="1150" b="0" kern="1200">
                <a:solidFill>
                  <a:schemeClr val="tx1"/>
                </a:solidFill>
                <a:latin typeface="+mn-lt"/>
                <a:ea typeface="+mn-ea"/>
                <a:cs typeface="Arial" pitchFamily="34" charset="0"/>
              </a:defRPr>
            </a:lvl2pPr>
            <a:lvl3pPr marL="198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3pPr>
            <a:lvl4pPr marL="396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4pPr>
            <a:lvl5pPr marL="594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baseline="0">
                <a:solidFill>
                  <a:schemeClr val="tx1"/>
                </a:solidFill>
                <a:latin typeface="+mn-lt"/>
                <a:ea typeface="+mn-ea"/>
                <a:cs typeface="Arial" pitchFamily="34" charset="0"/>
              </a:defRPr>
            </a:lvl5pPr>
            <a:lvl6pPr marL="792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6pPr>
            <a:lvl7pPr marL="990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7pPr>
            <a:lvl8pPr marL="1188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8pPr>
            <a:lvl9pPr marL="1386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9pPr>
          </a:lstStyle>
          <a:p>
            <a:r>
              <a:rPr lang="en-US" sz="3200" b="1" dirty="0"/>
              <a:t>50</a:t>
            </a:r>
            <a:endParaRPr lang="en-AU" sz="3200" dirty="0"/>
          </a:p>
        </p:txBody>
      </p:sp>
      <p:sp>
        <p:nvSpPr>
          <p:cNvPr id="7" name="Content Placeholder 7">
            <a:extLst>
              <a:ext uri="{FF2B5EF4-FFF2-40B4-BE49-F238E27FC236}">
                <a16:creationId xmlns:a16="http://schemas.microsoft.com/office/drawing/2014/main" id="{EBAD3B05-7544-0C92-D22A-3AD2D3CE8441}"/>
              </a:ext>
            </a:extLst>
          </p:cNvPr>
          <p:cNvSpPr txBox="1">
            <a:spLocks/>
          </p:cNvSpPr>
          <p:nvPr/>
        </p:nvSpPr>
        <p:spPr>
          <a:xfrm>
            <a:off x="630000" y="5618426"/>
            <a:ext cx="819476" cy="492652"/>
          </a:xfrm>
          <a:prstGeom prst="rect">
            <a:avLst/>
          </a:prstGeom>
        </p:spPr>
        <p:txBody>
          <a:bodyPr vert="horz" lIns="0" tIns="0" rIns="0" bIns="0" rtlCol="0">
            <a:noAutofit/>
          </a:bodyPr>
          <a:lstStyle>
            <a:lvl1pPr marL="0" indent="0" algn="l" defTabSz="946052" rtl="0" eaLnBrk="1" latinLnBrk="0" hangingPunct="1">
              <a:lnSpc>
                <a:spcPct val="100000"/>
              </a:lnSpc>
              <a:spcBef>
                <a:spcPts val="0"/>
              </a:spcBef>
              <a:spcAft>
                <a:spcPts val="600"/>
              </a:spcAft>
              <a:buFont typeface="Arial" pitchFamily="34" charset="0"/>
              <a:buNone/>
              <a:defRPr sz="1350" b="0" kern="1200" baseline="0">
                <a:solidFill>
                  <a:schemeClr val="tx1"/>
                </a:solidFill>
                <a:latin typeface="+mn-lt"/>
                <a:ea typeface="+mn-ea"/>
                <a:cs typeface="Arial" pitchFamily="34" charset="0"/>
              </a:defRPr>
            </a:lvl1pPr>
            <a:lvl2pPr marL="0" indent="0" algn="l" defTabSz="946052" rtl="0" eaLnBrk="1" latinLnBrk="0" hangingPunct="1">
              <a:lnSpc>
                <a:spcPct val="100000"/>
              </a:lnSpc>
              <a:spcBef>
                <a:spcPts val="0"/>
              </a:spcBef>
              <a:spcAft>
                <a:spcPts val="600"/>
              </a:spcAft>
              <a:buFont typeface="Arial" pitchFamily="34" charset="0"/>
              <a:buNone/>
              <a:defRPr sz="1150" b="0" kern="1200">
                <a:solidFill>
                  <a:schemeClr val="tx1"/>
                </a:solidFill>
                <a:latin typeface="+mn-lt"/>
                <a:ea typeface="+mn-ea"/>
                <a:cs typeface="Arial" pitchFamily="34" charset="0"/>
              </a:defRPr>
            </a:lvl2pPr>
            <a:lvl3pPr marL="198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3pPr>
            <a:lvl4pPr marL="396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4pPr>
            <a:lvl5pPr marL="594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baseline="0">
                <a:solidFill>
                  <a:schemeClr val="tx1"/>
                </a:solidFill>
                <a:latin typeface="+mn-lt"/>
                <a:ea typeface="+mn-ea"/>
                <a:cs typeface="Arial" pitchFamily="34" charset="0"/>
              </a:defRPr>
            </a:lvl5pPr>
            <a:lvl6pPr marL="792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6pPr>
            <a:lvl7pPr marL="990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7pPr>
            <a:lvl8pPr marL="1188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8pPr>
            <a:lvl9pPr marL="1386000" indent="-198000" algn="l" defTabSz="946052" rtl="0" eaLnBrk="1" latinLnBrk="0" hangingPunct="1">
              <a:lnSpc>
                <a:spcPct val="100000"/>
              </a:lnSpc>
              <a:spcBef>
                <a:spcPts val="0"/>
              </a:spcBef>
              <a:spcAft>
                <a:spcPts val="600"/>
              </a:spcAft>
              <a:buFont typeface="Calibri" panose="020F0502020204030204" pitchFamily="34" charset="0"/>
              <a:buChar char="•"/>
              <a:defRPr sz="1150" b="0" kern="1200">
                <a:solidFill>
                  <a:schemeClr val="tx1"/>
                </a:solidFill>
                <a:latin typeface="+mn-lt"/>
                <a:ea typeface="+mn-ea"/>
                <a:cs typeface="Arial" pitchFamily="34" charset="0"/>
              </a:defRPr>
            </a:lvl9pPr>
          </a:lstStyle>
          <a:p>
            <a:r>
              <a:rPr lang="en-US" sz="3200" b="1" dirty="0"/>
              <a:t>0</a:t>
            </a:r>
            <a:endParaRPr lang="en-AU" sz="3200" dirty="0"/>
          </a:p>
        </p:txBody>
      </p:sp>
    </p:spTree>
    <p:extLst>
      <p:ext uri="{BB962C8B-B14F-4D97-AF65-F5344CB8AC3E}">
        <p14:creationId xmlns:p14="http://schemas.microsoft.com/office/powerpoint/2010/main" val="3566804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6343D-2050-5E66-3DD0-6FD4DA4BBD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61BAC3-E999-2F3B-CC23-B318AFC0C1F5}"/>
              </a:ext>
            </a:extLst>
          </p:cNvPr>
          <p:cNvSpPr>
            <a:spLocks noGrp="1"/>
          </p:cNvSpPr>
          <p:nvPr>
            <p:ph type="title"/>
          </p:nvPr>
        </p:nvSpPr>
        <p:spPr>
          <a:xfrm>
            <a:off x="629999" y="472438"/>
            <a:ext cx="6761401" cy="807261"/>
          </a:xfrm>
        </p:spPr>
        <p:txBody>
          <a:bodyPr/>
          <a:lstStyle/>
          <a:p>
            <a:r>
              <a:rPr lang="en-US" sz="3200" dirty="0"/>
              <a:t>Creating webpage embeddings</a:t>
            </a:r>
            <a:endParaRPr lang="en-AU" sz="3200" dirty="0"/>
          </a:p>
        </p:txBody>
      </p:sp>
      <p:grpSp>
        <p:nvGrpSpPr>
          <p:cNvPr id="1082" name="Group 1081" hidden="1">
            <a:extLst>
              <a:ext uri="{FF2B5EF4-FFF2-40B4-BE49-F238E27FC236}">
                <a16:creationId xmlns:a16="http://schemas.microsoft.com/office/drawing/2014/main" id="{56995EA3-F290-C727-0697-04AA1AA2BDB4}"/>
              </a:ext>
            </a:extLst>
          </p:cNvPr>
          <p:cNvGrpSpPr/>
          <p:nvPr/>
        </p:nvGrpSpPr>
        <p:grpSpPr>
          <a:xfrm>
            <a:off x="4576742" y="1986822"/>
            <a:ext cx="1899505" cy="3674120"/>
            <a:chOff x="9153484" y="3973643"/>
            <a:chExt cx="3799010" cy="7348240"/>
          </a:xfrm>
        </p:grpSpPr>
        <p:pic>
          <p:nvPicPr>
            <p:cNvPr id="1063" name="Picture 10" descr="An apple: human view vs. vector view vs. knowledge graph view.">
              <a:extLst>
                <a:ext uri="{FF2B5EF4-FFF2-40B4-BE49-F238E27FC236}">
                  <a16:creationId xmlns:a16="http://schemas.microsoft.com/office/drawing/2014/main" id="{D7C8CB6C-E5EE-349D-7E97-90AC1D1E7B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476" r="72776"/>
            <a:stretch/>
          </p:blipFill>
          <p:spPr bwMode="auto">
            <a:xfrm>
              <a:off x="9153484" y="8819035"/>
              <a:ext cx="2780225" cy="2502848"/>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10" descr="An apple: human view vs. vector view vs. knowledge graph view.">
              <a:extLst>
                <a:ext uri="{FF2B5EF4-FFF2-40B4-BE49-F238E27FC236}">
                  <a16:creationId xmlns:a16="http://schemas.microsoft.com/office/drawing/2014/main" id="{E013571C-6AAF-8E00-B4BD-EF9A908274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835" t="21320" r="36294"/>
            <a:stretch/>
          </p:blipFill>
          <p:spPr bwMode="auto">
            <a:xfrm>
              <a:off x="9301465" y="3973643"/>
              <a:ext cx="2846292" cy="2678361"/>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10" descr="An apple: human view vs. vector view vs. knowledge graph view.">
              <a:extLst>
                <a:ext uri="{FF2B5EF4-FFF2-40B4-BE49-F238E27FC236}">
                  <a16:creationId xmlns:a16="http://schemas.microsoft.com/office/drawing/2014/main" id="{89A065BE-4799-77DF-0B70-6F268A7C45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3034" t="22294"/>
            <a:stretch/>
          </p:blipFill>
          <p:spPr bwMode="auto">
            <a:xfrm>
              <a:off x="9177422" y="6241619"/>
              <a:ext cx="3775072" cy="2645195"/>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Graphic 1" descr="Document with solid fill">
            <a:extLst>
              <a:ext uri="{FF2B5EF4-FFF2-40B4-BE49-F238E27FC236}">
                <a16:creationId xmlns:a16="http://schemas.microsoft.com/office/drawing/2014/main" id="{6899F68C-2EF8-72CD-E6AF-A4FC41931B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5507" y="2308727"/>
            <a:ext cx="2386130" cy="2386130"/>
          </a:xfrm>
          <a:prstGeom prst="rect">
            <a:avLst/>
          </a:prstGeom>
        </p:spPr>
      </p:pic>
      <p:sp>
        <p:nvSpPr>
          <p:cNvPr id="4" name="TextBox 3">
            <a:extLst>
              <a:ext uri="{FF2B5EF4-FFF2-40B4-BE49-F238E27FC236}">
                <a16:creationId xmlns:a16="http://schemas.microsoft.com/office/drawing/2014/main" id="{7C4111A6-30A4-4EF2-DF49-D9DDE8ECB53C}"/>
              </a:ext>
            </a:extLst>
          </p:cNvPr>
          <p:cNvSpPr txBox="1"/>
          <p:nvPr/>
        </p:nvSpPr>
        <p:spPr>
          <a:xfrm>
            <a:off x="103658" y="4551691"/>
            <a:ext cx="2383471" cy="646331"/>
          </a:xfrm>
          <a:prstGeom prst="rect">
            <a:avLst/>
          </a:prstGeom>
          <a:noFill/>
        </p:spPr>
        <p:txBody>
          <a:bodyPr wrap="square" rtlCol="0">
            <a:spAutoFit/>
          </a:bodyPr>
          <a:lstStyle/>
          <a:p>
            <a:pPr algn="ctr"/>
            <a:r>
              <a:rPr lang="en-AU" b="1" dirty="0">
                <a:solidFill>
                  <a:schemeClr val="accent1">
                    <a:lumMod val="60000"/>
                    <a:lumOff val="40000"/>
                  </a:schemeClr>
                </a:solidFill>
                <a:latin typeface="+mj-lt"/>
              </a:rPr>
              <a:t>Easily ‘</a:t>
            </a:r>
            <a:r>
              <a:rPr lang="en-AU" b="1" dirty="0" err="1">
                <a:solidFill>
                  <a:schemeClr val="accent1">
                    <a:lumMod val="60000"/>
                    <a:lumOff val="40000"/>
                  </a:schemeClr>
                </a:solidFill>
                <a:latin typeface="+mj-lt"/>
              </a:rPr>
              <a:t>chunkable</a:t>
            </a:r>
            <a:r>
              <a:rPr lang="en-AU" b="1" dirty="0">
                <a:solidFill>
                  <a:schemeClr val="accent1">
                    <a:lumMod val="60000"/>
                    <a:lumOff val="40000"/>
                  </a:schemeClr>
                </a:solidFill>
                <a:latin typeface="+mj-lt"/>
              </a:rPr>
              <a:t>’ webpage</a:t>
            </a:r>
          </a:p>
        </p:txBody>
      </p:sp>
      <p:sp>
        <p:nvSpPr>
          <p:cNvPr id="7" name="Title 24">
            <a:extLst>
              <a:ext uri="{FF2B5EF4-FFF2-40B4-BE49-F238E27FC236}">
                <a16:creationId xmlns:a16="http://schemas.microsoft.com/office/drawing/2014/main" id="{76F9217D-B504-AAB2-9CB2-0F9974695DC5}"/>
              </a:ext>
            </a:extLst>
          </p:cNvPr>
          <p:cNvSpPr txBox="1">
            <a:spLocks/>
          </p:cNvSpPr>
          <p:nvPr/>
        </p:nvSpPr>
        <p:spPr>
          <a:xfrm>
            <a:off x="4011232" y="4297138"/>
            <a:ext cx="1654424" cy="634828"/>
          </a:xfrm>
          <a:prstGeom prst="rect">
            <a:avLst/>
          </a:prstGeom>
        </p:spPr>
        <p:txBody>
          <a:bodyPr vert="horz" lIns="0" tIns="0" rIns="0" bIns="0" rtlCol="0" anchor="b">
            <a:noAutofit/>
          </a:bodyPr>
          <a:lstStyle>
            <a:lvl1pPr algn="l" defTabSz="1892104" rtl="0" eaLnBrk="1" latinLnBrk="0" hangingPunct="1">
              <a:lnSpc>
                <a:spcPct val="100000"/>
              </a:lnSpc>
              <a:spcBef>
                <a:spcPct val="0"/>
              </a:spcBef>
              <a:buNone/>
              <a:defRPr sz="5600" b="1" kern="1200">
                <a:solidFill>
                  <a:schemeClr val="tx1"/>
                </a:solidFill>
                <a:latin typeface="+mj-lt"/>
                <a:ea typeface="+mj-ea"/>
                <a:cs typeface="Arial" pitchFamily="34" charset="0"/>
              </a:defRPr>
            </a:lvl1pPr>
          </a:lstStyle>
          <a:p>
            <a:pPr algn="ctr"/>
            <a:r>
              <a:rPr lang="en-AU" sz="1800" dirty="0">
                <a:solidFill>
                  <a:schemeClr val="accent1">
                    <a:lumMod val="60000"/>
                    <a:lumOff val="40000"/>
                  </a:schemeClr>
                </a:solidFill>
              </a:rPr>
              <a:t>Embedding model</a:t>
            </a:r>
          </a:p>
        </p:txBody>
      </p:sp>
      <p:sp>
        <p:nvSpPr>
          <p:cNvPr id="8" name="Rectangle 7">
            <a:extLst>
              <a:ext uri="{FF2B5EF4-FFF2-40B4-BE49-F238E27FC236}">
                <a16:creationId xmlns:a16="http://schemas.microsoft.com/office/drawing/2014/main" id="{5590BD73-2F70-75FC-81C2-FAD1B11FFDC3}"/>
              </a:ext>
            </a:extLst>
          </p:cNvPr>
          <p:cNvSpPr/>
          <p:nvPr/>
        </p:nvSpPr>
        <p:spPr>
          <a:xfrm>
            <a:off x="891540" y="3217600"/>
            <a:ext cx="373380" cy="1304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9" name="Rectangle 8">
            <a:extLst>
              <a:ext uri="{FF2B5EF4-FFF2-40B4-BE49-F238E27FC236}">
                <a16:creationId xmlns:a16="http://schemas.microsoft.com/office/drawing/2014/main" id="{09BB2C4E-92A3-2A1B-A4A5-AF3917FA3C44}"/>
              </a:ext>
            </a:extLst>
          </p:cNvPr>
          <p:cNvSpPr/>
          <p:nvPr/>
        </p:nvSpPr>
        <p:spPr>
          <a:xfrm>
            <a:off x="891540" y="3412692"/>
            <a:ext cx="975360" cy="1304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10" name="Rectangle 9">
            <a:extLst>
              <a:ext uri="{FF2B5EF4-FFF2-40B4-BE49-F238E27FC236}">
                <a16:creationId xmlns:a16="http://schemas.microsoft.com/office/drawing/2014/main" id="{DC1B4E2F-B6DE-1C94-14D0-696F17258923}"/>
              </a:ext>
            </a:extLst>
          </p:cNvPr>
          <p:cNvSpPr/>
          <p:nvPr/>
        </p:nvSpPr>
        <p:spPr>
          <a:xfrm>
            <a:off x="891540" y="3617189"/>
            <a:ext cx="975360" cy="1304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11" name="Rectangle 10">
            <a:extLst>
              <a:ext uri="{FF2B5EF4-FFF2-40B4-BE49-F238E27FC236}">
                <a16:creationId xmlns:a16="http://schemas.microsoft.com/office/drawing/2014/main" id="{AC643765-E906-38E2-B345-8CD6AE8B8A24}"/>
              </a:ext>
            </a:extLst>
          </p:cNvPr>
          <p:cNvSpPr/>
          <p:nvPr/>
        </p:nvSpPr>
        <p:spPr>
          <a:xfrm>
            <a:off x="891540" y="3793471"/>
            <a:ext cx="975360" cy="130437"/>
          </a:xfrm>
          <a:prstGeom prst="rect">
            <a:avLst/>
          </a:prstGeom>
          <a:solidFill>
            <a:schemeClr val="accent6">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12" name="Rectangle 11">
            <a:extLst>
              <a:ext uri="{FF2B5EF4-FFF2-40B4-BE49-F238E27FC236}">
                <a16:creationId xmlns:a16="http://schemas.microsoft.com/office/drawing/2014/main" id="{49042ED0-7D23-E41C-A369-77B3EB3AC646}"/>
              </a:ext>
            </a:extLst>
          </p:cNvPr>
          <p:cNvSpPr/>
          <p:nvPr/>
        </p:nvSpPr>
        <p:spPr>
          <a:xfrm>
            <a:off x="891540" y="3992702"/>
            <a:ext cx="975360" cy="13043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1" name="Rectangle 20">
            <a:extLst>
              <a:ext uri="{FF2B5EF4-FFF2-40B4-BE49-F238E27FC236}">
                <a16:creationId xmlns:a16="http://schemas.microsoft.com/office/drawing/2014/main" id="{6472FD22-2096-CCB3-5648-D5E864BDC989}"/>
              </a:ext>
            </a:extLst>
          </p:cNvPr>
          <p:cNvSpPr/>
          <p:nvPr/>
        </p:nvSpPr>
        <p:spPr>
          <a:xfrm>
            <a:off x="2908619" y="2950433"/>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3" name="Rectangle 22">
            <a:extLst>
              <a:ext uri="{FF2B5EF4-FFF2-40B4-BE49-F238E27FC236}">
                <a16:creationId xmlns:a16="http://schemas.microsoft.com/office/drawing/2014/main" id="{09CC855F-D189-3A2F-3189-0CFC4DA1081D}"/>
              </a:ext>
            </a:extLst>
          </p:cNvPr>
          <p:cNvSpPr/>
          <p:nvPr/>
        </p:nvSpPr>
        <p:spPr>
          <a:xfrm>
            <a:off x="2895419" y="2310039"/>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4" name="Rectangle 23">
            <a:extLst>
              <a:ext uri="{FF2B5EF4-FFF2-40B4-BE49-F238E27FC236}">
                <a16:creationId xmlns:a16="http://schemas.microsoft.com/office/drawing/2014/main" id="{C27FED39-BF52-D2A5-326D-5A50FB3BCC08}"/>
              </a:ext>
            </a:extLst>
          </p:cNvPr>
          <p:cNvSpPr/>
          <p:nvPr/>
        </p:nvSpPr>
        <p:spPr>
          <a:xfrm>
            <a:off x="2895419" y="3519285"/>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5" name="Rectangle 24">
            <a:extLst>
              <a:ext uri="{FF2B5EF4-FFF2-40B4-BE49-F238E27FC236}">
                <a16:creationId xmlns:a16="http://schemas.microsoft.com/office/drawing/2014/main" id="{DAB4EC9A-BA8F-CEC3-19AE-703B6295E7E4}"/>
              </a:ext>
            </a:extLst>
          </p:cNvPr>
          <p:cNvSpPr/>
          <p:nvPr/>
        </p:nvSpPr>
        <p:spPr>
          <a:xfrm>
            <a:off x="2895419" y="4070297"/>
            <a:ext cx="360000" cy="360000"/>
          </a:xfrm>
          <a:prstGeom prst="rect">
            <a:avLst/>
          </a:prstGeom>
          <a:solidFill>
            <a:schemeClr val="accent6">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8" name="Rectangle 27">
            <a:extLst>
              <a:ext uri="{FF2B5EF4-FFF2-40B4-BE49-F238E27FC236}">
                <a16:creationId xmlns:a16="http://schemas.microsoft.com/office/drawing/2014/main" id="{B4A25597-C180-FD4D-661D-67D0C95CF683}"/>
              </a:ext>
            </a:extLst>
          </p:cNvPr>
          <p:cNvSpPr/>
          <p:nvPr/>
        </p:nvSpPr>
        <p:spPr>
          <a:xfrm>
            <a:off x="2895419" y="4671735"/>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cxnSp>
        <p:nvCxnSpPr>
          <p:cNvPr id="32" name="Straight Arrow Connector 31">
            <a:extLst>
              <a:ext uri="{FF2B5EF4-FFF2-40B4-BE49-F238E27FC236}">
                <a16:creationId xmlns:a16="http://schemas.microsoft.com/office/drawing/2014/main" id="{4145B145-046C-46E9-6A48-429E0F55AC1E}"/>
              </a:ext>
            </a:extLst>
          </p:cNvPr>
          <p:cNvCxnSpPr>
            <a:endCxn id="23" idx="1"/>
          </p:cNvCxnSpPr>
          <p:nvPr/>
        </p:nvCxnSpPr>
        <p:spPr>
          <a:xfrm flipV="1">
            <a:off x="2057400" y="2490039"/>
            <a:ext cx="838019" cy="119236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AB888EE-4D84-D4EF-60EC-5AB3DE5093CF}"/>
              </a:ext>
            </a:extLst>
          </p:cNvPr>
          <p:cNvCxnSpPr>
            <a:cxnSpLocks/>
            <a:endCxn id="21" idx="1"/>
          </p:cNvCxnSpPr>
          <p:nvPr/>
        </p:nvCxnSpPr>
        <p:spPr>
          <a:xfrm flipV="1">
            <a:off x="2031273" y="3130433"/>
            <a:ext cx="877346" cy="568634"/>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BD97D221-FB1C-509E-0883-DEA5EE6A0DC2}"/>
              </a:ext>
            </a:extLst>
          </p:cNvPr>
          <p:cNvCxnSpPr>
            <a:cxnSpLocks/>
            <a:endCxn id="24" idx="1"/>
          </p:cNvCxnSpPr>
          <p:nvPr/>
        </p:nvCxnSpPr>
        <p:spPr>
          <a:xfrm flipV="1">
            <a:off x="2078840" y="3699285"/>
            <a:ext cx="816579" cy="48341"/>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8FF45A2-C718-C0A6-E532-EB85662CB8E1}"/>
              </a:ext>
            </a:extLst>
          </p:cNvPr>
          <p:cNvCxnSpPr>
            <a:cxnSpLocks/>
            <a:endCxn id="25" idx="1"/>
          </p:cNvCxnSpPr>
          <p:nvPr/>
        </p:nvCxnSpPr>
        <p:spPr>
          <a:xfrm>
            <a:off x="2078840" y="3723455"/>
            <a:ext cx="816579" cy="526842"/>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D343FCD-63DB-EA4A-92ED-A1EAFC8A5817}"/>
              </a:ext>
            </a:extLst>
          </p:cNvPr>
          <p:cNvCxnSpPr>
            <a:cxnSpLocks/>
            <a:endCxn id="28" idx="1"/>
          </p:cNvCxnSpPr>
          <p:nvPr/>
        </p:nvCxnSpPr>
        <p:spPr>
          <a:xfrm>
            <a:off x="2090221" y="3694767"/>
            <a:ext cx="805198" cy="115696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86CF617-C8A3-055E-16A0-04AA36BF5C5B}"/>
              </a:ext>
            </a:extLst>
          </p:cNvPr>
          <p:cNvCxnSpPr>
            <a:cxnSpLocks/>
            <a:stCxn id="23" idx="3"/>
          </p:cNvCxnSpPr>
          <p:nvPr/>
        </p:nvCxnSpPr>
        <p:spPr>
          <a:xfrm>
            <a:off x="3255419" y="2490039"/>
            <a:ext cx="1055232" cy="907767"/>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6C925CAC-0113-08EA-D704-15802442686F}"/>
              </a:ext>
            </a:extLst>
          </p:cNvPr>
          <p:cNvCxnSpPr>
            <a:cxnSpLocks/>
            <a:stCxn id="21" idx="3"/>
          </p:cNvCxnSpPr>
          <p:nvPr/>
        </p:nvCxnSpPr>
        <p:spPr>
          <a:xfrm>
            <a:off x="3268619" y="3130433"/>
            <a:ext cx="978342" cy="43142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7B724B16-E0F1-5DF2-4311-3E91AD5B178B}"/>
              </a:ext>
            </a:extLst>
          </p:cNvPr>
          <p:cNvCxnSpPr>
            <a:cxnSpLocks/>
            <a:stCxn id="24" idx="3"/>
          </p:cNvCxnSpPr>
          <p:nvPr/>
        </p:nvCxnSpPr>
        <p:spPr>
          <a:xfrm flipV="1">
            <a:off x="3255419" y="3694767"/>
            <a:ext cx="930924" cy="451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F427882-B43A-3663-72D4-996B7446B15F}"/>
              </a:ext>
            </a:extLst>
          </p:cNvPr>
          <p:cNvCxnSpPr>
            <a:cxnSpLocks/>
            <a:stCxn id="25" idx="3"/>
          </p:cNvCxnSpPr>
          <p:nvPr/>
        </p:nvCxnSpPr>
        <p:spPr>
          <a:xfrm flipV="1">
            <a:off x="3255419" y="3950705"/>
            <a:ext cx="991542" cy="299592"/>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BF73D6A-A85B-B1BE-9425-AEBAC04254C9}"/>
              </a:ext>
            </a:extLst>
          </p:cNvPr>
          <p:cNvCxnSpPr>
            <a:cxnSpLocks/>
            <a:stCxn id="28" idx="3"/>
          </p:cNvCxnSpPr>
          <p:nvPr/>
        </p:nvCxnSpPr>
        <p:spPr>
          <a:xfrm flipV="1">
            <a:off x="3255419" y="4232567"/>
            <a:ext cx="1102907" cy="61916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6" name="TextBox 1035">
            <a:extLst>
              <a:ext uri="{FF2B5EF4-FFF2-40B4-BE49-F238E27FC236}">
                <a16:creationId xmlns:a16="http://schemas.microsoft.com/office/drawing/2014/main" id="{FB52DDA7-491A-A456-23C6-714C77D2077B}"/>
              </a:ext>
            </a:extLst>
          </p:cNvPr>
          <p:cNvSpPr txBox="1"/>
          <p:nvPr/>
        </p:nvSpPr>
        <p:spPr>
          <a:xfrm>
            <a:off x="1860903" y="5137974"/>
            <a:ext cx="2383471" cy="369332"/>
          </a:xfrm>
          <a:prstGeom prst="rect">
            <a:avLst/>
          </a:prstGeom>
          <a:noFill/>
        </p:spPr>
        <p:txBody>
          <a:bodyPr wrap="square" rtlCol="0">
            <a:spAutoFit/>
          </a:bodyPr>
          <a:lstStyle/>
          <a:p>
            <a:pPr algn="ctr"/>
            <a:r>
              <a:rPr lang="en-AU" b="1" dirty="0">
                <a:solidFill>
                  <a:schemeClr val="accent1">
                    <a:lumMod val="60000"/>
                    <a:lumOff val="40000"/>
                  </a:schemeClr>
                </a:solidFill>
                <a:latin typeface="+mj-lt"/>
              </a:rPr>
              <a:t>~10 CHUNKS</a:t>
            </a:r>
          </a:p>
        </p:txBody>
      </p:sp>
      <p:pic>
        <p:nvPicPr>
          <p:cNvPr id="1055" name="Graphic 1054" descr="Binary with solid fill">
            <a:extLst>
              <a:ext uri="{FF2B5EF4-FFF2-40B4-BE49-F238E27FC236}">
                <a16:creationId xmlns:a16="http://schemas.microsoft.com/office/drawing/2014/main" id="{E2DCA1EE-B82E-15A6-BC21-B172FA6820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58219" y="3508544"/>
            <a:ext cx="593019" cy="593019"/>
          </a:xfrm>
          <a:prstGeom prst="rect">
            <a:avLst/>
          </a:prstGeom>
        </p:spPr>
      </p:pic>
      <p:pic>
        <p:nvPicPr>
          <p:cNvPr id="1056" name="Graphic 1055" descr="Binary with solid fill">
            <a:extLst>
              <a:ext uri="{FF2B5EF4-FFF2-40B4-BE49-F238E27FC236}">
                <a16:creationId xmlns:a16="http://schemas.microsoft.com/office/drawing/2014/main" id="{B462A7D4-F04A-CBE8-EDA9-BDBF6816F4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65950" y="3512285"/>
            <a:ext cx="593019" cy="593019"/>
          </a:xfrm>
          <a:prstGeom prst="rect">
            <a:avLst/>
          </a:prstGeom>
        </p:spPr>
      </p:pic>
      <p:pic>
        <p:nvPicPr>
          <p:cNvPr id="1057" name="Graphic 1056" descr="Binary with solid fill">
            <a:extLst>
              <a:ext uri="{FF2B5EF4-FFF2-40B4-BE49-F238E27FC236}">
                <a16:creationId xmlns:a16="http://schemas.microsoft.com/office/drawing/2014/main" id="{FF9BD1D9-B616-A1AD-F3EF-323F3EF6735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77005" y="3522202"/>
            <a:ext cx="593019" cy="593019"/>
          </a:xfrm>
          <a:prstGeom prst="rect">
            <a:avLst/>
          </a:prstGeom>
        </p:spPr>
      </p:pic>
      <p:pic>
        <p:nvPicPr>
          <p:cNvPr id="1038" name="Graphic 1037" descr="Database with solid fill">
            <a:extLst>
              <a:ext uri="{FF2B5EF4-FFF2-40B4-BE49-F238E27FC236}">
                <a16:creationId xmlns:a16="http://schemas.microsoft.com/office/drawing/2014/main" id="{83CF0B54-F73D-A417-4EC8-C512C6AFDB7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10335" y="3130433"/>
            <a:ext cx="1342171" cy="1342171"/>
          </a:xfrm>
          <a:prstGeom prst="rect">
            <a:avLst/>
          </a:prstGeom>
        </p:spPr>
      </p:pic>
      <p:pic>
        <p:nvPicPr>
          <p:cNvPr id="6" name="Graphic 5" descr="Box with solid fill">
            <a:extLst>
              <a:ext uri="{FF2B5EF4-FFF2-40B4-BE49-F238E27FC236}">
                <a16:creationId xmlns:a16="http://schemas.microsoft.com/office/drawing/2014/main" id="{36F87753-9EAF-B313-C2C1-546133C2404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06511" y="3022964"/>
            <a:ext cx="1342171" cy="1449324"/>
          </a:xfrm>
          <a:prstGeom prst="rect">
            <a:avLst/>
          </a:prstGeom>
        </p:spPr>
      </p:pic>
      <p:sp>
        <p:nvSpPr>
          <p:cNvPr id="5" name="Title 24">
            <a:extLst>
              <a:ext uri="{FF2B5EF4-FFF2-40B4-BE49-F238E27FC236}">
                <a16:creationId xmlns:a16="http://schemas.microsoft.com/office/drawing/2014/main" id="{CF09705C-7184-22E9-6ECB-2ADC9388DB85}"/>
              </a:ext>
            </a:extLst>
          </p:cNvPr>
          <p:cNvSpPr txBox="1">
            <a:spLocks/>
          </p:cNvSpPr>
          <p:nvPr/>
        </p:nvSpPr>
        <p:spPr>
          <a:xfrm>
            <a:off x="6172425" y="4297138"/>
            <a:ext cx="1654424" cy="634828"/>
          </a:xfrm>
          <a:prstGeom prst="rect">
            <a:avLst/>
          </a:prstGeom>
        </p:spPr>
        <p:txBody>
          <a:bodyPr vert="horz" lIns="0" tIns="0" rIns="0" bIns="0" rtlCol="0" anchor="ctr">
            <a:noAutofit/>
          </a:bodyPr>
          <a:lstStyle>
            <a:lvl1pPr algn="l" defTabSz="1892104" rtl="0" eaLnBrk="1" latinLnBrk="0" hangingPunct="1">
              <a:lnSpc>
                <a:spcPct val="100000"/>
              </a:lnSpc>
              <a:spcBef>
                <a:spcPct val="0"/>
              </a:spcBef>
              <a:buNone/>
              <a:defRPr sz="5600" b="1" kern="1200">
                <a:solidFill>
                  <a:schemeClr val="tx1"/>
                </a:solidFill>
                <a:latin typeface="+mj-lt"/>
                <a:ea typeface="+mj-ea"/>
                <a:cs typeface="Arial" pitchFamily="34" charset="0"/>
              </a:defRPr>
            </a:lvl1pPr>
          </a:lstStyle>
          <a:p>
            <a:pPr algn="ctr"/>
            <a:r>
              <a:rPr lang="en-AU" sz="1800" dirty="0">
                <a:solidFill>
                  <a:schemeClr val="accent1">
                    <a:lumMod val="60000"/>
                    <a:lumOff val="40000"/>
                  </a:schemeClr>
                </a:solidFill>
              </a:rPr>
              <a:t>Vector store</a:t>
            </a:r>
          </a:p>
        </p:txBody>
      </p:sp>
      <p:sp>
        <p:nvSpPr>
          <p:cNvPr id="15" name="Title 24">
            <a:extLst>
              <a:ext uri="{FF2B5EF4-FFF2-40B4-BE49-F238E27FC236}">
                <a16:creationId xmlns:a16="http://schemas.microsoft.com/office/drawing/2014/main" id="{564D2962-86B8-D3F3-170A-8407CAE0183A}"/>
              </a:ext>
            </a:extLst>
          </p:cNvPr>
          <p:cNvSpPr txBox="1">
            <a:spLocks/>
          </p:cNvSpPr>
          <p:nvPr/>
        </p:nvSpPr>
        <p:spPr>
          <a:xfrm>
            <a:off x="5437332" y="3227905"/>
            <a:ext cx="850253" cy="304093"/>
          </a:xfrm>
          <a:prstGeom prst="rect">
            <a:avLst/>
          </a:prstGeom>
        </p:spPr>
        <p:txBody>
          <a:bodyPr vert="horz" lIns="0" tIns="0" rIns="0" bIns="0" rtlCol="0" anchor="ctr">
            <a:noAutofit/>
          </a:bodyPr>
          <a:lstStyle>
            <a:lvl1pPr algn="l" defTabSz="1892104" rtl="0" eaLnBrk="1" latinLnBrk="0" hangingPunct="1">
              <a:lnSpc>
                <a:spcPct val="100000"/>
              </a:lnSpc>
              <a:spcBef>
                <a:spcPct val="0"/>
              </a:spcBef>
              <a:buNone/>
              <a:defRPr sz="5600" b="1" kern="1200">
                <a:solidFill>
                  <a:schemeClr val="tx1"/>
                </a:solidFill>
                <a:latin typeface="+mj-lt"/>
                <a:ea typeface="+mj-ea"/>
                <a:cs typeface="Arial" pitchFamily="34" charset="0"/>
              </a:defRPr>
            </a:lvl1pPr>
          </a:lstStyle>
          <a:p>
            <a:pPr algn="ctr"/>
            <a:r>
              <a:rPr lang="en-AU" sz="1800" dirty="0">
                <a:solidFill>
                  <a:schemeClr val="accent3"/>
                </a:solidFill>
              </a:rPr>
              <a:t>[3,8]</a:t>
            </a:r>
          </a:p>
        </p:txBody>
      </p:sp>
      <p:sp>
        <p:nvSpPr>
          <p:cNvPr id="16" name="Title 24">
            <a:extLst>
              <a:ext uri="{FF2B5EF4-FFF2-40B4-BE49-F238E27FC236}">
                <a16:creationId xmlns:a16="http://schemas.microsoft.com/office/drawing/2014/main" id="{3806268F-0FC3-5772-52E2-65ACD78F8868}"/>
              </a:ext>
            </a:extLst>
          </p:cNvPr>
          <p:cNvSpPr txBox="1">
            <a:spLocks/>
          </p:cNvSpPr>
          <p:nvPr/>
        </p:nvSpPr>
        <p:spPr>
          <a:xfrm>
            <a:off x="5461379" y="4059918"/>
            <a:ext cx="850253" cy="341908"/>
          </a:xfrm>
          <a:prstGeom prst="rect">
            <a:avLst/>
          </a:prstGeom>
        </p:spPr>
        <p:txBody>
          <a:bodyPr vert="horz" lIns="0" tIns="0" rIns="0" bIns="0" rtlCol="0" anchor="ctr">
            <a:noAutofit/>
          </a:bodyPr>
          <a:lstStyle>
            <a:lvl1pPr algn="l" defTabSz="1892104" rtl="0" eaLnBrk="1" latinLnBrk="0" hangingPunct="1">
              <a:lnSpc>
                <a:spcPct val="100000"/>
              </a:lnSpc>
              <a:spcBef>
                <a:spcPct val="0"/>
              </a:spcBef>
              <a:buNone/>
              <a:defRPr sz="5600" b="1" kern="1200">
                <a:solidFill>
                  <a:schemeClr val="tx1"/>
                </a:solidFill>
                <a:latin typeface="+mj-lt"/>
                <a:ea typeface="+mj-ea"/>
                <a:cs typeface="Arial" pitchFamily="34" charset="0"/>
              </a:defRPr>
            </a:lvl1pPr>
          </a:lstStyle>
          <a:p>
            <a:pPr algn="ctr"/>
            <a:r>
              <a:rPr lang="en-AU" sz="1800" dirty="0">
                <a:solidFill>
                  <a:schemeClr val="accent5"/>
                </a:solidFill>
              </a:rPr>
              <a:t>[7,2]</a:t>
            </a:r>
          </a:p>
        </p:txBody>
      </p:sp>
      <p:graphicFrame>
        <p:nvGraphicFramePr>
          <p:cNvPr id="36" name="Chart 35">
            <a:extLst>
              <a:ext uri="{FF2B5EF4-FFF2-40B4-BE49-F238E27FC236}">
                <a16:creationId xmlns:a16="http://schemas.microsoft.com/office/drawing/2014/main" id="{39C937F8-96E0-E0B3-EBF8-64DFEE63D116}"/>
              </a:ext>
            </a:extLst>
          </p:cNvPr>
          <p:cNvGraphicFramePr/>
          <p:nvPr/>
        </p:nvGraphicFramePr>
        <p:xfrm>
          <a:off x="8162975" y="2158739"/>
          <a:ext cx="3336599" cy="2916900"/>
        </p:xfrm>
        <a:graphic>
          <a:graphicData uri="http://schemas.openxmlformats.org/drawingml/2006/chart">
            <c:chart xmlns:c="http://schemas.openxmlformats.org/drawingml/2006/chart" xmlns:r="http://schemas.openxmlformats.org/officeDocument/2006/relationships" r:id="rId10"/>
          </a:graphicData>
        </a:graphic>
      </p:graphicFrame>
      <p:sp>
        <p:nvSpPr>
          <p:cNvPr id="38" name="Oval 37">
            <a:extLst>
              <a:ext uri="{FF2B5EF4-FFF2-40B4-BE49-F238E27FC236}">
                <a16:creationId xmlns:a16="http://schemas.microsoft.com/office/drawing/2014/main" id="{16CFDBF9-324B-4151-B9CD-4E6874CC12FD}"/>
              </a:ext>
            </a:extLst>
          </p:cNvPr>
          <p:cNvSpPr/>
          <p:nvPr/>
        </p:nvSpPr>
        <p:spPr>
          <a:xfrm>
            <a:off x="9450861" y="2484031"/>
            <a:ext cx="198120" cy="1981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dirty="0">
              <a:solidFill>
                <a:schemeClr val="tx1"/>
              </a:solidFill>
            </a:endParaRPr>
          </a:p>
        </p:txBody>
      </p:sp>
      <p:sp>
        <p:nvSpPr>
          <p:cNvPr id="43" name="Oval 42">
            <a:extLst>
              <a:ext uri="{FF2B5EF4-FFF2-40B4-BE49-F238E27FC236}">
                <a16:creationId xmlns:a16="http://schemas.microsoft.com/office/drawing/2014/main" id="{3F0C9001-38A3-CE51-AA1C-48DCDC92E372}"/>
              </a:ext>
            </a:extLst>
          </p:cNvPr>
          <p:cNvSpPr/>
          <p:nvPr/>
        </p:nvSpPr>
        <p:spPr>
          <a:xfrm>
            <a:off x="10868181" y="4064473"/>
            <a:ext cx="198120" cy="1981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dirty="0">
              <a:solidFill>
                <a:schemeClr val="tx1"/>
              </a:solidFill>
            </a:endParaRPr>
          </a:p>
        </p:txBody>
      </p:sp>
      <p:sp>
        <p:nvSpPr>
          <p:cNvPr id="46" name="Title 24">
            <a:extLst>
              <a:ext uri="{FF2B5EF4-FFF2-40B4-BE49-F238E27FC236}">
                <a16:creationId xmlns:a16="http://schemas.microsoft.com/office/drawing/2014/main" id="{A26BF7CF-4B20-A8CD-BE83-593609682C36}"/>
              </a:ext>
            </a:extLst>
          </p:cNvPr>
          <p:cNvSpPr txBox="1">
            <a:spLocks/>
          </p:cNvSpPr>
          <p:nvPr/>
        </p:nvSpPr>
        <p:spPr>
          <a:xfrm>
            <a:off x="9004062" y="1686557"/>
            <a:ext cx="1654424" cy="634828"/>
          </a:xfrm>
          <a:prstGeom prst="rect">
            <a:avLst/>
          </a:prstGeom>
        </p:spPr>
        <p:txBody>
          <a:bodyPr vert="horz" lIns="0" tIns="0" rIns="0" bIns="0" rtlCol="0" anchor="ctr">
            <a:noAutofit/>
          </a:bodyPr>
          <a:lstStyle>
            <a:lvl1pPr algn="l" defTabSz="1892104" rtl="0" eaLnBrk="1" latinLnBrk="0" hangingPunct="1">
              <a:lnSpc>
                <a:spcPct val="100000"/>
              </a:lnSpc>
              <a:spcBef>
                <a:spcPct val="0"/>
              </a:spcBef>
              <a:buNone/>
              <a:defRPr sz="5600" b="1" kern="1200">
                <a:solidFill>
                  <a:schemeClr val="tx1"/>
                </a:solidFill>
                <a:latin typeface="+mj-lt"/>
                <a:ea typeface="+mj-ea"/>
                <a:cs typeface="Arial" pitchFamily="34" charset="0"/>
              </a:defRPr>
            </a:lvl1pPr>
          </a:lstStyle>
          <a:p>
            <a:pPr algn="ctr"/>
            <a:r>
              <a:rPr lang="en-AU" sz="1800" dirty="0">
                <a:solidFill>
                  <a:schemeClr val="accent1">
                    <a:lumMod val="60000"/>
                    <a:lumOff val="40000"/>
                  </a:schemeClr>
                </a:solidFill>
              </a:rPr>
              <a:t>Vector store</a:t>
            </a:r>
          </a:p>
        </p:txBody>
      </p:sp>
    </p:spTree>
    <p:extLst>
      <p:ext uri="{BB962C8B-B14F-4D97-AF65-F5344CB8AC3E}">
        <p14:creationId xmlns:p14="http://schemas.microsoft.com/office/powerpoint/2010/main" val="41967049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8D84-F360-76EE-D304-DD7B157AADB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F0796C9-4561-8E91-F91B-BFA6E9802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398" y="0"/>
            <a:ext cx="10403204" cy="6858000"/>
          </a:xfrm>
          <a:prstGeom prst="rect">
            <a:avLst/>
          </a:prstGeom>
        </p:spPr>
      </p:pic>
      <p:sp>
        <p:nvSpPr>
          <p:cNvPr id="7" name="Rectangle 6">
            <a:extLst>
              <a:ext uri="{FF2B5EF4-FFF2-40B4-BE49-F238E27FC236}">
                <a16:creationId xmlns:a16="http://schemas.microsoft.com/office/drawing/2014/main" id="{DB722E88-80CA-BB8B-E667-0144FA655362}"/>
              </a:ext>
            </a:extLst>
          </p:cNvPr>
          <p:cNvSpPr/>
          <p:nvPr/>
        </p:nvSpPr>
        <p:spPr>
          <a:xfrm>
            <a:off x="424206" y="6099142"/>
            <a:ext cx="697584" cy="7588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Tree>
    <p:extLst>
      <p:ext uri="{BB962C8B-B14F-4D97-AF65-F5344CB8AC3E}">
        <p14:creationId xmlns:p14="http://schemas.microsoft.com/office/powerpoint/2010/main" val="9462668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DE81B-AA7B-FAC3-2D08-7AAC1A0218C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6FC1888-77F4-8E5F-4B92-B168C3CD04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6246" y="0"/>
            <a:ext cx="8100419" cy="6858000"/>
          </a:xfrm>
          <a:prstGeom prst="rect">
            <a:avLst/>
          </a:prstGeom>
        </p:spPr>
      </p:pic>
    </p:spTree>
    <p:extLst>
      <p:ext uri="{BB962C8B-B14F-4D97-AF65-F5344CB8AC3E}">
        <p14:creationId xmlns:p14="http://schemas.microsoft.com/office/powerpoint/2010/main" val="41979720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5486400" cy="274320"/>
          </a:xfrm>
          <a:prstGeom prst="rect">
            <a:avLst/>
          </a:prstGeom>
          <a:noFill/>
          <a:ln/>
        </p:spPr>
        <p:txBody>
          <a:bodyPr wrap="square" lIns="0" tIns="0" rIns="0" bIns="0" rtlCol="0" anchor="ctr"/>
          <a:lstStyle/>
          <a:p>
            <a:pPr marL="0" indent="0">
              <a:buNone/>
            </a:pPr>
            <a:r>
              <a:rPr lang="en-US" sz="1300" b="1" kern="0" spc="300" dirty="0">
                <a:solidFill>
                  <a:srgbClr val="8B8C56"/>
                </a:solidFill>
                <a:latin typeface="Arial" pitchFamily="34" charset="0"/>
                <a:ea typeface="Arial" pitchFamily="34" charset="-122"/>
                <a:cs typeface="Arial" pitchFamily="34" charset="-120"/>
              </a:rPr>
              <a:t>STAGES 7 – 9</a:t>
            </a:r>
            <a:endParaRPr lang="en-US" sz="1300" dirty="0"/>
          </a:p>
        </p:txBody>
      </p:sp>
      <p:sp>
        <p:nvSpPr>
          <p:cNvPr id="3" name="Text 1"/>
          <p:cNvSpPr/>
          <p:nvPr/>
        </p:nvSpPr>
        <p:spPr>
          <a:xfrm>
            <a:off x="484632" y="676656"/>
            <a:ext cx="8412480" cy="603504"/>
          </a:xfrm>
          <a:prstGeom prst="rect">
            <a:avLst/>
          </a:prstGeom>
          <a:noFill/>
          <a:ln/>
        </p:spPr>
        <p:txBody>
          <a:bodyPr wrap="square" lIns="0" tIns="0" rIns="0" bIns="0" rtlCol="0" anchor="ctr"/>
          <a:lstStyle/>
          <a:p>
            <a:pPr marL="0" indent="0">
              <a:buNone/>
            </a:pPr>
            <a:r>
              <a:rPr lang="en-US" sz="3300" b="1" dirty="0">
                <a:solidFill>
                  <a:srgbClr val="24241E"/>
                </a:solidFill>
                <a:latin typeface="Arial" pitchFamily="34" charset="0"/>
                <a:ea typeface="Arial" pitchFamily="34" charset="-122"/>
                <a:cs typeface="Arial" pitchFamily="34" charset="-120"/>
              </a:rPr>
              <a:t>Assessment &amp; Alerting</a:t>
            </a:r>
            <a:endParaRPr lang="en-US" sz="3300" dirty="0"/>
          </a:p>
        </p:txBody>
      </p:sp>
      <p:sp>
        <p:nvSpPr>
          <p:cNvPr id="4" name="Text 2"/>
          <p:cNvSpPr/>
          <p:nvPr/>
        </p:nvSpPr>
        <p:spPr>
          <a:xfrm>
            <a:off x="502920" y="1335024"/>
            <a:ext cx="8595360" cy="457200"/>
          </a:xfrm>
          <a:prstGeom prst="rect">
            <a:avLst/>
          </a:prstGeom>
          <a:noFill/>
          <a:ln/>
        </p:spPr>
        <p:txBody>
          <a:bodyPr wrap="square" lIns="0" tIns="0" rIns="0" bIns="0" rtlCol="0" anchor="ctr"/>
          <a:lstStyle/>
          <a:p>
            <a:pPr marL="0" indent="0">
              <a:buNone/>
            </a:pPr>
            <a:r>
              <a:rPr lang="en-US" sz="1300" dirty="0">
                <a:solidFill>
                  <a:srgbClr val="6E6E62"/>
                </a:solidFill>
                <a:latin typeface="Arial" pitchFamily="34" charset="0"/>
                <a:ea typeface="Arial" pitchFamily="34" charset="-122"/>
                <a:cs typeface="Arial" pitchFamily="34" charset="-120"/>
              </a:rPr>
              <a:t>Survivors are grouped, judged by a generative model, and delivered as a single actionable report.</a:t>
            </a:r>
            <a:endParaRPr lang="en-US" sz="1300" dirty="0"/>
          </a:p>
        </p:txBody>
      </p:sp>
      <p:sp>
        <p:nvSpPr>
          <p:cNvPr id="5" name="Shape 3"/>
          <p:cNvSpPr/>
          <p:nvPr/>
        </p:nvSpPr>
        <p:spPr>
          <a:xfrm>
            <a:off x="10355580" y="457200"/>
            <a:ext cx="1234440" cy="219456"/>
          </a:xfrm>
          <a:prstGeom prst="roundRect">
            <a:avLst>
              <a:gd name="adj" fmla="val 20833"/>
            </a:avLst>
          </a:prstGeom>
          <a:solidFill>
            <a:srgbClr val="E4E2D2"/>
          </a:solidFill>
          <a:ln w="15875">
            <a:solidFill>
              <a:srgbClr val="BEBFA0"/>
            </a:solidFill>
            <a:prstDash val="solid"/>
          </a:ln>
        </p:spPr>
        <p:txBody>
          <a:bodyPr/>
          <a:lstStyle/>
          <a:p>
            <a:endParaRPr lang="en-AU"/>
          </a:p>
        </p:txBody>
      </p:sp>
      <p:sp>
        <p:nvSpPr>
          <p:cNvPr id="6" name="Shape 4"/>
          <p:cNvSpPr/>
          <p:nvPr/>
        </p:nvSpPr>
        <p:spPr>
          <a:xfrm>
            <a:off x="10492740" y="777240"/>
            <a:ext cx="960120" cy="219456"/>
          </a:xfrm>
          <a:prstGeom prst="roundRect">
            <a:avLst>
              <a:gd name="adj" fmla="val 20833"/>
            </a:avLst>
          </a:prstGeom>
          <a:solidFill>
            <a:srgbClr val="E4E2D2"/>
          </a:solidFill>
          <a:ln w="15875">
            <a:solidFill>
              <a:srgbClr val="BEBFA0"/>
            </a:solidFill>
            <a:prstDash val="solid"/>
          </a:ln>
        </p:spPr>
        <p:txBody>
          <a:bodyPr/>
          <a:lstStyle/>
          <a:p>
            <a:endParaRPr lang="en-AU"/>
          </a:p>
        </p:txBody>
      </p:sp>
      <p:sp>
        <p:nvSpPr>
          <p:cNvPr id="7" name="Shape 5"/>
          <p:cNvSpPr/>
          <p:nvPr/>
        </p:nvSpPr>
        <p:spPr>
          <a:xfrm>
            <a:off x="10629900" y="1097280"/>
            <a:ext cx="685800" cy="219456"/>
          </a:xfrm>
          <a:prstGeom prst="roundRect">
            <a:avLst>
              <a:gd name="adj" fmla="val 20833"/>
            </a:avLst>
          </a:prstGeom>
          <a:solidFill>
            <a:srgbClr val="8B8C56"/>
          </a:solidFill>
          <a:ln/>
        </p:spPr>
        <p:txBody>
          <a:bodyPr/>
          <a:lstStyle/>
          <a:p>
            <a:endParaRPr lang="en-AU"/>
          </a:p>
        </p:txBody>
      </p:sp>
      <p:sp>
        <p:nvSpPr>
          <p:cNvPr id="8" name="Text 6"/>
          <p:cNvSpPr/>
          <p:nvPr/>
        </p:nvSpPr>
        <p:spPr>
          <a:xfrm>
            <a:off x="9395460" y="1110996"/>
            <a:ext cx="1920240" cy="237744"/>
          </a:xfrm>
          <a:prstGeom prst="rect">
            <a:avLst/>
          </a:prstGeom>
          <a:noFill/>
          <a:ln/>
        </p:spPr>
        <p:txBody>
          <a:bodyPr wrap="square" lIns="0" tIns="0" rIns="0" bIns="0" rtlCol="0" anchor="ctr"/>
          <a:lstStyle/>
          <a:p>
            <a:pPr marL="0" indent="0" algn="ctr">
              <a:buNone/>
            </a:pPr>
            <a:r>
              <a:rPr lang="en-US" sz="950" b="1" dirty="0">
                <a:solidFill>
                  <a:srgbClr val="6E6E62"/>
                </a:solidFill>
                <a:latin typeface="Arial" pitchFamily="34" charset="0"/>
                <a:ea typeface="Arial" pitchFamily="34" charset="-122"/>
                <a:cs typeface="Arial" pitchFamily="34" charset="-120"/>
              </a:rPr>
              <a:t>ALERT</a:t>
            </a:r>
            <a:endParaRPr lang="en-US" sz="950" dirty="0"/>
          </a:p>
        </p:txBody>
      </p:sp>
      <p:sp>
        <p:nvSpPr>
          <p:cNvPr id="9" name="Shape 7"/>
          <p:cNvSpPr/>
          <p:nvPr/>
        </p:nvSpPr>
        <p:spPr>
          <a:xfrm>
            <a:off x="502920" y="1965960"/>
            <a:ext cx="3509162" cy="4526280"/>
          </a:xfrm>
          <a:prstGeom prst="roundRect">
            <a:avLst>
              <a:gd name="adj" fmla="val 2606"/>
            </a:avLst>
          </a:prstGeom>
          <a:solidFill>
            <a:srgbClr val="FBFAF4"/>
          </a:solidFill>
          <a:ln w="12700">
            <a:solidFill>
              <a:srgbClr val="D6D4C6"/>
            </a:solidFill>
            <a:prstDash val="solid"/>
          </a:ln>
          <a:effectLst>
            <a:outerShdw blurRad="88900" dist="38100" dir="5400000" algn="bl" rotWithShape="0">
              <a:srgbClr val="9A9788">
                <a:alpha val="28000"/>
              </a:srgbClr>
            </a:outerShdw>
          </a:effectLst>
        </p:spPr>
        <p:txBody>
          <a:bodyPr/>
          <a:lstStyle/>
          <a:p>
            <a:endParaRPr lang="en-AU"/>
          </a:p>
        </p:txBody>
      </p:sp>
      <p:sp>
        <p:nvSpPr>
          <p:cNvPr id="10" name="Shape 8"/>
          <p:cNvSpPr/>
          <p:nvPr/>
        </p:nvSpPr>
        <p:spPr>
          <a:xfrm>
            <a:off x="758952" y="2240280"/>
            <a:ext cx="603504" cy="603504"/>
          </a:xfrm>
          <a:prstGeom prst="ellipse">
            <a:avLst/>
          </a:prstGeom>
          <a:solidFill>
            <a:srgbClr val="273A7A"/>
          </a:solidFill>
          <a:ln/>
          <a:effectLst>
            <a:outerShdw blurRad="88900" dist="38100" dir="5400000" algn="bl" rotWithShape="0">
              <a:srgbClr val="9A9788">
                <a:alpha val="28000"/>
              </a:srgbClr>
            </a:outerShdw>
          </a:effectLst>
        </p:spPr>
        <p:txBody>
          <a:bodyPr/>
          <a:lstStyle/>
          <a:p>
            <a:endParaRPr lang="en-AU"/>
          </a:p>
        </p:txBody>
      </p:sp>
      <p:pic>
        <p:nvPicPr>
          <p:cNvPr id="11" name="Image 0" descr="preencoded.png"/>
          <p:cNvPicPr>
            <a:picLocks noChangeAspect="1"/>
          </p:cNvPicPr>
          <p:nvPr/>
        </p:nvPicPr>
        <p:blipFill>
          <a:blip r:embed="rId3"/>
          <a:stretch>
            <a:fillRect/>
          </a:stretch>
        </p:blipFill>
        <p:spPr>
          <a:xfrm>
            <a:off x="927933" y="2409261"/>
            <a:ext cx="265542" cy="265542"/>
          </a:xfrm>
          <a:prstGeom prst="rect">
            <a:avLst/>
          </a:prstGeom>
        </p:spPr>
      </p:pic>
      <p:sp>
        <p:nvSpPr>
          <p:cNvPr id="12" name="Text 9"/>
          <p:cNvSpPr/>
          <p:nvPr/>
        </p:nvSpPr>
        <p:spPr>
          <a:xfrm>
            <a:off x="1508760" y="2240280"/>
            <a:ext cx="2265578" cy="219456"/>
          </a:xfrm>
          <a:prstGeom prst="rect">
            <a:avLst/>
          </a:prstGeom>
          <a:noFill/>
          <a:ln/>
        </p:spPr>
        <p:txBody>
          <a:bodyPr wrap="square" lIns="0" tIns="0" rIns="0" bIns="0" rtlCol="0" anchor="b"/>
          <a:lstStyle/>
          <a:p>
            <a:pPr marL="0" indent="0">
              <a:buNone/>
            </a:pPr>
            <a:r>
              <a:rPr lang="en-US" sz="1050" b="1" kern="0" spc="100" dirty="0">
                <a:solidFill>
                  <a:srgbClr val="273A7A"/>
                </a:solidFill>
                <a:latin typeface="Arial" pitchFamily="34" charset="0"/>
                <a:ea typeface="Arial" pitchFamily="34" charset="-122"/>
                <a:cs typeface="Arial" pitchFamily="34" charset="-120"/>
              </a:rPr>
              <a:t>STAGE 7</a:t>
            </a:r>
            <a:endParaRPr lang="en-US" sz="1050" dirty="0"/>
          </a:p>
        </p:txBody>
      </p:sp>
      <p:sp>
        <p:nvSpPr>
          <p:cNvPr id="13" name="Text 10"/>
          <p:cNvSpPr/>
          <p:nvPr/>
        </p:nvSpPr>
        <p:spPr>
          <a:xfrm>
            <a:off x="1508760" y="2459736"/>
            <a:ext cx="2302154" cy="384048"/>
          </a:xfrm>
          <a:prstGeom prst="rect">
            <a:avLst/>
          </a:prstGeom>
          <a:noFill/>
          <a:ln/>
        </p:spPr>
        <p:txBody>
          <a:bodyPr wrap="square" lIns="0" tIns="0" rIns="0" bIns="0" rtlCol="0" anchor="t"/>
          <a:lstStyle/>
          <a:p>
            <a:pPr marL="0" indent="0">
              <a:buNone/>
            </a:pPr>
            <a:r>
              <a:rPr lang="en-US" sz="1550" b="1" dirty="0">
                <a:solidFill>
                  <a:srgbClr val="24241E"/>
                </a:solidFill>
                <a:latin typeface="Arial" pitchFamily="34" charset="0"/>
                <a:ea typeface="Arial" pitchFamily="34" charset="-122"/>
                <a:cs typeface="Arial" pitchFamily="34" charset="-120"/>
              </a:rPr>
              <a:t>Trigger Aggregation</a:t>
            </a:r>
            <a:endParaRPr lang="en-US" sz="1550" dirty="0"/>
          </a:p>
        </p:txBody>
      </p:sp>
      <p:sp>
        <p:nvSpPr>
          <p:cNvPr id="14" name="Text 11"/>
          <p:cNvSpPr/>
          <p:nvPr/>
        </p:nvSpPr>
        <p:spPr>
          <a:xfrm>
            <a:off x="777240" y="3044952"/>
            <a:ext cx="2960522" cy="1463040"/>
          </a:xfrm>
          <a:prstGeom prst="rect">
            <a:avLst/>
          </a:prstGeom>
          <a:noFill/>
          <a:ln/>
        </p:spPr>
        <p:txBody>
          <a:bodyPr wrap="square" lIns="0" tIns="0" rIns="0" bIns="0" rtlCol="0" anchor="t"/>
          <a:lstStyle/>
          <a:p>
            <a:pPr marL="0" indent="0">
              <a:lnSpc>
                <a:spcPct val="102000"/>
              </a:lnSpc>
              <a:buNone/>
            </a:pPr>
            <a:r>
              <a:rPr lang="en-US" sz="1150" dirty="0">
                <a:solidFill>
                  <a:srgbClr val="24241E"/>
                </a:solidFill>
                <a:latin typeface="Arial" pitchFamily="34" charset="0"/>
                <a:ea typeface="Arial" pitchFamily="34" charset="-122"/>
                <a:cs typeface="Arial" pitchFamily="34" charset="-120"/>
              </a:rPr>
              <a:t>Groups every trigger that survived Stage 6 by IPFR page — so the owner gets one alert per page and the model can reason over the combined effect of several changes.</a:t>
            </a:r>
            <a:endParaRPr lang="en-US" sz="1150" dirty="0"/>
          </a:p>
        </p:txBody>
      </p:sp>
      <p:sp>
        <p:nvSpPr>
          <p:cNvPr id="15" name="Text 12"/>
          <p:cNvSpPr/>
          <p:nvPr/>
        </p:nvSpPr>
        <p:spPr>
          <a:xfrm>
            <a:off x="813816" y="4581144"/>
            <a:ext cx="2942234" cy="1344168"/>
          </a:xfrm>
          <a:prstGeom prst="rect">
            <a:avLst/>
          </a:prstGeom>
          <a:noFill/>
          <a:ln/>
        </p:spPr>
        <p:txBody>
          <a:bodyPr wrap="square" lIns="0" tIns="0" rIns="0" bIns="0" rtlCol="0" anchor="t"/>
          <a:lstStyle/>
          <a:p>
            <a:pPr marL="165100" indent="-165100">
              <a:spcAft>
                <a:spcPts val="600"/>
              </a:spcAft>
              <a:buSzPct val="100000"/>
              <a:buChar char="•"/>
            </a:pPr>
            <a:r>
              <a:rPr lang="en-US" sz="1080" b="1" dirty="0">
                <a:solidFill>
                  <a:srgbClr val="273A7A"/>
                </a:solidFill>
                <a:latin typeface="Arial" pitchFamily="34" charset="0"/>
                <a:ea typeface="Arial" pitchFamily="34" charset="-122"/>
                <a:cs typeface="Arial" pitchFamily="34" charset="-120"/>
              </a:rPr>
              <a:t>Bundle </a:t>
            </a:r>
            <a:r>
              <a:rPr lang="en-US" sz="1080" dirty="0">
                <a:solidFill>
                  <a:srgbClr val="24241E"/>
                </a:solidFill>
                <a:latin typeface="Arial" pitchFamily="34" charset="0"/>
                <a:ea typeface="Arial" pitchFamily="34" charset="-122"/>
                <a:cs typeface="Arial" pitchFamily="34" charset="-120"/>
              </a:rPr>
              <a:t>all diffs + source metadata + Stage 4–6 scores</a:t>
            </a:r>
            <a:endParaRPr lang="en-US" sz="1080" dirty="0"/>
          </a:p>
          <a:p>
            <a:pPr marL="165100" indent="-165100">
              <a:spcAft>
                <a:spcPts val="600"/>
              </a:spcAft>
              <a:buSzPct val="100000"/>
              <a:buChar char="•"/>
            </a:pPr>
            <a:r>
              <a:rPr lang="en-US" sz="1080" b="1" dirty="0">
                <a:solidFill>
                  <a:srgbClr val="273A7A"/>
                </a:solidFill>
                <a:latin typeface="Arial" pitchFamily="34" charset="0"/>
                <a:ea typeface="Arial" pitchFamily="34" charset="-122"/>
                <a:cs typeface="Arial" pitchFamily="34" charset="-120"/>
              </a:rPr>
              <a:t>One bundle </a:t>
            </a:r>
            <a:r>
              <a:rPr lang="en-US" sz="1080" dirty="0">
                <a:solidFill>
                  <a:srgbClr val="24241E"/>
                </a:solidFill>
                <a:latin typeface="Arial" pitchFamily="34" charset="0"/>
                <a:ea typeface="Arial" pitchFamily="34" charset="-122"/>
                <a:cs typeface="Arial" pitchFamily="34" charset="-120"/>
              </a:rPr>
              <a:t>per IPFR page → Stage 8</a:t>
            </a:r>
            <a:endParaRPr lang="en-US" sz="1080" dirty="0"/>
          </a:p>
        </p:txBody>
      </p:sp>
      <p:sp>
        <p:nvSpPr>
          <p:cNvPr id="16" name="Text 13"/>
          <p:cNvSpPr/>
          <p:nvPr/>
        </p:nvSpPr>
        <p:spPr>
          <a:xfrm>
            <a:off x="777240" y="5980176"/>
            <a:ext cx="2960522" cy="402336"/>
          </a:xfrm>
          <a:prstGeom prst="rect">
            <a:avLst/>
          </a:prstGeom>
          <a:noFill/>
          <a:ln/>
        </p:spPr>
        <p:txBody>
          <a:bodyPr wrap="square" lIns="0" tIns="0" rIns="0" bIns="0" rtlCol="0" anchor="ctr"/>
          <a:lstStyle/>
          <a:p>
            <a:pPr marL="0" indent="0">
              <a:buNone/>
            </a:pPr>
            <a:r>
              <a:rPr lang="en-US" sz="980" i="1" dirty="0">
                <a:solidFill>
                  <a:srgbClr val="6E6E62"/>
                </a:solidFill>
                <a:latin typeface="Arial" pitchFamily="34" charset="0"/>
                <a:ea typeface="Arial" pitchFamily="34" charset="-122"/>
                <a:cs typeface="Arial" pitchFamily="34" charset="-120"/>
              </a:rPr>
              <a:t>Prevents duplicate notifications about the same page in one run.</a:t>
            </a:r>
            <a:endParaRPr lang="en-US" sz="980" dirty="0"/>
          </a:p>
        </p:txBody>
      </p:sp>
      <p:sp>
        <p:nvSpPr>
          <p:cNvPr id="17" name="Shape 14"/>
          <p:cNvSpPr/>
          <p:nvPr/>
        </p:nvSpPr>
        <p:spPr>
          <a:xfrm>
            <a:off x="4341266" y="1965960"/>
            <a:ext cx="3509162" cy="4526280"/>
          </a:xfrm>
          <a:prstGeom prst="roundRect">
            <a:avLst>
              <a:gd name="adj" fmla="val 2606"/>
            </a:avLst>
          </a:prstGeom>
          <a:solidFill>
            <a:srgbClr val="FBFAF4"/>
          </a:solidFill>
          <a:ln w="12700">
            <a:solidFill>
              <a:srgbClr val="D6D4C6"/>
            </a:solidFill>
            <a:prstDash val="solid"/>
          </a:ln>
          <a:effectLst>
            <a:outerShdw blurRad="88900" dist="38100" dir="5400000" algn="bl" rotWithShape="0">
              <a:srgbClr val="9A9788">
                <a:alpha val="28000"/>
              </a:srgbClr>
            </a:outerShdw>
          </a:effectLst>
        </p:spPr>
        <p:txBody>
          <a:bodyPr/>
          <a:lstStyle/>
          <a:p>
            <a:endParaRPr lang="en-AU"/>
          </a:p>
        </p:txBody>
      </p:sp>
      <p:sp>
        <p:nvSpPr>
          <p:cNvPr id="18" name="Shape 15"/>
          <p:cNvSpPr/>
          <p:nvPr/>
        </p:nvSpPr>
        <p:spPr>
          <a:xfrm>
            <a:off x="4597298" y="2240280"/>
            <a:ext cx="603504" cy="603504"/>
          </a:xfrm>
          <a:prstGeom prst="ellipse">
            <a:avLst/>
          </a:prstGeom>
          <a:solidFill>
            <a:srgbClr val="3B5AA6"/>
          </a:solidFill>
          <a:ln/>
          <a:effectLst>
            <a:outerShdw blurRad="88900" dist="38100" dir="5400000" algn="bl" rotWithShape="0">
              <a:srgbClr val="9A9788">
                <a:alpha val="28000"/>
              </a:srgbClr>
            </a:outerShdw>
          </a:effectLst>
        </p:spPr>
        <p:txBody>
          <a:bodyPr/>
          <a:lstStyle/>
          <a:p>
            <a:endParaRPr lang="en-AU"/>
          </a:p>
        </p:txBody>
      </p:sp>
      <p:pic>
        <p:nvPicPr>
          <p:cNvPr id="19" name="Image 1" descr="preencoded.png"/>
          <p:cNvPicPr>
            <a:picLocks noChangeAspect="1"/>
          </p:cNvPicPr>
          <p:nvPr/>
        </p:nvPicPr>
        <p:blipFill>
          <a:blip r:embed="rId4"/>
          <a:stretch>
            <a:fillRect/>
          </a:stretch>
        </p:blipFill>
        <p:spPr>
          <a:xfrm>
            <a:off x="4766280" y="2409261"/>
            <a:ext cx="265542" cy="265542"/>
          </a:xfrm>
          <a:prstGeom prst="rect">
            <a:avLst/>
          </a:prstGeom>
        </p:spPr>
      </p:pic>
      <p:sp>
        <p:nvSpPr>
          <p:cNvPr id="20" name="Text 16"/>
          <p:cNvSpPr/>
          <p:nvPr/>
        </p:nvSpPr>
        <p:spPr>
          <a:xfrm>
            <a:off x="5347106" y="2240280"/>
            <a:ext cx="2265578" cy="219456"/>
          </a:xfrm>
          <a:prstGeom prst="rect">
            <a:avLst/>
          </a:prstGeom>
          <a:noFill/>
          <a:ln/>
        </p:spPr>
        <p:txBody>
          <a:bodyPr wrap="square" lIns="0" tIns="0" rIns="0" bIns="0" rtlCol="0" anchor="b"/>
          <a:lstStyle/>
          <a:p>
            <a:pPr marL="0" indent="0">
              <a:buNone/>
            </a:pPr>
            <a:r>
              <a:rPr lang="en-US" sz="1050" b="1" kern="0" spc="100" dirty="0">
                <a:solidFill>
                  <a:srgbClr val="3B5AA6"/>
                </a:solidFill>
                <a:latin typeface="Arial" pitchFamily="34" charset="0"/>
                <a:ea typeface="Arial" pitchFamily="34" charset="-122"/>
                <a:cs typeface="Arial" pitchFamily="34" charset="-120"/>
              </a:rPr>
              <a:t>STAGE 8</a:t>
            </a:r>
            <a:endParaRPr lang="en-US" sz="1050" dirty="0"/>
          </a:p>
        </p:txBody>
      </p:sp>
      <p:sp>
        <p:nvSpPr>
          <p:cNvPr id="21" name="Text 17"/>
          <p:cNvSpPr/>
          <p:nvPr/>
        </p:nvSpPr>
        <p:spPr>
          <a:xfrm>
            <a:off x="5347106" y="2459736"/>
            <a:ext cx="2302154" cy="384048"/>
          </a:xfrm>
          <a:prstGeom prst="rect">
            <a:avLst/>
          </a:prstGeom>
          <a:noFill/>
          <a:ln/>
        </p:spPr>
        <p:txBody>
          <a:bodyPr wrap="square" lIns="0" tIns="0" rIns="0" bIns="0" rtlCol="0" anchor="t"/>
          <a:lstStyle/>
          <a:p>
            <a:pPr marL="0" indent="0">
              <a:buNone/>
            </a:pPr>
            <a:r>
              <a:rPr lang="en-US" sz="1550" b="1" dirty="0">
                <a:solidFill>
                  <a:srgbClr val="24241E"/>
                </a:solidFill>
                <a:latin typeface="Arial" pitchFamily="34" charset="0"/>
                <a:ea typeface="Arial" pitchFamily="34" charset="-122"/>
                <a:cs typeface="Arial" pitchFamily="34" charset="-120"/>
              </a:rPr>
              <a:t>LLM Assessment</a:t>
            </a:r>
            <a:endParaRPr lang="en-US" sz="1550" dirty="0"/>
          </a:p>
        </p:txBody>
      </p:sp>
      <p:sp>
        <p:nvSpPr>
          <p:cNvPr id="22" name="Text 18"/>
          <p:cNvSpPr/>
          <p:nvPr/>
        </p:nvSpPr>
        <p:spPr>
          <a:xfrm>
            <a:off x="4615586" y="3044952"/>
            <a:ext cx="2960522" cy="1463040"/>
          </a:xfrm>
          <a:prstGeom prst="rect">
            <a:avLst/>
          </a:prstGeom>
          <a:noFill/>
          <a:ln/>
        </p:spPr>
        <p:txBody>
          <a:bodyPr wrap="square" lIns="0" tIns="0" rIns="0" bIns="0" rtlCol="0" anchor="t"/>
          <a:lstStyle/>
          <a:p>
            <a:pPr marL="0" indent="0">
              <a:lnSpc>
                <a:spcPct val="102000"/>
              </a:lnSpc>
              <a:buNone/>
            </a:pPr>
            <a:r>
              <a:rPr lang="en-US" sz="1150" dirty="0">
                <a:solidFill>
                  <a:srgbClr val="24241E"/>
                </a:solidFill>
                <a:latin typeface="Arial" pitchFamily="34" charset="0"/>
                <a:ea typeface="Arial" pitchFamily="34" charset="-122"/>
                <a:cs typeface="Arial" pitchFamily="34" charset="-120"/>
              </a:rPr>
              <a:t>One LLM call per page returns a structured verdict. UNCERTAIN is a valid, expected output — the model never guesses to resolve genuine ambiguity.</a:t>
            </a:r>
            <a:endParaRPr lang="en-US" sz="1150" dirty="0"/>
          </a:p>
        </p:txBody>
      </p:sp>
      <p:sp>
        <p:nvSpPr>
          <p:cNvPr id="23" name="Text 19"/>
          <p:cNvSpPr/>
          <p:nvPr/>
        </p:nvSpPr>
        <p:spPr>
          <a:xfrm>
            <a:off x="4652162" y="4581144"/>
            <a:ext cx="2942234" cy="1344168"/>
          </a:xfrm>
          <a:prstGeom prst="rect">
            <a:avLst/>
          </a:prstGeom>
          <a:noFill/>
          <a:ln/>
        </p:spPr>
        <p:txBody>
          <a:bodyPr wrap="square" lIns="0" tIns="0" rIns="0" bIns="0" rtlCol="0" anchor="t"/>
          <a:lstStyle/>
          <a:p>
            <a:pPr marL="165100" indent="-165100">
              <a:spcAft>
                <a:spcPts val="600"/>
              </a:spcAft>
              <a:buSzPct val="100000"/>
              <a:buChar char="•"/>
            </a:pPr>
            <a:r>
              <a:rPr lang="en-US" sz="1080" b="1" dirty="0">
                <a:solidFill>
                  <a:srgbClr val="3B5AA6"/>
                </a:solidFill>
                <a:latin typeface="Arial" pitchFamily="34" charset="0"/>
                <a:ea typeface="Arial" pitchFamily="34" charset="-122"/>
                <a:cs typeface="Arial" pitchFamily="34" charset="-120"/>
              </a:rPr>
              <a:t>Verdict </a:t>
            </a:r>
            <a:r>
              <a:rPr lang="en-US" sz="1080" dirty="0">
                <a:solidFill>
                  <a:srgbClr val="24241E"/>
                </a:solidFill>
                <a:latin typeface="Arial" pitchFamily="34" charset="0"/>
                <a:ea typeface="Arial" pitchFamily="34" charset="-122"/>
                <a:cs typeface="Arial" pitchFamily="34" charset="-120"/>
              </a:rPr>
              <a:t>CHANGE_REQUIRED · NO_CHANGE · UNCERTAIN</a:t>
            </a:r>
            <a:endParaRPr lang="en-US" sz="1080" dirty="0"/>
          </a:p>
          <a:p>
            <a:pPr marL="165100" indent="-165100">
              <a:spcAft>
                <a:spcPts val="600"/>
              </a:spcAft>
              <a:buSzPct val="100000"/>
              <a:buChar char="•"/>
            </a:pPr>
            <a:r>
              <a:rPr lang="en-US" sz="1080" b="1" dirty="0">
                <a:solidFill>
                  <a:srgbClr val="3B5AA6"/>
                </a:solidFill>
                <a:latin typeface="Arial" pitchFamily="34" charset="0"/>
                <a:ea typeface="Arial" pitchFamily="34" charset="-122"/>
                <a:cs typeface="Arial" pitchFamily="34" charset="-120"/>
              </a:rPr>
              <a:t>Inputs </a:t>
            </a:r>
            <a:r>
              <a:rPr lang="en-US" sz="1080" dirty="0">
                <a:solidFill>
                  <a:srgbClr val="24241E"/>
                </a:solidFill>
                <a:latin typeface="Arial" pitchFamily="34" charset="0"/>
                <a:ea typeface="Arial" pitchFamily="34" charset="-122"/>
                <a:cs typeface="Arial" pitchFamily="34" charset="-120"/>
              </a:rPr>
              <a:t>full page + diffs + bi-/cross-encoder scores</a:t>
            </a:r>
            <a:endParaRPr lang="en-US" sz="1080" dirty="0"/>
          </a:p>
          <a:p>
            <a:pPr marL="165100" indent="-165100">
              <a:spcAft>
                <a:spcPts val="600"/>
              </a:spcAft>
              <a:buSzPct val="100000"/>
              <a:buChar char="•"/>
            </a:pPr>
            <a:r>
              <a:rPr lang="en-US" sz="1080" b="1" dirty="0">
                <a:solidFill>
                  <a:srgbClr val="3B5AA6"/>
                </a:solidFill>
                <a:latin typeface="Arial" pitchFamily="34" charset="0"/>
                <a:ea typeface="Arial" pitchFamily="34" charset="-122"/>
                <a:cs typeface="Arial" pitchFamily="34" charset="-120"/>
              </a:rPr>
              <a:t>Output </a:t>
            </a:r>
            <a:r>
              <a:rPr lang="en-US" sz="1080" dirty="0">
                <a:solidFill>
                  <a:srgbClr val="24241E"/>
                </a:solidFill>
                <a:latin typeface="Arial" pitchFamily="34" charset="0"/>
                <a:ea typeface="Arial" pitchFamily="34" charset="-122"/>
                <a:cs typeface="Arial" pitchFamily="34" charset="-120"/>
              </a:rPr>
              <a:t>confidence, reasoning, suggested edits (validated JSON)</a:t>
            </a:r>
            <a:endParaRPr lang="en-US" sz="1080" dirty="0"/>
          </a:p>
        </p:txBody>
      </p:sp>
      <p:sp>
        <p:nvSpPr>
          <p:cNvPr id="24" name="Text 20"/>
          <p:cNvSpPr/>
          <p:nvPr/>
        </p:nvSpPr>
        <p:spPr>
          <a:xfrm>
            <a:off x="4615586" y="5980176"/>
            <a:ext cx="2960522" cy="402336"/>
          </a:xfrm>
          <a:prstGeom prst="rect">
            <a:avLst/>
          </a:prstGeom>
          <a:noFill/>
          <a:ln/>
        </p:spPr>
        <p:txBody>
          <a:bodyPr wrap="square" lIns="0" tIns="0" rIns="0" bIns="0" rtlCol="0" anchor="ctr"/>
          <a:lstStyle/>
          <a:p>
            <a:pPr marL="0" indent="0">
              <a:buNone/>
            </a:pPr>
            <a:r>
              <a:rPr lang="en-US" sz="980" i="1" dirty="0">
                <a:solidFill>
                  <a:srgbClr val="6E6E62"/>
                </a:solidFill>
                <a:latin typeface="Arial" pitchFamily="34" charset="0"/>
                <a:ea typeface="Arial" pitchFamily="34" charset="-122"/>
                <a:cs typeface="Arial" pitchFamily="34" charset="-120"/>
              </a:rPr>
              <a:t>Fail-closed: schema-invalid twice → skip page and log to health.</a:t>
            </a:r>
            <a:endParaRPr lang="en-US" sz="980" dirty="0"/>
          </a:p>
        </p:txBody>
      </p:sp>
      <p:sp>
        <p:nvSpPr>
          <p:cNvPr id="25" name="Shape 21"/>
          <p:cNvSpPr/>
          <p:nvPr/>
        </p:nvSpPr>
        <p:spPr>
          <a:xfrm>
            <a:off x="8179613" y="1965960"/>
            <a:ext cx="3509162" cy="4526280"/>
          </a:xfrm>
          <a:prstGeom prst="roundRect">
            <a:avLst>
              <a:gd name="adj" fmla="val 2606"/>
            </a:avLst>
          </a:prstGeom>
          <a:solidFill>
            <a:srgbClr val="FBFAF4"/>
          </a:solidFill>
          <a:ln w="12700">
            <a:solidFill>
              <a:srgbClr val="D6D4C6"/>
            </a:solidFill>
            <a:prstDash val="solid"/>
          </a:ln>
          <a:effectLst>
            <a:outerShdw blurRad="88900" dist="38100" dir="5400000" algn="bl" rotWithShape="0">
              <a:srgbClr val="9A9788">
                <a:alpha val="28000"/>
              </a:srgbClr>
            </a:outerShdw>
          </a:effectLst>
        </p:spPr>
        <p:txBody>
          <a:bodyPr/>
          <a:lstStyle/>
          <a:p>
            <a:endParaRPr lang="en-AU"/>
          </a:p>
        </p:txBody>
      </p:sp>
      <p:sp>
        <p:nvSpPr>
          <p:cNvPr id="26" name="Shape 22"/>
          <p:cNvSpPr/>
          <p:nvPr/>
        </p:nvSpPr>
        <p:spPr>
          <a:xfrm>
            <a:off x="8435645" y="2240280"/>
            <a:ext cx="603504" cy="603504"/>
          </a:xfrm>
          <a:prstGeom prst="ellipse">
            <a:avLst/>
          </a:prstGeom>
          <a:solidFill>
            <a:srgbClr val="8B8C56"/>
          </a:solidFill>
          <a:ln/>
          <a:effectLst>
            <a:outerShdw blurRad="88900" dist="38100" dir="5400000" algn="bl" rotWithShape="0">
              <a:srgbClr val="9A9788">
                <a:alpha val="28000"/>
              </a:srgbClr>
            </a:outerShdw>
          </a:effectLst>
        </p:spPr>
        <p:txBody>
          <a:bodyPr/>
          <a:lstStyle/>
          <a:p>
            <a:endParaRPr lang="en-AU"/>
          </a:p>
        </p:txBody>
      </p:sp>
      <p:pic>
        <p:nvPicPr>
          <p:cNvPr id="27" name="Image 2" descr="preencoded.png"/>
          <p:cNvPicPr>
            <a:picLocks noChangeAspect="1"/>
          </p:cNvPicPr>
          <p:nvPr/>
        </p:nvPicPr>
        <p:blipFill>
          <a:blip r:embed="rId5"/>
          <a:stretch>
            <a:fillRect/>
          </a:stretch>
        </p:blipFill>
        <p:spPr>
          <a:xfrm>
            <a:off x="8604626" y="2409261"/>
            <a:ext cx="265542" cy="265542"/>
          </a:xfrm>
          <a:prstGeom prst="rect">
            <a:avLst/>
          </a:prstGeom>
        </p:spPr>
      </p:pic>
      <p:sp>
        <p:nvSpPr>
          <p:cNvPr id="28" name="Text 23"/>
          <p:cNvSpPr/>
          <p:nvPr/>
        </p:nvSpPr>
        <p:spPr>
          <a:xfrm>
            <a:off x="9185453" y="2240280"/>
            <a:ext cx="2265578" cy="219456"/>
          </a:xfrm>
          <a:prstGeom prst="rect">
            <a:avLst/>
          </a:prstGeom>
          <a:noFill/>
          <a:ln/>
        </p:spPr>
        <p:txBody>
          <a:bodyPr wrap="square" lIns="0" tIns="0" rIns="0" bIns="0" rtlCol="0" anchor="b"/>
          <a:lstStyle/>
          <a:p>
            <a:pPr marL="0" indent="0">
              <a:buNone/>
            </a:pPr>
            <a:r>
              <a:rPr lang="en-US" sz="1050" b="1" kern="0" spc="100" dirty="0">
                <a:solidFill>
                  <a:srgbClr val="8B8C56"/>
                </a:solidFill>
                <a:latin typeface="Arial" pitchFamily="34" charset="0"/>
                <a:ea typeface="Arial" pitchFamily="34" charset="-122"/>
                <a:cs typeface="Arial" pitchFamily="34" charset="-120"/>
              </a:rPr>
              <a:t>STAGE 9</a:t>
            </a:r>
            <a:endParaRPr lang="en-US" sz="1050" dirty="0"/>
          </a:p>
        </p:txBody>
      </p:sp>
      <p:sp>
        <p:nvSpPr>
          <p:cNvPr id="29" name="Text 24"/>
          <p:cNvSpPr/>
          <p:nvPr/>
        </p:nvSpPr>
        <p:spPr>
          <a:xfrm>
            <a:off x="9185453" y="2459736"/>
            <a:ext cx="2302154" cy="384048"/>
          </a:xfrm>
          <a:prstGeom prst="rect">
            <a:avLst/>
          </a:prstGeom>
          <a:noFill/>
          <a:ln/>
        </p:spPr>
        <p:txBody>
          <a:bodyPr wrap="square" lIns="0" tIns="0" rIns="0" bIns="0" rtlCol="0" anchor="t"/>
          <a:lstStyle/>
          <a:p>
            <a:pPr marL="0" indent="0">
              <a:buNone/>
            </a:pPr>
            <a:r>
              <a:rPr lang="en-US" sz="1550" b="1" dirty="0">
                <a:solidFill>
                  <a:srgbClr val="24241E"/>
                </a:solidFill>
                <a:latin typeface="Arial" pitchFamily="34" charset="0"/>
                <a:ea typeface="Arial" pitchFamily="34" charset="-122"/>
                <a:cs typeface="Arial" pitchFamily="34" charset="-120"/>
              </a:rPr>
              <a:t>Notification</a:t>
            </a:r>
            <a:endParaRPr lang="en-US" sz="1550" dirty="0"/>
          </a:p>
        </p:txBody>
      </p:sp>
      <p:sp>
        <p:nvSpPr>
          <p:cNvPr id="30" name="Text 25"/>
          <p:cNvSpPr/>
          <p:nvPr/>
        </p:nvSpPr>
        <p:spPr>
          <a:xfrm>
            <a:off x="8453933" y="3044952"/>
            <a:ext cx="2960522" cy="1463040"/>
          </a:xfrm>
          <a:prstGeom prst="rect">
            <a:avLst/>
          </a:prstGeom>
          <a:noFill/>
          <a:ln/>
        </p:spPr>
        <p:txBody>
          <a:bodyPr wrap="square" lIns="0" tIns="0" rIns="0" bIns="0" rtlCol="0" anchor="t"/>
          <a:lstStyle/>
          <a:p>
            <a:pPr marL="0" indent="0">
              <a:lnSpc>
                <a:spcPct val="102000"/>
              </a:lnSpc>
              <a:buNone/>
            </a:pPr>
            <a:r>
              <a:rPr lang="en-US" sz="1150" dirty="0">
                <a:solidFill>
                  <a:srgbClr val="24241E"/>
                </a:solidFill>
                <a:latin typeface="Arial" pitchFamily="34" charset="0"/>
                <a:ea typeface="Arial" pitchFamily="34" charset="-122"/>
                <a:cs typeface="Arial" pitchFamily="34" charset="-120"/>
              </a:rPr>
              <a:t>One consolidated email per run summarises every flagged page. If nothing is flagged, no email is sent — but the run is still fully logged.</a:t>
            </a:r>
            <a:endParaRPr lang="en-US" sz="1150" dirty="0"/>
          </a:p>
        </p:txBody>
      </p:sp>
      <p:sp>
        <p:nvSpPr>
          <p:cNvPr id="31" name="Text 26"/>
          <p:cNvSpPr/>
          <p:nvPr/>
        </p:nvSpPr>
        <p:spPr>
          <a:xfrm>
            <a:off x="8490509" y="4581144"/>
            <a:ext cx="2942234" cy="1344168"/>
          </a:xfrm>
          <a:prstGeom prst="rect">
            <a:avLst/>
          </a:prstGeom>
          <a:noFill/>
          <a:ln/>
        </p:spPr>
        <p:txBody>
          <a:bodyPr wrap="square" lIns="0" tIns="0" rIns="0" bIns="0" rtlCol="0" anchor="t"/>
          <a:lstStyle/>
          <a:p>
            <a:pPr marL="165100" indent="-165100">
              <a:spcAft>
                <a:spcPts val="600"/>
              </a:spcAft>
              <a:buSzPct val="100000"/>
              <a:buChar char="•"/>
            </a:pPr>
            <a:r>
              <a:rPr lang="en-US" sz="1080" b="1" dirty="0">
                <a:solidFill>
                  <a:srgbClr val="8B8C56"/>
                </a:solidFill>
                <a:latin typeface="Arial" pitchFamily="34" charset="0"/>
                <a:ea typeface="Arial" pitchFamily="34" charset="-122"/>
                <a:cs typeface="Arial" pitchFamily="34" charset="-120"/>
              </a:rPr>
              <a:t>Per page </a:t>
            </a:r>
            <a:r>
              <a:rPr lang="en-US" sz="1080" dirty="0">
                <a:solidFill>
                  <a:srgbClr val="24241E"/>
                </a:solidFill>
                <a:latin typeface="Arial" pitchFamily="34" charset="0"/>
                <a:ea typeface="Arial" pitchFamily="34" charset="-122"/>
                <a:cs typeface="Arial" pitchFamily="34" charset="-120"/>
              </a:rPr>
              <a:t>sources, diff, reasoning, full edits, score evidence</a:t>
            </a:r>
            <a:endParaRPr lang="en-US" sz="1080" dirty="0"/>
          </a:p>
          <a:p>
            <a:pPr marL="165100" indent="-165100">
              <a:spcAft>
                <a:spcPts val="600"/>
              </a:spcAft>
              <a:buSzPct val="100000"/>
              <a:buChar char="•"/>
            </a:pPr>
            <a:r>
              <a:rPr lang="en-US" sz="1080" b="1" dirty="0">
                <a:solidFill>
                  <a:srgbClr val="8B8C56"/>
                </a:solidFill>
                <a:latin typeface="Arial" pitchFamily="34" charset="0"/>
                <a:ea typeface="Arial" pitchFamily="34" charset="-122"/>
                <a:cs typeface="Arial" pitchFamily="34" charset="-120"/>
              </a:rPr>
              <a:t>Sections </a:t>
            </a:r>
            <a:r>
              <a:rPr lang="en-US" sz="1080" dirty="0">
                <a:solidFill>
                  <a:srgbClr val="24241E"/>
                </a:solidFill>
                <a:latin typeface="Arial" pitchFamily="34" charset="0"/>
                <a:ea typeface="Arial" pitchFamily="34" charset="-122"/>
                <a:cs typeface="Arial" pitchFamily="34" charset="-120"/>
              </a:rPr>
              <a:t>human-review (UNCERTAIN) · rejected candidates</a:t>
            </a:r>
            <a:endParaRPr lang="en-US" sz="1080" dirty="0"/>
          </a:p>
          <a:p>
            <a:pPr marL="165100" indent="-165100">
              <a:spcAft>
                <a:spcPts val="600"/>
              </a:spcAft>
              <a:buSzPct val="100000"/>
              <a:buChar char="•"/>
            </a:pPr>
            <a:r>
              <a:rPr lang="en-US" sz="1080" b="1" dirty="0">
                <a:solidFill>
                  <a:srgbClr val="8B8C56"/>
                </a:solidFill>
                <a:latin typeface="Arial" pitchFamily="34" charset="0"/>
                <a:ea typeface="Arial" pitchFamily="34" charset="-122"/>
                <a:cs typeface="Arial" pitchFamily="34" charset="-120"/>
              </a:rPr>
              <a:t>Feedback </a:t>
            </a:r>
            <a:r>
              <a:rPr lang="en-US" sz="1080" dirty="0">
                <a:solidFill>
                  <a:srgbClr val="24241E"/>
                </a:solidFill>
                <a:latin typeface="Arial" pitchFamily="34" charset="0"/>
                <a:ea typeface="Arial" pitchFamily="34" charset="-122"/>
                <a:cs typeface="Arial" pitchFamily="34" charset="-120"/>
              </a:rPr>
              <a:t>mailto links calibrate the system over time</a:t>
            </a:r>
            <a:endParaRPr lang="en-US" sz="1080" dirty="0"/>
          </a:p>
        </p:txBody>
      </p:sp>
      <p:sp>
        <p:nvSpPr>
          <p:cNvPr id="32" name="Text 27"/>
          <p:cNvSpPr/>
          <p:nvPr/>
        </p:nvSpPr>
        <p:spPr>
          <a:xfrm>
            <a:off x="8453933" y="5980176"/>
            <a:ext cx="2960522" cy="402336"/>
          </a:xfrm>
          <a:prstGeom prst="rect">
            <a:avLst/>
          </a:prstGeom>
          <a:noFill/>
          <a:ln/>
        </p:spPr>
        <p:txBody>
          <a:bodyPr wrap="square" lIns="0" tIns="0" rIns="0" bIns="0" rtlCol="0" anchor="ctr"/>
          <a:lstStyle/>
          <a:p>
            <a:pPr marL="0" indent="0">
              <a:buNone/>
            </a:pPr>
            <a:r>
              <a:rPr lang="en-US" sz="980" i="1" dirty="0">
                <a:solidFill>
                  <a:srgbClr val="6E6E62"/>
                </a:solidFill>
                <a:latin typeface="Arial" pitchFamily="34" charset="0"/>
                <a:ea typeface="Arial" pitchFamily="34" charset="-122"/>
                <a:cs typeface="Arial" pitchFamily="34" charset="-120"/>
              </a:rPr>
              <a:t>Delivered via GitHub Actions + smtplib to the content owner.</a:t>
            </a:r>
            <a:endParaRPr lang="en-US" sz="980" dirty="0"/>
          </a:p>
        </p:txBody>
      </p:sp>
      <p:sp>
        <p:nvSpPr>
          <p:cNvPr id="33" name="Text 28"/>
          <p:cNvSpPr/>
          <p:nvPr/>
        </p:nvSpPr>
        <p:spPr>
          <a:xfrm>
            <a:off x="502920" y="6583680"/>
            <a:ext cx="11155680" cy="219456"/>
          </a:xfrm>
          <a:prstGeom prst="rect">
            <a:avLst/>
          </a:prstGeom>
          <a:noFill/>
          <a:ln/>
        </p:spPr>
        <p:txBody>
          <a:bodyPr wrap="square" lIns="0" tIns="0" rIns="0" bIns="0" rtlCol="0" anchor="ctr"/>
          <a:lstStyle/>
          <a:p>
            <a:pPr marL="0" indent="0" algn="ctr">
              <a:buNone/>
            </a:pPr>
            <a:r>
              <a:rPr lang="en-US" sz="950" i="1" dirty="0">
                <a:solidFill>
                  <a:srgbClr val="6E6E62"/>
                </a:solidFill>
                <a:latin typeface="Arial" pitchFamily="34" charset="0"/>
                <a:ea typeface="Arial" pitchFamily="34" charset="-122"/>
                <a:cs typeface="Arial" pitchFamily="34" charset="-120"/>
              </a:rPr>
              <a:t>Observation mode runs Stages 1–7 and logs scores while skipping Stages 8–9 during calibration; LLM calls that fail after retries are deferred and retried at the start of the next run.</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marL="0" indent="0">
              <a:buNone/>
            </a:pPr>
            <a:r>
              <a:rPr lang="en-US" sz="1100" b="1" kern="0" spc="200" dirty="0">
                <a:solidFill>
                  <a:srgbClr val="4F7492"/>
                </a:solidFill>
                <a:latin typeface="Arial" pitchFamily="34" charset="0"/>
                <a:ea typeface="Arial" pitchFamily="34" charset="-122"/>
                <a:cs typeface="Arial" pitchFamily="34" charset="-120"/>
              </a:rPr>
              <a:t>THE FINAL STAGE AND THE HUMAN</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marL="0" indent="0">
              <a:buNone/>
            </a:pPr>
            <a:r>
              <a:rPr lang="en-US" sz="2600" b="1" dirty="0">
                <a:solidFill>
                  <a:srgbClr val="0C2442"/>
                </a:solidFill>
                <a:latin typeface="Arial" pitchFamily="34" charset="0"/>
                <a:ea typeface="Arial" pitchFamily="34" charset="-122"/>
                <a:cs typeface="Arial" pitchFamily="34" charset="-120"/>
              </a:rPr>
              <a:t>One email. A human decides. The system improves.</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16</a:t>
            </a:r>
            <a:endParaRPr lang="en-US" sz="900" dirty="0"/>
          </a:p>
        </p:txBody>
      </p:sp>
      <p:sp>
        <p:nvSpPr>
          <p:cNvPr id="23" name="Shape 21"/>
          <p:cNvSpPr/>
          <p:nvPr/>
        </p:nvSpPr>
        <p:spPr>
          <a:xfrm>
            <a:off x="502920" y="1298448"/>
            <a:ext cx="5806440" cy="4846320"/>
          </a:xfrm>
          <a:prstGeom prst="roundRect">
            <a:avLst>
              <a:gd name="adj" fmla="val 1698"/>
            </a:avLst>
          </a:prstGeom>
          <a:solidFill>
            <a:srgbClr val="FFFFFF"/>
          </a:solidFill>
          <a:ln w="12700">
            <a:solidFill>
              <a:srgbClr val="C9D6E2"/>
            </a:solidFill>
            <a:prstDash val="solid"/>
          </a:ln>
          <a:effectLst>
            <a:outerShdw blurRad="76200" dist="25400" dir="5400000" algn="bl" rotWithShape="0">
              <a:srgbClr val="9AAABB">
                <a:alpha val="35000"/>
              </a:srgbClr>
            </a:outerShdw>
          </a:effectLst>
        </p:spPr>
        <p:txBody>
          <a:bodyPr/>
          <a:lstStyle/>
          <a:p>
            <a:endParaRPr lang="en-AU"/>
          </a:p>
        </p:txBody>
      </p:sp>
      <p:sp>
        <p:nvSpPr>
          <p:cNvPr id="24" name="Shape 22"/>
          <p:cNvSpPr/>
          <p:nvPr/>
        </p:nvSpPr>
        <p:spPr>
          <a:xfrm>
            <a:off x="502920" y="1298448"/>
            <a:ext cx="5806440" cy="512064"/>
          </a:xfrm>
          <a:prstGeom prst="roundRect">
            <a:avLst>
              <a:gd name="adj" fmla="val 16071"/>
            </a:avLst>
          </a:prstGeom>
          <a:solidFill>
            <a:srgbClr val="0C2442"/>
          </a:solidFill>
          <a:ln/>
        </p:spPr>
        <p:txBody>
          <a:bodyPr/>
          <a:lstStyle/>
          <a:p>
            <a:endParaRPr lang="en-AU"/>
          </a:p>
        </p:txBody>
      </p:sp>
      <p:sp>
        <p:nvSpPr>
          <p:cNvPr id="25" name="Shape 23"/>
          <p:cNvSpPr/>
          <p:nvPr/>
        </p:nvSpPr>
        <p:spPr>
          <a:xfrm>
            <a:off x="640080" y="1371600"/>
            <a:ext cx="365760" cy="365760"/>
          </a:xfrm>
          <a:prstGeom prst="ellipse">
            <a:avLst/>
          </a:prstGeom>
          <a:solidFill>
            <a:srgbClr val="2D4C6A"/>
          </a:solidFill>
          <a:ln/>
        </p:spPr>
        <p:txBody>
          <a:bodyPr/>
          <a:lstStyle/>
          <a:p>
            <a:endParaRPr lang="en-AU"/>
          </a:p>
        </p:txBody>
      </p:sp>
      <p:pic>
        <p:nvPicPr>
          <p:cNvPr id="26" name="Image 0" descr="preencoded.png"/>
          <p:cNvPicPr>
            <a:picLocks noChangeAspect="1"/>
          </p:cNvPicPr>
          <p:nvPr/>
        </p:nvPicPr>
        <p:blipFill>
          <a:blip r:embed="rId3"/>
          <a:stretch>
            <a:fillRect/>
          </a:stretch>
        </p:blipFill>
        <p:spPr>
          <a:xfrm>
            <a:off x="735178" y="1466698"/>
            <a:ext cx="175565" cy="175565"/>
          </a:xfrm>
          <a:prstGeom prst="rect">
            <a:avLst/>
          </a:prstGeom>
        </p:spPr>
      </p:pic>
      <p:sp>
        <p:nvSpPr>
          <p:cNvPr id="27" name="Text 24"/>
          <p:cNvSpPr/>
          <p:nvPr/>
        </p:nvSpPr>
        <p:spPr>
          <a:xfrm>
            <a:off x="1143000" y="1298448"/>
            <a:ext cx="502920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Tripwire — Mon 20 Jul — 2 pages flagged</a:t>
            </a:r>
            <a:endParaRPr lang="en-US" sz="1250" dirty="0"/>
          </a:p>
        </p:txBody>
      </p:sp>
      <p:sp>
        <p:nvSpPr>
          <p:cNvPr id="28" name="Shape 25"/>
          <p:cNvSpPr/>
          <p:nvPr/>
        </p:nvSpPr>
        <p:spPr>
          <a:xfrm>
            <a:off x="713232" y="2029968"/>
            <a:ext cx="384048" cy="384048"/>
          </a:xfrm>
          <a:prstGeom prst="ellipse">
            <a:avLst/>
          </a:prstGeom>
          <a:solidFill>
            <a:srgbClr val="3E8E52"/>
          </a:solidFill>
          <a:ln/>
        </p:spPr>
        <p:txBody>
          <a:bodyPr/>
          <a:lstStyle/>
          <a:p>
            <a:endParaRPr lang="en-AU"/>
          </a:p>
        </p:txBody>
      </p:sp>
      <p:pic>
        <p:nvPicPr>
          <p:cNvPr id="29" name="Image 1" descr="preencoded.png"/>
          <p:cNvPicPr>
            <a:picLocks noChangeAspect="1"/>
          </p:cNvPicPr>
          <p:nvPr/>
        </p:nvPicPr>
        <p:blipFill>
          <a:blip r:embed="rId4"/>
          <a:stretch>
            <a:fillRect/>
          </a:stretch>
        </p:blipFill>
        <p:spPr>
          <a:xfrm>
            <a:off x="813084" y="2129820"/>
            <a:ext cx="184343" cy="184343"/>
          </a:xfrm>
          <a:prstGeom prst="rect">
            <a:avLst/>
          </a:prstGeom>
        </p:spPr>
      </p:pic>
      <p:sp>
        <p:nvSpPr>
          <p:cNvPr id="30" name="Text 26"/>
          <p:cNvSpPr/>
          <p:nvPr/>
        </p:nvSpPr>
        <p:spPr>
          <a:xfrm>
            <a:off x="1261872" y="1993392"/>
            <a:ext cx="4846320" cy="868680"/>
          </a:xfrm>
          <a:prstGeom prst="rect">
            <a:avLst/>
          </a:prstGeom>
          <a:noFill/>
          <a:ln/>
        </p:spPr>
        <p:txBody>
          <a:bodyPr wrap="square" lIns="0" tIns="0" rIns="0" bIns="0" rtlCol="0" anchor="t"/>
          <a:lstStyle/>
          <a:p>
            <a:pPr marL="0" indent="0">
              <a:buNone/>
            </a:pPr>
            <a:r>
              <a:rPr lang="en-US" sz="1250" b="1" dirty="0">
                <a:solidFill>
                  <a:srgbClr val="0C2442"/>
                </a:solidFill>
                <a:latin typeface="Calibri" pitchFamily="34" charset="0"/>
                <a:ea typeface="Calibri" pitchFamily="34" charset="-122"/>
                <a:cs typeface="Calibri" pitchFamily="34" charset="-120"/>
              </a:rPr>
              <a:t>Recommended amendments</a:t>
            </a:r>
            <a:endParaRPr lang="en-US" sz="1250" dirty="0"/>
          </a:p>
          <a:p>
            <a:pPr marL="0" indent="0">
              <a:buNone/>
            </a:pPr>
            <a:r>
              <a:rPr lang="en-US" sz="1100" dirty="0">
                <a:solidFill>
                  <a:srgbClr val="1F2A3A"/>
                </a:solidFill>
                <a:latin typeface="Calibri" pitchFamily="34" charset="0"/>
                <a:ea typeface="Calibri" pitchFamily="34" charset="-122"/>
                <a:cs typeface="Calibri" pitchFamily="34" charset="-120"/>
              </a:rPr>
              <a:t>the page, what changed upstream, the AI's reasoning, the exact suggested edit — and the scores from every gate as evidence</a:t>
            </a:r>
            <a:endParaRPr lang="en-US" sz="1250" dirty="0"/>
          </a:p>
        </p:txBody>
      </p:sp>
      <p:sp>
        <p:nvSpPr>
          <p:cNvPr id="31" name="Shape 27"/>
          <p:cNvSpPr/>
          <p:nvPr/>
        </p:nvSpPr>
        <p:spPr>
          <a:xfrm>
            <a:off x="713232" y="2990088"/>
            <a:ext cx="384048" cy="384048"/>
          </a:xfrm>
          <a:prstGeom prst="ellipse">
            <a:avLst/>
          </a:prstGeom>
          <a:solidFill>
            <a:srgbClr val="E8A33D"/>
          </a:solidFill>
          <a:ln/>
        </p:spPr>
        <p:txBody>
          <a:bodyPr/>
          <a:lstStyle/>
          <a:p>
            <a:endParaRPr lang="en-AU"/>
          </a:p>
        </p:txBody>
      </p:sp>
      <p:pic>
        <p:nvPicPr>
          <p:cNvPr id="32" name="Image 2" descr="preencoded.png"/>
          <p:cNvPicPr>
            <a:picLocks noChangeAspect="1"/>
          </p:cNvPicPr>
          <p:nvPr/>
        </p:nvPicPr>
        <p:blipFill>
          <a:blip r:embed="rId5"/>
          <a:stretch>
            <a:fillRect/>
          </a:stretch>
        </p:blipFill>
        <p:spPr>
          <a:xfrm>
            <a:off x="813084" y="3089940"/>
            <a:ext cx="184343" cy="184343"/>
          </a:xfrm>
          <a:prstGeom prst="rect">
            <a:avLst/>
          </a:prstGeom>
        </p:spPr>
      </p:pic>
      <p:sp>
        <p:nvSpPr>
          <p:cNvPr id="33" name="Text 28"/>
          <p:cNvSpPr/>
          <p:nvPr/>
        </p:nvSpPr>
        <p:spPr>
          <a:xfrm>
            <a:off x="1261872" y="2953512"/>
            <a:ext cx="4846320" cy="868680"/>
          </a:xfrm>
          <a:prstGeom prst="rect">
            <a:avLst/>
          </a:prstGeom>
          <a:noFill/>
          <a:ln/>
        </p:spPr>
        <p:txBody>
          <a:bodyPr wrap="square" lIns="0" tIns="0" rIns="0" bIns="0" rtlCol="0" anchor="t"/>
          <a:lstStyle/>
          <a:p>
            <a:pPr marL="0" indent="0">
              <a:buNone/>
            </a:pPr>
            <a:r>
              <a:rPr lang="en-US" sz="1250" b="1" dirty="0">
                <a:solidFill>
                  <a:srgbClr val="0C2442"/>
                </a:solidFill>
                <a:latin typeface="Calibri" pitchFamily="34" charset="0"/>
                <a:ea typeface="Calibri" pitchFamily="34" charset="-122"/>
                <a:cs typeface="Calibri" pitchFamily="34" charset="-120"/>
              </a:rPr>
              <a:t>For human review</a:t>
            </a:r>
            <a:endParaRPr lang="en-US" sz="1250" dirty="0"/>
          </a:p>
          <a:p>
            <a:pPr marL="0" indent="0">
              <a:buNone/>
            </a:pPr>
            <a:r>
              <a:rPr lang="en-US" sz="1100" dirty="0">
                <a:solidFill>
                  <a:srgbClr val="1F2A3A"/>
                </a:solidFill>
                <a:latin typeface="Calibri" pitchFamily="34" charset="0"/>
                <a:ea typeface="Calibri" pitchFamily="34" charset="-122"/>
                <a:cs typeface="Calibri" pitchFamily="34" charset="-120"/>
              </a:rPr>
              <a:t>the “uncertain” pile, each with the AI's stated reason for doubt</a:t>
            </a:r>
            <a:endParaRPr lang="en-US" sz="1250" dirty="0"/>
          </a:p>
        </p:txBody>
      </p:sp>
      <p:sp>
        <p:nvSpPr>
          <p:cNvPr id="34" name="Shape 29"/>
          <p:cNvSpPr/>
          <p:nvPr/>
        </p:nvSpPr>
        <p:spPr>
          <a:xfrm>
            <a:off x="713232" y="3950208"/>
            <a:ext cx="384048" cy="384048"/>
          </a:xfrm>
          <a:prstGeom prst="ellipse">
            <a:avLst/>
          </a:prstGeom>
          <a:solidFill>
            <a:srgbClr val="8FA0B0"/>
          </a:solidFill>
          <a:ln/>
        </p:spPr>
        <p:txBody>
          <a:bodyPr/>
          <a:lstStyle/>
          <a:p>
            <a:endParaRPr lang="en-AU"/>
          </a:p>
        </p:txBody>
      </p:sp>
      <p:pic>
        <p:nvPicPr>
          <p:cNvPr id="35" name="Image 3" descr="preencoded.png"/>
          <p:cNvPicPr>
            <a:picLocks noChangeAspect="1"/>
          </p:cNvPicPr>
          <p:nvPr/>
        </p:nvPicPr>
        <p:blipFill>
          <a:blip r:embed="rId6"/>
          <a:stretch>
            <a:fillRect/>
          </a:stretch>
        </p:blipFill>
        <p:spPr>
          <a:xfrm>
            <a:off x="813084" y="4050060"/>
            <a:ext cx="184343" cy="184343"/>
          </a:xfrm>
          <a:prstGeom prst="rect">
            <a:avLst/>
          </a:prstGeom>
        </p:spPr>
      </p:pic>
      <p:sp>
        <p:nvSpPr>
          <p:cNvPr id="36" name="Text 30"/>
          <p:cNvSpPr/>
          <p:nvPr/>
        </p:nvSpPr>
        <p:spPr>
          <a:xfrm>
            <a:off x="1261872" y="3913632"/>
            <a:ext cx="4846320" cy="868680"/>
          </a:xfrm>
          <a:prstGeom prst="rect">
            <a:avLst/>
          </a:prstGeom>
          <a:noFill/>
          <a:ln/>
        </p:spPr>
        <p:txBody>
          <a:bodyPr wrap="square" lIns="0" tIns="0" rIns="0" bIns="0" rtlCol="0" anchor="t"/>
          <a:lstStyle/>
          <a:p>
            <a:pPr marL="0" indent="0">
              <a:buNone/>
            </a:pPr>
            <a:r>
              <a:rPr lang="en-US" sz="1250" b="1" dirty="0">
                <a:solidFill>
                  <a:srgbClr val="0C2442"/>
                </a:solidFill>
                <a:latin typeface="Calibri" pitchFamily="34" charset="0"/>
                <a:ea typeface="Calibri" pitchFamily="34" charset="-122"/>
                <a:cs typeface="Calibri" pitchFamily="34" charset="-120"/>
              </a:rPr>
              <a:t>Rejected at the final gates</a:t>
            </a:r>
            <a:endParaRPr lang="en-US" sz="1250" dirty="0"/>
          </a:p>
          <a:p>
            <a:pPr marL="0" indent="0">
              <a:buNone/>
            </a:pPr>
            <a:r>
              <a:rPr lang="en-US" sz="1100" dirty="0">
                <a:solidFill>
                  <a:srgbClr val="1F2A3A"/>
                </a:solidFill>
                <a:latin typeface="Calibri" pitchFamily="34" charset="0"/>
                <a:ea typeface="Calibri" pitchFamily="34" charset="-122"/>
                <a:cs typeface="Calibri" pitchFamily="34" charset="-120"/>
              </a:rPr>
              <a:t>near-misses the deep checks threw out — so over-filtering is just as visible as alerts</a:t>
            </a:r>
            <a:endParaRPr lang="en-US" sz="1250" dirty="0"/>
          </a:p>
        </p:txBody>
      </p:sp>
      <p:sp>
        <p:nvSpPr>
          <p:cNvPr id="37" name="Text 31"/>
          <p:cNvSpPr/>
          <p:nvPr/>
        </p:nvSpPr>
        <p:spPr>
          <a:xfrm>
            <a:off x="713232" y="5102352"/>
            <a:ext cx="5303520" cy="237744"/>
          </a:xfrm>
          <a:prstGeom prst="rect">
            <a:avLst/>
          </a:prstGeom>
          <a:noFill/>
          <a:ln/>
        </p:spPr>
        <p:txBody>
          <a:bodyPr wrap="square" lIns="0" tIns="0" rIns="0" bIns="0" rtlCol="0" anchor="ctr"/>
          <a:lstStyle/>
          <a:p>
            <a:pPr marL="0" indent="0">
              <a:buNone/>
            </a:pPr>
            <a:r>
              <a:rPr lang="en-US" sz="950" b="1" kern="0" spc="120" dirty="0">
                <a:solidFill>
                  <a:srgbClr val="4F7492"/>
                </a:solidFill>
                <a:latin typeface="Arial" pitchFamily="34" charset="0"/>
                <a:ea typeface="Arial" pitchFamily="34" charset="-122"/>
                <a:cs typeface="Arial" pitchFamily="34" charset="-120"/>
              </a:rPr>
              <a:t>ONE-CLICK FEEDBACK AT THE FOOT OF EVERY ITEM</a:t>
            </a:r>
            <a:endParaRPr lang="en-US" sz="950" dirty="0"/>
          </a:p>
        </p:txBody>
      </p:sp>
      <p:sp>
        <p:nvSpPr>
          <p:cNvPr id="38" name="Shape 32"/>
          <p:cNvSpPr/>
          <p:nvPr/>
        </p:nvSpPr>
        <p:spPr>
          <a:xfrm>
            <a:off x="713232" y="5413248"/>
            <a:ext cx="797357" cy="402336"/>
          </a:xfrm>
          <a:prstGeom prst="roundRect">
            <a:avLst>
              <a:gd name="adj" fmla="val 50000"/>
            </a:avLst>
          </a:prstGeom>
          <a:solidFill>
            <a:srgbClr val="FFFFFF"/>
          </a:solidFill>
          <a:ln w="15875">
            <a:solidFill>
              <a:srgbClr val="4F7492"/>
            </a:solidFill>
            <a:prstDash val="solid"/>
          </a:ln>
        </p:spPr>
        <p:txBody>
          <a:bodyPr/>
          <a:lstStyle/>
          <a:p>
            <a:endParaRPr lang="en-AU"/>
          </a:p>
        </p:txBody>
      </p:sp>
      <p:sp>
        <p:nvSpPr>
          <p:cNvPr id="39" name="Text 33"/>
          <p:cNvSpPr/>
          <p:nvPr/>
        </p:nvSpPr>
        <p:spPr>
          <a:xfrm>
            <a:off x="713232" y="5413248"/>
            <a:ext cx="797357" cy="402336"/>
          </a:xfrm>
          <a:prstGeom prst="rect">
            <a:avLst/>
          </a:prstGeom>
          <a:noFill/>
          <a:ln/>
        </p:spPr>
        <p:txBody>
          <a:bodyPr wrap="square" lIns="0" tIns="0" rIns="0" bIns="0" rtlCol="0" anchor="ctr"/>
          <a:lstStyle/>
          <a:p>
            <a:pPr marL="0" indent="0" algn="ctr">
              <a:buNone/>
            </a:pPr>
            <a:r>
              <a:rPr lang="en-US" sz="1050" b="1" dirty="0">
                <a:solidFill>
                  <a:srgbClr val="4F7492"/>
                </a:solidFill>
                <a:latin typeface="Calibri" pitchFamily="34" charset="0"/>
                <a:ea typeface="Calibri" pitchFamily="34" charset="-122"/>
                <a:cs typeface="Calibri" pitchFamily="34" charset="-120"/>
              </a:rPr>
              <a:t>Useful</a:t>
            </a:r>
            <a:endParaRPr lang="en-US" sz="1050" dirty="0"/>
          </a:p>
        </p:txBody>
      </p:sp>
      <p:sp>
        <p:nvSpPr>
          <p:cNvPr id="40" name="Shape 34"/>
          <p:cNvSpPr/>
          <p:nvPr/>
        </p:nvSpPr>
        <p:spPr>
          <a:xfrm>
            <a:off x="1638605" y="5413248"/>
            <a:ext cx="1472184" cy="402336"/>
          </a:xfrm>
          <a:prstGeom prst="roundRect">
            <a:avLst>
              <a:gd name="adj" fmla="val 50000"/>
            </a:avLst>
          </a:prstGeom>
          <a:solidFill>
            <a:srgbClr val="FFFFFF"/>
          </a:solidFill>
          <a:ln w="15875">
            <a:solidFill>
              <a:srgbClr val="4F7492"/>
            </a:solidFill>
            <a:prstDash val="solid"/>
          </a:ln>
        </p:spPr>
        <p:txBody>
          <a:bodyPr/>
          <a:lstStyle/>
          <a:p>
            <a:endParaRPr lang="en-AU"/>
          </a:p>
        </p:txBody>
      </p:sp>
      <p:sp>
        <p:nvSpPr>
          <p:cNvPr id="41" name="Text 35"/>
          <p:cNvSpPr/>
          <p:nvPr/>
        </p:nvSpPr>
        <p:spPr>
          <a:xfrm>
            <a:off x="1638605" y="5413248"/>
            <a:ext cx="1472184" cy="402336"/>
          </a:xfrm>
          <a:prstGeom prst="rect">
            <a:avLst/>
          </a:prstGeom>
          <a:noFill/>
          <a:ln/>
        </p:spPr>
        <p:txBody>
          <a:bodyPr wrap="square" lIns="0" tIns="0" rIns="0" bIns="0" rtlCol="0" anchor="ctr"/>
          <a:lstStyle/>
          <a:p>
            <a:pPr marL="0" indent="0" algn="ctr">
              <a:buNone/>
            </a:pPr>
            <a:r>
              <a:rPr lang="en-US" sz="1050" b="1" dirty="0">
                <a:solidFill>
                  <a:srgbClr val="4F7492"/>
                </a:solidFill>
                <a:latin typeface="Calibri" pitchFamily="34" charset="0"/>
                <a:ea typeface="Calibri" pitchFamily="34" charset="-122"/>
                <a:cs typeface="Calibri" pitchFamily="34" charset="-120"/>
              </a:rPr>
              <a:t>Not significant</a:t>
            </a:r>
            <a:endParaRPr lang="en-US" sz="1050" dirty="0"/>
          </a:p>
        </p:txBody>
      </p:sp>
      <p:sp>
        <p:nvSpPr>
          <p:cNvPr id="42" name="Shape 36"/>
          <p:cNvSpPr/>
          <p:nvPr/>
        </p:nvSpPr>
        <p:spPr>
          <a:xfrm>
            <a:off x="3238805" y="5413248"/>
            <a:ext cx="1472184" cy="402336"/>
          </a:xfrm>
          <a:prstGeom prst="roundRect">
            <a:avLst>
              <a:gd name="adj" fmla="val 50000"/>
            </a:avLst>
          </a:prstGeom>
          <a:solidFill>
            <a:srgbClr val="FFFFFF"/>
          </a:solidFill>
          <a:ln w="15875">
            <a:solidFill>
              <a:srgbClr val="4F7492"/>
            </a:solidFill>
            <a:prstDash val="solid"/>
          </a:ln>
        </p:spPr>
        <p:txBody>
          <a:bodyPr/>
          <a:lstStyle/>
          <a:p>
            <a:endParaRPr lang="en-AU"/>
          </a:p>
        </p:txBody>
      </p:sp>
      <p:sp>
        <p:nvSpPr>
          <p:cNvPr id="43" name="Text 37"/>
          <p:cNvSpPr/>
          <p:nvPr/>
        </p:nvSpPr>
        <p:spPr>
          <a:xfrm>
            <a:off x="3238805" y="5413248"/>
            <a:ext cx="1472184" cy="402336"/>
          </a:xfrm>
          <a:prstGeom prst="rect">
            <a:avLst/>
          </a:prstGeom>
          <a:noFill/>
          <a:ln/>
        </p:spPr>
        <p:txBody>
          <a:bodyPr wrap="square" lIns="0" tIns="0" rIns="0" bIns="0" rtlCol="0" anchor="ctr"/>
          <a:lstStyle/>
          <a:p>
            <a:pPr marL="0" indent="0" algn="ctr">
              <a:buNone/>
            </a:pPr>
            <a:r>
              <a:rPr lang="en-US" sz="1050" b="1" dirty="0">
                <a:solidFill>
                  <a:srgbClr val="4F7492"/>
                </a:solidFill>
                <a:latin typeface="Calibri" pitchFamily="34" charset="0"/>
                <a:ea typeface="Calibri" pitchFamily="34" charset="-122"/>
                <a:cs typeface="Calibri" pitchFamily="34" charset="-120"/>
              </a:rPr>
              <a:t>Wrong amendment</a:t>
            </a:r>
            <a:endParaRPr lang="en-US" sz="1050" dirty="0"/>
          </a:p>
        </p:txBody>
      </p:sp>
      <p:sp>
        <p:nvSpPr>
          <p:cNvPr id="44" name="Shape 38"/>
          <p:cNvSpPr/>
          <p:nvPr/>
        </p:nvSpPr>
        <p:spPr>
          <a:xfrm>
            <a:off x="4839005" y="5413248"/>
            <a:ext cx="1097280" cy="402336"/>
          </a:xfrm>
          <a:prstGeom prst="roundRect">
            <a:avLst>
              <a:gd name="adj" fmla="val 50000"/>
            </a:avLst>
          </a:prstGeom>
          <a:solidFill>
            <a:srgbClr val="FFFFFF"/>
          </a:solidFill>
          <a:ln w="15875">
            <a:solidFill>
              <a:srgbClr val="4F7492"/>
            </a:solidFill>
            <a:prstDash val="solid"/>
          </a:ln>
        </p:spPr>
        <p:txBody>
          <a:bodyPr/>
          <a:lstStyle/>
          <a:p>
            <a:endParaRPr lang="en-AU"/>
          </a:p>
        </p:txBody>
      </p:sp>
      <p:sp>
        <p:nvSpPr>
          <p:cNvPr id="45" name="Text 39"/>
          <p:cNvSpPr/>
          <p:nvPr/>
        </p:nvSpPr>
        <p:spPr>
          <a:xfrm>
            <a:off x="4839005" y="5413248"/>
            <a:ext cx="1097280" cy="402336"/>
          </a:xfrm>
          <a:prstGeom prst="rect">
            <a:avLst/>
          </a:prstGeom>
          <a:noFill/>
          <a:ln/>
        </p:spPr>
        <p:txBody>
          <a:bodyPr wrap="square" lIns="0" tIns="0" rIns="0" bIns="0" rtlCol="0" anchor="ctr"/>
          <a:lstStyle/>
          <a:p>
            <a:pPr marL="0" indent="0" algn="ctr">
              <a:buNone/>
            </a:pPr>
            <a:r>
              <a:rPr lang="en-US" sz="1050" b="1" dirty="0">
                <a:solidFill>
                  <a:srgbClr val="4F7492"/>
                </a:solidFill>
                <a:latin typeface="Calibri" pitchFamily="34" charset="0"/>
                <a:ea typeface="Calibri" pitchFamily="34" charset="-122"/>
                <a:cs typeface="Calibri" pitchFamily="34" charset="-120"/>
              </a:rPr>
              <a:t>Wrong page</a:t>
            </a:r>
            <a:endParaRPr lang="en-US" sz="1050" dirty="0"/>
          </a:p>
        </p:txBody>
      </p:sp>
      <p:sp>
        <p:nvSpPr>
          <p:cNvPr id="46" name="Shape 40"/>
          <p:cNvSpPr/>
          <p:nvPr/>
        </p:nvSpPr>
        <p:spPr>
          <a:xfrm>
            <a:off x="6629400" y="1298448"/>
            <a:ext cx="5056632" cy="3931920"/>
          </a:xfrm>
          <a:prstGeom prst="roundRect">
            <a:avLst>
              <a:gd name="adj" fmla="val 2093"/>
            </a:avLst>
          </a:prstGeom>
          <a:solidFill>
            <a:srgbClr val="EEF2F7"/>
          </a:solidFill>
          <a:ln/>
        </p:spPr>
        <p:txBody>
          <a:bodyPr/>
          <a:lstStyle/>
          <a:p>
            <a:endParaRPr lang="en-AU"/>
          </a:p>
        </p:txBody>
      </p:sp>
      <p:sp>
        <p:nvSpPr>
          <p:cNvPr id="47" name="Text 41"/>
          <p:cNvSpPr/>
          <p:nvPr/>
        </p:nvSpPr>
        <p:spPr>
          <a:xfrm>
            <a:off x="6876288" y="1444752"/>
            <a:ext cx="4572000" cy="274320"/>
          </a:xfrm>
          <a:prstGeom prst="rect">
            <a:avLst/>
          </a:prstGeom>
          <a:noFill/>
          <a:ln/>
        </p:spPr>
        <p:txBody>
          <a:bodyPr wrap="square" lIns="0" tIns="0" rIns="0" bIns="0" rtlCol="0" anchor="ctr"/>
          <a:lstStyle/>
          <a:p>
            <a:pPr marL="0" indent="0">
              <a:buNone/>
            </a:pPr>
            <a:r>
              <a:rPr lang="en-US" sz="1150" b="1" kern="0" spc="100" dirty="0">
                <a:solidFill>
                  <a:srgbClr val="0C2442"/>
                </a:solidFill>
                <a:latin typeface="Arial" pitchFamily="34" charset="0"/>
                <a:ea typeface="Arial" pitchFamily="34" charset="-122"/>
                <a:cs typeface="Arial" pitchFamily="34" charset="-120"/>
              </a:rPr>
              <a:t>THE LEARNING LOOP</a:t>
            </a:r>
            <a:endParaRPr lang="en-US" sz="1150" dirty="0"/>
          </a:p>
        </p:txBody>
      </p:sp>
      <p:sp>
        <p:nvSpPr>
          <p:cNvPr id="48" name="Shape 42"/>
          <p:cNvSpPr/>
          <p:nvPr/>
        </p:nvSpPr>
        <p:spPr>
          <a:xfrm>
            <a:off x="6876288" y="1810512"/>
            <a:ext cx="4160520" cy="658368"/>
          </a:xfrm>
          <a:prstGeom prst="roundRect">
            <a:avLst>
              <a:gd name="adj" fmla="val 12500"/>
            </a:avLst>
          </a:prstGeom>
          <a:solidFill>
            <a:srgbClr val="FFFFFF"/>
          </a:solidFill>
          <a:ln w="12700">
            <a:solidFill>
              <a:srgbClr val="C9D6E2"/>
            </a:solidFill>
            <a:prstDash val="solid"/>
          </a:ln>
        </p:spPr>
        <p:txBody>
          <a:bodyPr/>
          <a:lstStyle/>
          <a:p>
            <a:endParaRPr lang="en-AU"/>
          </a:p>
        </p:txBody>
      </p:sp>
      <p:sp>
        <p:nvSpPr>
          <p:cNvPr id="49" name="Text 43"/>
          <p:cNvSpPr/>
          <p:nvPr/>
        </p:nvSpPr>
        <p:spPr>
          <a:xfrm>
            <a:off x="7040880" y="1810512"/>
            <a:ext cx="3886200" cy="658368"/>
          </a:xfrm>
          <a:prstGeom prst="rect">
            <a:avLst/>
          </a:prstGeom>
          <a:noFill/>
          <a:ln/>
        </p:spPr>
        <p:txBody>
          <a:bodyPr wrap="square" lIns="0" tIns="0" rIns="0" bIns="0" rtlCol="0" anchor="ctr"/>
          <a:lstStyle/>
          <a:p>
            <a:pPr marL="0" indent="0">
              <a:buNone/>
            </a:pPr>
            <a:r>
              <a:rPr lang="en-US" sz="1150" b="1" dirty="0">
                <a:solidFill>
                  <a:srgbClr val="0C2442"/>
                </a:solidFill>
                <a:latin typeface="Calibri" pitchFamily="34" charset="0"/>
                <a:ea typeface="Calibri" pitchFamily="34" charset="-122"/>
                <a:cs typeface="Calibri" pitchFamily="34" charset="-120"/>
              </a:rPr>
              <a:t>Tripwire alerts  </a:t>
            </a:r>
            <a:r>
              <a:rPr lang="en-US" sz="1050" dirty="0">
                <a:solidFill>
                  <a:srgbClr val="5E6B7A"/>
                </a:solidFill>
                <a:latin typeface="Calibri" pitchFamily="34" charset="0"/>
                <a:ea typeface="Calibri" pitchFamily="34" charset="-122"/>
                <a:cs typeface="Calibri" pitchFamily="34" charset="-120"/>
              </a:rPr>
              <a:t>— one consolidated email per run</a:t>
            </a:r>
            <a:endParaRPr lang="en-US" sz="1150" dirty="0"/>
          </a:p>
        </p:txBody>
      </p:sp>
      <p:sp>
        <p:nvSpPr>
          <p:cNvPr id="50" name="Shape 44"/>
          <p:cNvSpPr/>
          <p:nvPr/>
        </p:nvSpPr>
        <p:spPr>
          <a:xfrm flipV="1">
            <a:off x="8869680" y="2496312"/>
            <a:ext cx="182880" cy="128016"/>
          </a:xfrm>
          <a:prstGeom prst="triangle">
            <a:avLst/>
          </a:prstGeom>
          <a:solidFill>
            <a:srgbClr val="4F7492"/>
          </a:solidFill>
          <a:ln/>
        </p:spPr>
        <p:txBody>
          <a:bodyPr/>
          <a:lstStyle/>
          <a:p>
            <a:endParaRPr lang="en-AU"/>
          </a:p>
        </p:txBody>
      </p:sp>
      <p:sp>
        <p:nvSpPr>
          <p:cNvPr id="51" name="Shape 45"/>
          <p:cNvSpPr/>
          <p:nvPr/>
        </p:nvSpPr>
        <p:spPr>
          <a:xfrm>
            <a:off x="6876288" y="2660904"/>
            <a:ext cx="4160520" cy="658368"/>
          </a:xfrm>
          <a:prstGeom prst="roundRect">
            <a:avLst>
              <a:gd name="adj" fmla="val 12500"/>
            </a:avLst>
          </a:prstGeom>
          <a:solidFill>
            <a:srgbClr val="FFFFFF"/>
          </a:solidFill>
          <a:ln w="12700">
            <a:solidFill>
              <a:srgbClr val="C9D6E2"/>
            </a:solidFill>
            <a:prstDash val="solid"/>
          </a:ln>
        </p:spPr>
        <p:txBody>
          <a:bodyPr/>
          <a:lstStyle/>
          <a:p>
            <a:endParaRPr lang="en-AU"/>
          </a:p>
        </p:txBody>
      </p:sp>
      <p:sp>
        <p:nvSpPr>
          <p:cNvPr id="52" name="Text 46"/>
          <p:cNvSpPr/>
          <p:nvPr/>
        </p:nvSpPr>
        <p:spPr>
          <a:xfrm>
            <a:off x="7040880" y="2660904"/>
            <a:ext cx="3886200" cy="658368"/>
          </a:xfrm>
          <a:prstGeom prst="rect">
            <a:avLst/>
          </a:prstGeom>
          <a:noFill/>
          <a:ln/>
        </p:spPr>
        <p:txBody>
          <a:bodyPr wrap="square" lIns="0" tIns="0" rIns="0" bIns="0" rtlCol="0" anchor="ctr"/>
          <a:lstStyle/>
          <a:p>
            <a:pPr marL="0" indent="0">
              <a:buNone/>
            </a:pPr>
            <a:r>
              <a:rPr lang="en-US" sz="1150" b="1" dirty="0">
                <a:solidFill>
                  <a:srgbClr val="0C2442"/>
                </a:solidFill>
                <a:latin typeface="Calibri" pitchFamily="34" charset="0"/>
                <a:ea typeface="Calibri" pitchFamily="34" charset="-122"/>
                <a:cs typeface="Calibri" pitchFamily="34" charset="-120"/>
              </a:rPr>
              <a:t>A person decides  </a:t>
            </a:r>
            <a:r>
              <a:rPr lang="en-US" sz="1050" dirty="0">
                <a:solidFill>
                  <a:srgbClr val="5E6B7A"/>
                </a:solidFill>
                <a:latin typeface="Calibri" pitchFamily="34" charset="0"/>
                <a:ea typeface="Calibri" pitchFamily="34" charset="-122"/>
                <a:cs typeface="Calibri" pitchFamily="34" charset="-120"/>
              </a:rPr>
              <a:t>— acts on the site — and clicks one button</a:t>
            </a:r>
            <a:endParaRPr lang="en-US" sz="1150" dirty="0"/>
          </a:p>
        </p:txBody>
      </p:sp>
      <p:sp>
        <p:nvSpPr>
          <p:cNvPr id="53" name="Shape 47"/>
          <p:cNvSpPr/>
          <p:nvPr/>
        </p:nvSpPr>
        <p:spPr>
          <a:xfrm flipV="1">
            <a:off x="8869680" y="3346704"/>
            <a:ext cx="182880" cy="128016"/>
          </a:xfrm>
          <a:prstGeom prst="triangle">
            <a:avLst/>
          </a:prstGeom>
          <a:solidFill>
            <a:srgbClr val="4F7492"/>
          </a:solidFill>
          <a:ln/>
        </p:spPr>
        <p:txBody>
          <a:bodyPr/>
          <a:lstStyle/>
          <a:p>
            <a:endParaRPr lang="en-AU"/>
          </a:p>
        </p:txBody>
      </p:sp>
      <p:sp>
        <p:nvSpPr>
          <p:cNvPr id="54" name="Shape 48"/>
          <p:cNvSpPr/>
          <p:nvPr/>
        </p:nvSpPr>
        <p:spPr>
          <a:xfrm>
            <a:off x="6876288" y="3511296"/>
            <a:ext cx="4160520" cy="658368"/>
          </a:xfrm>
          <a:prstGeom prst="roundRect">
            <a:avLst>
              <a:gd name="adj" fmla="val 12500"/>
            </a:avLst>
          </a:prstGeom>
          <a:solidFill>
            <a:srgbClr val="FFFFFF"/>
          </a:solidFill>
          <a:ln w="12700">
            <a:solidFill>
              <a:srgbClr val="C9D6E2"/>
            </a:solidFill>
            <a:prstDash val="solid"/>
          </a:ln>
        </p:spPr>
        <p:txBody>
          <a:bodyPr/>
          <a:lstStyle/>
          <a:p>
            <a:endParaRPr lang="en-AU"/>
          </a:p>
        </p:txBody>
      </p:sp>
      <p:sp>
        <p:nvSpPr>
          <p:cNvPr id="55" name="Text 49"/>
          <p:cNvSpPr/>
          <p:nvPr/>
        </p:nvSpPr>
        <p:spPr>
          <a:xfrm>
            <a:off x="7040880" y="3511296"/>
            <a:ext cx="3886200" cy="658368"/>
          </a:xfrm>
          <a:prstGeom prst="rect">
            <a:avLst/>
          </a:prstGeom>
          <a:noFill/>
          <a:ln/>
        </p:spPr>
        <p:txBody>
          <a:bodyPr wrap="square" lIns="0" tIns="0" rIns="0" bIns="0" rtlCol="0" anchor="ctr"/>
          <a:lstStyle/>
          <a:p>
            <a:pPr marL="0" indent="0">
              <a:buNone/>
            </a:pPr>
            <a:r>
              <a:rPr lang="en-US" sz="1150" b="1" dirty="0">
                <a:solidFill>
                  <a:srgbClr val="0C2442"/>
                </a:solidFill>
                <a:latin typeface="Calibri" pitchFamily="34" charset="0"/>
                <a:ea typeface="Calibri" pitchFamily="34" charset="-122"/>
                <a:cs typeface="Calibri" pitchFamily="34" charset="-120"/>
              </a:rPr>
              <a:t>Replies filed automatically  </a:t>
            </a:r>
            <a:r>
              <a:rPr lang="en-US" sz="1050" dirty="0">
                <a:solidFill>
                  <a:srgbClr val="5E6B7A"/>
                </a:solidFill>
                <a:latin typeface="Calibri" pitchFamily="34" charset="0"/>
                <a:ea typeface="Calibri" pitchFamily="34" charset="-122"/>
                <a:cs typeface="Calibri" pitchFamily="34" charset="-120"/>
              </a:rPr>
              <a:t>— a scheduled job reads the mailbox into structured records</a:t>
            </a:r>
            <a:endParaRPr lang="en-US" sz="1150" dirty="0"/>
          </a:p>
        </p:txBody>
      </p:sp>
      <p:sp>
        <p:nvSpPr>
          <p:cNvPr id="56" name="Shape 50"/>
          <p:cNvSpPr/>
          <p:nvPr/>
        </p:nvSpPr>
        <p:spPr>
          <a:xfrm flipV="1">
            <a:off x="8869680" y="4197096"/>
            <a:ext cx="182880" cy="128016"/>
          </a:xfrm>
          <a:prstGeom prst="triangle">
            <a:avLst/>
          </a:prstGeom>
          <a:solidFill>
            <a:srgbClr val="4F7492"/>
          </a:solidFill>
          <a:ln/>
        </p:spPr>
        <p:txBody>
          <a:bodyPr/>
          <a:lstStyle/>
          <a:p>
            <a:endParaRPr lang="en-AU"/>
          </a:p>
        </p:txBody>
      </p:sp>
      <p:sp>
        <p:nvSpPr>
          <p:cNvPr id="57" name="Shape 51"/>
          <p:cNvSpPr/>
          <p:nvPr/>
        </p:nvSpPr>
        <p:spPr>
          <a:xfrm>
            <a:off x="6876288" y="4361688"/>
            <a:ext cx="4160520" cy="658368"/>
          </a:xfrm>
          <a:prstGeom prst="roundRect">
            <a:avLst>
              <a:gd name="adj" fmla="val 12500"/>
            </a:avLst>
          </a:prstGeom>
          <a:solidFill>
            <a:srgbClr val="FFFFFF"/>
          </a:solidFill>
          <a:ln w="12700">
            <a:solidFill>
              <a:srgbClr val="C9D6E2"/>
            </a:solidFill>
            <a:prstDash val="solid"/>
          </a:ln>
        </p:spPr>
        <p:txBody>
          <a:bodyPr/>
          <a:lstStyle/>
          <a:p>
            <a:endParaRPr lang="en-AU"/>
          </a:p>
        </p:txBody>
      </p:sp>
      <p:sp>
        <p:nvSpPr>
          <p:cNvPr id="58" name="Text 52"/>
          <p:cNvSpPr/>
          <p:nvPr/>
        </p:nvSpPr>
        <p:spPr>
          <a:xfrm>
            <a:off x="7040880" y="4361688"/>
            <a:ext cx="3886200" cy="658368"/>
          </a:xfrm>
          <a:prstGeom prst="rect">
            <a:avLst/>
          </a:prstGeom>
          <a:noFill/>
          <a:ln/>
        </p:spPr>
        <p:txBody>
          <a:bodyPr wrap="square" lIns="0" tIns="0" rIns="0" bIns="0" rtlCol="0" anchor="ctr"/>
          <a:lstStyle/>
          <a:p>
            <a:pPr marL="0" indent="0">
              <a:buNone/>
            </a:pPr>
            <a:r>
              <a:rPr lang="en-US" sz="1150" b="1" dirty="0">
                <a:solidFill>
                  <a:srgbClr val="0C2442"/>
                </a:solidFill>
                <a:latin typeface="Calibri" pitchFamily="34" charset="0"/>
                <a:ea typeface="Calibri" pitchFamily="34" charset="-122"/>
                <a:cs typeface="Calibri" pitchFamily="34" charset="-120"/>
              </a:rPr>
              <a:t>Thresholds tuned on evidence  </a:t>
            </a:r>
            <a:r>
              <a:rPr lang="en-US" sz="1050" dirty="0">
                <a:solidFill>
                  <a:srgbClr val="5E6B7A"/>
                </a:solidFill>
                <a:latin typeface="Calibri" pitchFamily="34" charset="0"/>
                <a:ea typeface="Calibri" pitchFamily="34" charset="-122"/>
                <a:cs typeface="Calibri" pitchFamily="34" charset="-120"/>
              </a:rPr>
              <a:t>— each button points at a different gate to adjust</a:t>
            </a:r>
            <a:endParaRPr lang="en-US" sz="1150" dirty="0"/>
          </a:p>
        </p:txBody>
      </p:sp>
      <p:sp>
        <p:nvSpPr>
          <p:cNvPr id="59" name="Shape 53"/>
          <p:cNvSpPr/>
          <p:nvPr/>
        </p:nvSpPr>
        <p:spPr>
          <a:xfrm>
            <a:off x="11201400" y="2139696"/>
            <a:ext cx="0" cy="2743200"/>
          </a:xfrm>
          <a:prstGeom prst="line">
            <a:avLst/>
          </a:prstGeom>
          <a:noFill/>
          <a:ln w="22225">
            <a:solidFill>
              <a:srgbClr val="4F7492"/>
            </a:solidFill>
            <a:prstDash val="dash"/>
            <a:tailEnd type="triangle"/>
          </a:ln>
        </p:spPr>
        <p:txBody>
          <a:bodyPr/>
          <a:lstStyle/>
          <a:p>
            <a:endParaRPr lang="en-AU"/>
          </a:p>
        </p:txBody>
      </p:sp>
      <p:sp>
        <p:nvSpPr>
          <p:cNvPr id="60" name="Text 54"/>
          <p:cNvSpPr/>
          <p:nvPr/>
        </p:nvSpPr>
        <p:spPr>
          <a:xfrm>
            <a:off x="6876288" y="5349240"/>
            <a:ext cx="4809744" cy="777240"/>
          </a:xfrm>
          <a:prstGeom prst="rect">
            <a:avLst/>
          </a:prstGeom>
          <a:noFill/>
          <a:ln/>
        </p:spPr>
        <p:txBody>
          <a:bodyPr wrap="square" lIns="0" tIns="0" rIns="0" bIns="0" rtlCol="0" anchor="ctr"/>
          <a:lstStyle/>
          <a:p>
            <a:pPr marL="0" indent="0">
              <a:buNone/>
            </a:pPr>
            <a:r>
              <a:rPr lang="en-US" sz="1150" i="1" dirty="0">
                <a:solidFill>
                  <a:srgbClr val="5E6B7A"/>
                </a:solidFill>
                <a:latin typeface="Calibri" pitchFamily="34" charset="0"/>
                <a:ea typeface="Calibri" pitchFamily="34" charset="-122"/>
                <a:cs typeface="Calibri" pitchFamily="34" charset="-120"/>
              </a:rPr>
              <a:t>“Wrong page” tunes the search gates; “wrong amendment” tunes the exam. Feedback lands on the gate that erred.</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A7CE-31F3-DD5F-21B7-738B78B67D20}"/>
              </a:ext>
            </a:extLst>
          </p:cNvPr>
          <p:cNvSpPr>
            <a:spLocks noGrp="1"/>
          </p:cNvSpPr>
          <p:nvPr>
            <p:ph type="title"/>
          </p:nvPr>
        </p:nvSpPr>
        <p:spPr>
          <a:xfrm>
            <a:off x="387596" y="365125"/>
            <a:ext cx="10515600" cy="1325563"/>
          </a:xfrm>
        </p:spPr>
        <p:txBody>
          <a:bodyPr/>
          <a:lstStyle/>
          <a:p>
            <a:r>
              <a:rPr lang="en-AU" b="1" dirty="0"/>
              <a:t>Scalable and domain agnostic</a:t>
            </a:r>
          </a:p>
        </p:txBody>
      </p:sp>
      <p:pic>
        <p:nvPicPr>
          <p:cNvPr id="5" name="Picture 4">
            <a:extLst>
              <a:ext uri="{FF2B5EF4-FFF2-40B4-BE49-F238E27FC236}">
                <a16:creationId xmlns:a16="http://schemas.microsoft.com/office/drawing/2014/main" id="{29D3EF7A-A13D-E7EE-5763-24ECD52B9A42}"/>
              </a:ext>
            </a:extLst>
          </p:cNvPr>
          <p:cNvPicPr>
            <a:picLocks noChangeAspect="1"/>
          </p:cNvPicPr>
          <p:nvPr/>
        </p:nvPicPr>
        <p:blipFill>
          <a:blip r:embed="rId2">
            <a:extLst>
              <a:ext uri="{28A0092B-C50C-407E-A947-70E740481C1C}">
                <a14:useLocalDpi xmlns:a14="http://schemas.microsoft.com/office/drawing/2010/main" val="0"/>
              </a:ext>
            </a:extLst>
          </a:blip>
          <a:srcRect l="1496" t="13703" r="5021" b="5121"/>
          <a:stretch>
            <a:fillRect/>
          </a:stretch>
        </p:blipFill>
        <p:spPr>
          <a:xfrm>
            <a:off x="1858606" y="1543543"/>
            <a:ext cx="6565408" cy="4032415"/>
          </a:xfrm>
          <a:prstGeom prst="rect">
            <a:avLst/>
          </a:prstGeom>
        </p:spPr>
      </p:pic>
      <p:sp>
        <p:nvSpPr>
          <p:cNvPr id="7" name="TextBox 6">
            <a:extLst>
              <a:ext uri="{FF2B5EF4-FFF2-40B4-BE49-F238E27FC236}">
                <a16:creationId xmlns:a16="http://schemas.microsoft.com/office/drawing/2014/main" id="{62B184EE-B756-4854-A726-911EADA599A7}"/>
              </a:ext>
            </a:extLst>
          </p:cNvPr>
          <p:cNvSpPr txBox="1"/>
          <p:nvPr/>
        </p:nvSpPr>
        <p:spPr>
          <a:xfrm>
            <a:off x="264947" y="5723103"/>
            <a:ext cx="6840045" cy="923330"/>
          </a:xfrm>
          <a:prstGeom prst="rect">
            <a:avLst/>
          </a:prstGeom>
          <a:noFill/>
        </p:spPr>
        <p:txBody>
          <a:bodyPr wrap="square">
            <a:spAutoFit/>
          </a:bodyPr>
          <a:lstStyle/>
          <a:p>
            <a:r>
              <a:rPr lang="en-US" dirty="0"/>
              <a:t>Using the free tier of </a:t>
            </a:r>
            <a:r>
              <a:rPr lang="en-US" dirty="0" err="1"/>
              <a:t>Github</a:t>
            </a:r>
            <a:r>
              <a:rPr lang="en-US" dirty="0"/>
              <a:t> and open source embedding models, we automatically created a </a:t>
            </a:r>
            <a:r>
              <a:rPr lang="en-US" dirty="0" err="1"/>
              <a:t>queryable</a:t>
            </a:r>
            <a:r>
              <a:rPr lang="en-US" dirty="0"/>
              <a:t> database of the Australian CDC website (836 webpages) in &lt;2 hours</a:t>
            </a:r>
          </a:p>
        </p:txBody>
      </p:sp>
    </p:spTree>
    <p:extLst>
      <p:ext uri="{BB962C8B-B14F-4D97-AF65-F5344CB8AC3E}">
        <p14:creationId xmlns:p14="http://schemas.microsoft.com/office/powerpoint/2010/main" val="17314162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F7D37-9AA7-5589-1AAB-1D9435A27F48}"/>
              </a:ext>
            </a:extLst>
          </p:cNvPr>
          <p:cNvSpPr>
            <a:spLocks noGrp="1"/>
          </p:cNvSpPr>
          <p:nvPr>
            <p:ph type="title"/>
          </p:nvPr>
        </p:nvSpPr>
        <p:spPr>
          <a:xfrm>
            <a:off x="494167" y="775676"/>
            <a:ext cx="3586943" cy="2386624"/>
          </a:xfrm>
        </p:spPr>
        <p:txBody>
          <a:bodyPr>
            <a:normAutofit fontScale="90000"/>
          </a:bodyPr>
          <a:lstStyle/>
          <a:p>
            <a:r>
              <a:rPr lang="en-AU" b="1" dirty="0">
                <a:latin typeface="+mn-lt"/>
              </a:rPr>
              <a:t>Iterate and improve through a single config</a:t>
            </a:r>
          </a:p>
        </p:txBody>
      </p:sp>
      <p:sp>
        <p:nvSpPr>
          <p:cNvPr id="3" name="Content Placeholder 2">
            <a:extLst>
              <a:ext uri="{FF2B5EF4-FFF2-40B4-BE49-F238E27FC236}">
                <a16:creationId xmlns:a16="http://schemas.microsoft.com/office/drawing/2014/main" id="{424AC631-DB94-D4B1-2770-E46E10EE24A0}"/>
              </a:ext>
            </a:extLst>
          </p:cNvPr>
          <p:cNvSpPr>
            <a:spLocks noGrp="1"/>
          </p:cNvSpPr>
          <p:nvPr>
            <p:ph idx="1"/>
          </p:nvPr>
        </p:nvSpPr>
        <p:spPr>
          <a:xfrm>
            <a:off x="494168" y="5375218"/>
            <a:ext cx="10515600" cy="1125129"/>
          </a:xfrm>
        </p:spPr>
        <p:txBody>
          <a:bodyPr>
            <a:normAutofit fontScale="70000" lnSpcReduction="20000"/>
          </a:bodyPr>
          <a:lstStyle/>
          <a:p>
            <a:pPr marL="0" indent="0">
              <a:buNone/>
            </a:pPr>
            <a:r>
              <a:rPr lang="en-AU" dirty="0"/>
              <a:t>Set to </a:t>
            </a:r>
            <a:r>
              <a:rPr lang="en-AU" b="1" dirty="0"/>
              <a:t>0.63</a:t>
            </a:r>
            <a:r>
              <a:rPr lang="en-AU" dirty="0"/>
              <a:t> in </a:t>
            </a:r>
            <a:r>
              <a:rPr lang="en-AU" dirty="0" err="1"/>
              <a:t>tripwire_config.yaml</a:t>
            </a:r>
            <a:r>
              <a:rPr lang="en-AU" dirty="0"/>
              <a:t> based on calibration data: every known true positive scored ≥ 0.666, providing a 0.036 safety margin</a:t>
            </a:r>
          </a:p>
          <a:p>
            <a:pPr marL="0" indent="0">
              <a:buNone/>
            </a:pPr>
            <a:r>
              <a:rPr lang="en-AU" dirty="0"/>
              <a:t>Effect: removes ~24% of false-positive LLM calls (138 of 546 noise pages) while retaining 100% recall on the labelled set</a:t>
            </a:r>
          </a:p>
          <a:p>
            <a:endParaRPr lang="en-AU" dirty="0"/>
          </a:p>
        </p:txBody>
      </p:sp>
      <p:pic>
        <p:nvPicPr>
          <p:cNvPr id="5" name="Picture 4">
            <a:extLst>
              <a:ext uri="{FF2B5EF4-FFF2-40B4-BE49-F238E27FC236}">
                <a16:creationId xmlns:a16="http://schemas.microsoft.com/office/drawing/2014/main" id="{6A3EB28F-8220-D2DC-1A4D-83D688E1DAA4}"/>
              </a:ext>
            </a:extLst>
          </p:cNvPr>
          <p:cNvPicPr>
            <a:picLocks noChangeAspect="1"/>
          </p:cNvPicPr>
          <p:nvPr/>
        </p:nvPicPr>
        <p:blipFill>
          <a:blip r:embed="rId2"/>
          <a:stretch>
            <a:fillRect/>
          </a:stretch>
        </p:blipFill>
        <p:spPr>
          <a:xfrm>
            <a:off x="4271611" y="699476"/>
            <a:ext cx="7267074" cy="4534022"/>
          </a:xfrm>
          <a:prstGeom prst="rect">
            <a:avLst/>
          </a:prstGeom>
        </p:spPr>
      </p:pic>
    </p:spTree>
    <p:extLst>
      <p:ext uri="{BB962C8B-B14F-4D97-AF65-F5344CB8AC3E}">
        <p14:creationId xmlns:p14="http://schemas.microsoft.com/office/powerpoint/2010/main" val="22833646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1DA8D-1D30-D751-8F6A-6551B1D50681}"/>
              </a:ext>
            </a:extLst>
          </p:cNvPr>
          <p:cNvSpPr>
            <a:spLocks noGrp="1"/>
          </p:cNvSpPr>
          <p:nvPr>
            <p:ph type="title"/>
          </p:nvPr>
        </p:nvSpPr>
        <p:spPr>
          <a:xfrm>
            <a:off x="631128" y="587267"/>
            <a:ext cx="4971086" cy="1325563"/>
          </a:xfrm>
        </p:spPr>
        <p:txBody>
          <a:bodyPr/>
          <a:lstStyle/>
          <a:p>
            <a:r>
              <a:rPr lang="en-AU" b="1" dirty="0"/>
              <a:t>Real world performance</a:t>
            </a:r>
          </a:p>
        </p:txBody>
      </p:sp>
      <p:grpSp>
        <p:nvGrpSpPr>
          <p:cNvPr id="52" name="Group 51">
            <a:extLst>
              <a:ext uri="{FF2B5EF4-FFF2-40B4-BE49-F238E27FC236}">
                <a16:creationId xmlns:a16="http://schemas.microsoft.com/office/drawing/2014/main" id="{674589D3-B881-82DA-9EC1-1A264FDCAFA4}"/>
              </a:ext>
            </a:extLst>
          </p:cNvPr>
          <p:cNvGrpSpPr/>
          <p:nvPr/>
        </p:nvGrpSpPr>
        <p:grpSpPr>
          <a:xfrm>
            <a:off x="5613400" y="486782"/>
            <a:ext cx="5968724" cy="5891895"/>
            <a:chOff x="11408267" y="514609"/>
            <a:chExt cx="12649620" cy="12486795"/>
          </a:xfrm>
        </p:grpSpPr>
        <p:sp>
          <p:nvSpPr>
            <p:cNvPr id="28" name="Rectangle: Rounded Corners 27">
              <a:extLst>
                <a:ext uri="{FF2B5EF4-FFF2-40B4-BE49-F238E27FC236}">
                  <a16:creationId xmlns:a16="http://schemas.microsoft.com/office/drawing/2014/main" id="{BB6DAD95-3019-AA7D-D8D3-6BFA888DFBBE}"/>
                </a:ext>
              </a:extLst>
            </p:cNvPr>
            <p:cNvSpPr/>
            <p:nvPr/>
          </p:nvSpPr>
          <p:spPr>
            <a:xfrm>
              <a:off x="11408267" y="1229789"/>
              <a:ext cx="12649620" cy="6702370"/>
            </a:xfrm>
            <a:prstGeom prst="roundRect">
              <a:avLst>
                <a:gd name="adj" fmla="val 5554"/>
              </a:avLst>
            </a:prstGeom>
            <a:solidFill>
              <a:srgbClr val="FFFFFF">
                <a:lumMod val="95000"/>
              </a:srgbClr>
            </a:solidFill>
            <a:ln w="25400" cap="flat" cmpd="sng" algn="ctr">
              <a:noFill/>
              <a:prstDash val="solid"/>
            </a:ln>
            <a:effectLst>
              <a:outerShdw blurRad="50800" dist="38100" dir="8100000" algn="tr"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dirty="0">
                <a:ln>
                  <a:noFill/>
                </a:ln>
                <a:solidFill>
                  <a:prstClr val="black"/>
                </a:solidFill>
                <a:effectLst/>
                <a:uLnTx/>
                <a:uFillTx/>
                <a:latin typeface="Calibri"/>
                <a:ea typeface="+mn-ea"/>
                <a:cs typeface="+mn-cs"/>
              </a:endParaRPr>
            </a:p>
          </p:txBody>
        </p:sp>
        <p:sp>
          <p:nvSpPr>
            <p:cNvPr id="29" name="Flowchart: Manual Operation 24">
              <a:extLst>
                <a:ext uri="{FF2B5EF4-FFF2-40B4-BE49-F238E27FC236}">
                  <a16:creationId xmlns:a16="http://schemas.microsoft.com/office/drawing/2014/main" id="{8410AA38-C09A-3F2C-0A09-10DB0F3229DB}"/>
                </a:ext>
              </a:extLst>
            </p:cNvPr>
            <p:cNvSpPr/>
            <p:nvPr/>
          </p:nvSpPr>
          <p:spPr>
            <a:xfrm>
              <a:off x="15523772" y="4628377"/>
              <a:ext cx="4542878" cy="2315223"/>
            </a:xfrm>
            <a:custGeom>
              <a:avLst/>
              <a:gdLst>
                <a:gd name="csX0" fmla="*/ 0 w 10000"/>
                <a:gd name="csY0" fmla="*/ 0 h 10000"/>
                <a:gd name="csX1" fmla="*/ 10000 w 10000"/>
                <a:gd name="csY1" fmla="*/ 0 h 10000"/>
                <a:gd name="csX2" fmla="*/ 8000 w 10000"/>
                <a:gd name="csY2" fmla="*/ 10000 h 10000"/>
                <a:gd name="csX3" fmla="*/ 2000 w 10000"/>
                <a:gd name="csY3" fmla="*/ 10000 h 10000"/>
                <a:gd name="csX4" fmla="*/ 0 w 10000"/>
                <a:gd name="csY4" fmla="*/ 0 h 10000"/>
                <a:gd name="csX0" fmla="*/ 0 w 10000"/>
                <a:gd name="csY0" fmla="*/ 0 h 10874"/>
                <a:gd name="csX1" fmla="*/ 10000 w 10000"/>
                <a:gd name="csY1" fmla="*/ 0 h 10874"/>
                <a:gd name="csX2" fmla="*/ 6944 w 10000"/>
                <a:gd name="csY2" fmla="*/ 10874 h 10874"/>
                <a:gd name="csX3" fmla="*/ 2000 w 10000"/>
                <a:gd name="csY3" fmla="*/ 10000 h 10874"/>
                <a:gd name="csX4" fmla="*/ 0 w 10000"/>
                <a:gd name="csY4" fmla="*/ 0 h 10874"/>
                <a:gd name="csX0" fmla="*/ 0 w 10000"/>
                <a:gd name="csY0" fmla="*/ 0 h 10874"/>
                <a:gd name="csX1" fmla="*/ 10000 w 10000"/>
                <a:gd name="csY1" fmla="*/ 0 h 10874"/>
                <a:gd name="csX2" fmla="*/ 6944 w 10000"/>
                <a:gd name="csY2" fmla="*/ 10874 h 10874"/>
                <a:gd name="csX3" fmla="*/ 3033 w 10000"/>
                <a:gd name="csY3" fmla="*/ 10655 h 10874"/>
                <a:gd name="csX4" fmla="*/ 0 w 10000"/>
                <a:gd name="csY4" fmla="*/ 0 h 10874"/>
              </a:gdLst>
              <a:ahLst/>
              <a:cxnLst>
                <a:cxn ang="0">
                  <a:pos x="csX0" y="csY0"/>
                </a:cxn>
                <a:cxn ang="0">
                  <a:pos x="csX1" y="csY1"/>
                </a:cxn>
                <a:cxn ang="0">
                  <a:pos x="csX2" y="csY2"/>
                </a:cxn>
                <a:cxn ang="0">
                  <a:pos x="csX3" y="csY3"/>
                </a:cxn>
                <a:cxn ang="0">
                  <a:pos x="csX4" y="csY4"/>
                </a:cxn>
              </a:cxnLst>
              <a:rect l="l" t="t" r="r" b="b"/>
              <a:pathLst>
                <a:path w="10000" h="10874">
                  <a:moveTo>
                    <a:pt x="0" y="0"/>
                  </a:moveTo>
                  <a:lnTo>
                    <a:pt x="10000" y="0"/>
                  </a:lnTo>
                  <a:lnTo>
                    <a:pt x="6944" y="10874"/>
                  </a:lnTo>
                  <a:lnTo>
                    <a:pt x="3033" y="10655"/>
                  </a:lnTo>
                  <a:lnTo>
                    <a:pt x="0" y="0"/>
                  </a:lnTo>
                  <a:close/>
                </a:path>
              </a:pathLst>
            </a:custGeom>
            <a:solidFill>
              <a:srgbClr val="323E48">
                <a:lumMod val="40000"/>
                <a:lumOff val="60000"/>
              </a:srgb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prstClr val="black"/>
                </a:solidFill>
                <a:effectLst/>
                <a:uLnTx/>
                <a:uFillTx/>
                <a:latin typeface="Calibri"/>
                <a:ea typeface="+mn-ea"/>
                <a:cs typeface="+mn-cs"/>
              </a:endParaRPr>
            </a:p>
          </p:txBody>
        </p:sp>
        <p:sp>
          <p:nvSpPr>
            <p:cNvPr id="30" name="Flowchart: Manual Operation 24">
              <a:extLst>
                <a:ext uri="{FF2B5EF4-FFF2-40B4-BE49-F238E27FC236}">
                  <a16:creationId xmlns:a16="http://schemas.microsoft.com/office/drawing/2014/main" id="{C687F779-9ECD-6CAE-75BE-54F8ADAA28C9}"/>
                </a:ext>
              </a:extLst>
            </p:cNvPr>
            <p:cNvSpPr/>
            <p:nvPr/>
          </p:nvSpPr>
          <p:spPr>
            <a:xfrm>
              <a:off x="12268719" y="3049053"/>
              <a:ext cx="11052989" cy="1329772"/>
            </a:xfrm>
            <a:custGeom>
              <a:avLst/>
              <a:gdLst>
                <a:gd name="csX0" fmla="*/ 0 w 10000"/>
                <a:gd name="csY0" fmla="*/ 0 h 10000"/>
                <a:gd name="csX1" fmla="*/ 10000 w 10000"/>
                <a:gd name="csY1" fmla="*/ 0 h 10000"/>
                <a:gd name="csX2" fmla="*/ 8000 w 10000"/>
                <a:gd name="csY2" fmla="*/ 10000 h 10000"/>
                <a:gd name="csX3" fmla="*/ 2000 w 10000"/>
                <a:gd name="csY3" fmla="*/ 10000 h 10000"/>
                <a:gd name="csX4" fmla="*/ 0 w 10000"/>
                <a:gd name="csY4" fmla="*/ 0 h 10000"/>
                <a:gd name="csX0" fmla="*/ 0 w 10000"/>
                <a:gd name="csY0" fmla="*/ 0 h 10874"/>
                <a:gd name="csX1" fmla="*/ 10000 w 10000"/>
                <a:gd name="csY1" fmla="*/ 0 h 10874"/>
                <a:gd name="csX2" fmla="*/ 6944 w 10000"/>
                <a:gd name="csY2" fmla="*/ 10874 h 10874"/>
                <a:gd name="csX3" fmla="*/ 2000 w 10000"/>
                <a:gd name="csY3" fmla="*/ 10000 h 10874"/>
                <a:gd name="csX4" fmla="*/ 0 w 10000"/>
                <a:gd name="csY4" fmla="*/ 0 h 10874"/>
                <a:gd name="csX0" fmla="*/ 0 w 10000"/>
                <a:gd name="csY0" fmla="*/ 0 h 10874"/>
                <a:gd name="csX1" fmla="*/ 10000 w 10000"/>
                <a:gd name="csY1" fmla="*/ 0 h 10874"/>
                <a:gd name="csX2" fmla="*/ 6944 w 10000"/>
                <a:gd name="csY2" fmla="*/ 10874 h 10874"/>
                <a:gd name="csX3" fmla="*/ 3033 w 10000"/>
                <a:gd name="csY3" fmla="*/ 10655 h 10874"/>
                <a:gd name="csX4" fmla="*/ 0 w 10000"/>
                <a:gd name="csY4" fmla="*/ 0 h 10874"/>
              </a:gdLst>
              <a:ahLst/>
              <a:cxnLst>
                <a:cxn ang="0">
                  <a:pos x="csX0" y="csY0"/>
                </a:cxn>
                <a:cxn ang="0">
                  <a:pos x="csX1" y="csY1"/>
                </a:cxn>
                <a:cxn ang="0">
                  <a:pos x="csX2" y="csY2"/>
                </a:cxn>
                <a:cxn ang="0">
                  <a:pos x="csX3" y="csY3"/>
                </a:cxn>
                <a:cxn ang="0">
                  <a:pos x="csX4" y="csY4"/>
                </a:cxn>
              </a:cxnLst>
              <a:rect l="l" t="t" r="r" b="b"/>
              <a:pathLst>
                <a:path w="10000" h="10874">
                  <a:moveTo>
                    <a:pt x="0" y="0"/>
                  </a:moveTo>
                  <a:lnTo>
                    <a:pt x="10000" y="0"/>
                  </a:lnTo>
                  <a:lnTo>
                    <a:pt x="6944" y="10874"/>
                  </a:lnTo>
                  <a:lnTo>
                    <a:pt x="3033" y="10655"/>
                  </a:lnTo>
                  <a:lnTo>
                    <a:pt x="0" y="0"/>
                  </a:lnTo>
                  <a:close/>
                </a:path>
              </a:pathLst>
            </a:custGeom>
            <a:solidFill>
              <a:srgbClr val="323E48">
                <a:lumMod val="40000"/>
                <a:lumOff val="60000"/>
              </a:srgb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prstClr val="black"/>
                </a:solidFill>
                <a:effectLst/>
                <a:uLnTx/>
                <a:uFillTx/>
                <a:latin typeface="Calibri"/>
                <a:ea typeface="+mn-ea"/>
                <a:cs typeface="+mn-cs"/>
              </a:endParaRPr>
            </a:p>
          </p:txBody>
        </p:sp>
        <p:sp>
          <p:nvSpPr>
            <p:cNvPr id="31" name="Rectangle: Rounded Corners 30">
              <a:extLst>
                <a:ext uri="{FF2B5EF4-FFF2-40B4-BE49-F238E27FC236}">
                  <a16:creationId xmlns:a16="http://schemas.microsoft.com/office/drawing/2014/main" id="{B9EF7F1B-DE7C-65F7-22DB-3652BE123611}"/>
                </a:ext>
              </a:extLst>
            </p:cNvPr>
            <p:cNvSpPr/>
            <p:nvPr/>
          </p:nvSpPr>
          <p:spPr>
            <a:xfrm>
              <a:off x="11814786" y="1959706"/>
              <a:ext cx="11974915" cy="1089347"/>
            </a:xfrm>
            <a:prstGeom prst="roundRect">
              <a:avLst/>
            </a:prstGeom>
            <a:solidFill>
              <a:srgbClr val="30AEB6"/>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prstClr val="white"/>
                  </a:solidFill>
                  <a:effectLst/>
                  <a:uLnTx/>
                  <a:uFillTx/>
                  <a:latin typeface="Calibri"/>
                  <a:ea typeface="+mn-ea"/>
                  <a:cs typeface="+mn-cs"/>
                </a:rPr>
                <a:t>1,466</a:t>
              </a:r>
              <a:br>
                <a:rPr kumimoji="0" lang="en-AU" sz="1050" b="0" i="0" u="none" strike="noStrike" kern="0" cap="none" spc="0" normalizeH="0" baseline="0" noProof="0" dirty="0">
                  <a:ln>
                    <a:noFill/>
                  </a:ln>
                  <a:solidFill>
                    <a:prstClr val="white"/>
                  </a:solidFill>
                  <a:effectLst/>
                  <a:uLnTx/>
                  <a:uFillTx/>
                  <a:latin typeface="Calibri"/>
                  <a:ea typeface="+mn-ea"/>
                  <a:cs typeface="+mn-cs"/>
                </a:rPr>
              </a:br>
              <a:r>
                <a:rPr kumimoji="0" lang="en-AU" sz="1000" b="0" i="0" u="none" strike="noStrike" kern="0" cap="none" spc="0" normalizeH="0" baseline="0" noProof="0" dirty="0">
                  <a:ln>
                    <a:noFill/>
                  </a:ln>
                  <a:solidFill>
                    <a:prstClr val="white"/>
                  </a:solidFill>
                  <a:effectLst/>
                  <a:uLnTx/>
                  <a:uFillTx/>
                  <a:latin typeface="Calibri"/>
                  <a:ea typeface="+mn-ea"/>
                  <a:cs typeface="+mn-cs"/>
                </a:rPr>
                <a:t>successful checks for change</a:t>
              </a:r>
              <a:endParaRPr kumimoji="0" lang="en-AU" sz="1050" b="0" i="0" u="none" strike="noStrike" kern="0" cap="none" spc="0" normalizeH="0" baseline="0" noProof="0" dirty="0">
                <a:ln>
                  <a:noFill/>
                </a:ln>
                <a:solidFill>
                  <a:prstClr val="white"/>
                </a:solidFill>
                <a:effectLst/>
                <a:uLnTx/>
                <a:uFillTx/>
                <a:latin typeface="Calibri"/>
                <a:ea typeface="+mn-ea"/>
                <a:cs typeface="+mn-cs"/>
              </a:endParaRPr>
            </a:p>
          </p:txBody>
        </p:sp>
        <p:sp>
          <p:nvSpPr>
            <p:cNvPr id="32" name="Rectangle: Rounded Corners 31">
              <a:extLst>
                <a:ext uri="{FF2B5EF4-FFF2-40B4-BE49-F238E27FC236}">
                  <a16:creationId xmlns:a16="http://schemas.microsoft.com/office/drawing/2014/main" id="{D6CFCFB3-DE90-E824-1205-9623613DF731}"/>
                </a:ext>
              </a:extLst>
            </p:cNvPr>
            <p:cNvSpPr/>
            <p:nvPr/>
          </p:nvSpPr>
          <p:spPr>
            <a:xfrm>
              <a:off x="15523771" y="4039580"/>
              <a:ext cx="4542879" cy="1089347"/>
            </a:xfrm>
            <a:prstGeom prst="roundRect">
              <a:avLst/>
            </a:prstGeom>
            <a:solidFill>
              <a:srgbClr val="30AEB6"/>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prstClr val="white"/>
                  </a:solidFill>
                  <a:effectLst/>
                  <a:uLnTx/>
                  <a:uFillTx/>
                  <a:latin typeface="Calibri"/>
                  <a:ea typeface="+mn-ea"/>
                  <a:cs typeface="+mn-cs"/>
                </a:rPr>
                <a:t>214</a:t>
              </a:r>
              <a:br>
                <a:rPr kumimoji="0" lang="en-AU" sz="1000" b="0" i="0" u="none" strike="noStrike" kern="0" cap="none" spc="0" normalizeH="0" baseline="0" noProof="0">
                  <a:ln>
                    <a:noFill/>
                  </a:ln>
                  <a:solidFill>
                    <a:prstClr val="white"/>
                  </a:solidFill>
                  <a:effectLst/>
                  <a:uLnTx/>
                  <a:uFillTx/>
                  <a:latin typeface="Calibri"/>
                  <a:ea typeface="+mn-ea"/>
                  <a:cs typeface="+mn-cs"/>
                </a:rPr>
              </a:br>
              <a:r>
                <a:rPr kumimoji="0" lang="en-AU" sz="1000" b="0" i="0" u="none" strike="noStrike" kern="0" cap="none" spc="0" normalizeH="0" baseline="0" noProof="0">
                  <a:ln>
                    <a:noFill/>
                  </a:ln>
                  <a:solidFill>
                    <a:prstClr val="white"/>
                  </a:solidFill>
                  <a:effectLst/>
                  <a:uLnTx/>
                  <a:uFillTx/>
                  <a:latin typeface="Calibri"/>
                  <a:ea typeface="+mn-ea"/>
                  <a:cs typeface="+mn-cs"/>
                </a:rPr>
                <a:t>changes identified</a:t>
              </a:r>
            </a:p>
          </p:txBody>
        </p:sp>
        <p:sp>
          <p:nvSpPr>
            <p:cNvPr id="33" name="Rectangle: Rounded Corners 32">
              <a:extLst>
                <a:ext uri="{FF2B5EF4-FFF2-40B4-BE49-F238E27FC236}">
                  <a16:creationId xmlns:a16="http://schemas.microsoft.com/office/drawing/2014/main" id="{04DFFB6E-B417-0E6C-258E-F210A25201AB}"/>
                </a:ext>
              </a:extLst>
            </p:cNvPr>
            <p:cNvSpPr/>
            <p:nvPr/>
          </p:nvSpPr>
          <p:spPr>
            <a:xfrm>
              <a:off x="16005977" y="6302537"/>
              <a:ext cx="3578469" cy="1089347"/>
            </a:xfrm>
            <a:prstGeom prst="roundRect">
              <a:avLst/>
            </a:prstGeom>
            <a:solidFill>
              <a:srgbClr val="30AEB6"/>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prstClr val="white"/>
                  </a:solidFill>
                  <a:effectLst/>
                  <a:uLnTx/>
                  <a:uFillTx/>
                  <a:latin typeface="Calibri"/>
                  <a:ea typeface="+mn-ea"/>
                  <a:cs typeface="+mn-cs"/>
                </a:rPr>
                <a:t>131</a:t>
              </a:r>
              <a:br>
                <a:rPr kumimoji="0" lang="en-AU" sz="1000" b="0" i="0" u="none" strike="noStrike" kern="0" cap="none" spc="0" normalizeH="0" baseline="0" noProof="0">
                  <a:ln>
                    <a:noFill/>
                  </a:ln>
                  <a:solidFill>
                    <a:prstClr val="white"/>
                  </a:solidFill>
                  <a:effectLst/>
                  <a:uLnTx/>
                  <a:uFillTx/>
                  <a:latin typeface="Calibri"/>
                  <a:ea typeface="+mn-ea"/>
                  <a:cs typeface="+mn-cs"/>
                </a:rPr>
              </a:br>
              <a:r>
                <a:rPr kumimoji="0" lang="en-AU" sz="1000" b="0" i="0" u="none" strike="noStrike" kern="0" cap="none" spc="0" normalizeH="0" baseline="0" noProof="0">
                  <a:ln>
                    <a:noFill/>
                  </a:ln>
                  <a:solidFill>
                    <a:prstClr val="white"/>
                  </a:solidFill>
                  <a:effectLst/>
                  <a:uLnTx/>
                  <a:uFillTx/>
                  <a:latin typeface="Calibri"/>
                  <a:ea typeface="+mn-ea"/>
                  <a:cs typeface="+mn-cs"/>
                </a:rPr>
                <a:t>potentially impactful</a:t>
              </a:r>
            </a:p>
          </p:txBody>
        </p:sp>
        <p:sp>
          <p:nvSpPr>
            <p:cNvPr id="34" name="Rectangle: Rounded Corners 33">
              <a:extLst>
                <a:ext uri="{FF2B5EF4-FFF2-40B4-BE49-F238E27FC236}">
                  <a16:creationId xmlns:a16="http://schemas.microsoft.com/office/drawing/2014/main" id="{E9B9FC6B-F2BB-BCC5-EA6B-5A66C44D3229}"/>
                </a:ext>
              </a:extLst>
            </p:cNvPr>
            <p:cNvSpPr/>
            <p:nvPr/>
          </p:nvSpPr>
          <p:spPr>
            <a:xfrm>
              <a:off x="15969267" y="3324575"/>
              <a:ext cx="3438882" cy="424562"/>
            </a:xfrm>
            <a:prstGeom prst="roundRect">
              <a:avLst/>
            </a:prstGeom>
            <a:solidFill>
              <a:srgbClr val="F1AC1E">
                <a:lumMod val="40000"/>
                <a:lumOff val="60000"/>
              </a:srgb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800" b="1" i="0" u="none" strike="noStrike" kern="0" cap="none" spc="0" normalizeH="0" baseline="0" noProof="0">
                  <a:ln>
                    <a:noFill/>
                  </a:ln>
                  <a:solidFill>
                    <a:prstClr val="black"/>
                  </a:solidFill>
                  <a:effectLst/>
                  <a:uLnTx/>
                  <a:uFillTx/>
                  <a:latin typeface="Calibri"/>
                  <a:ea typeface="+mn-ea"/>
                  <a:cs typeface="+mn-cs"/>
                </a:rPr>
                <a:t>- 1,252 </a:t>
              </a:r>
              <a:r>
                <a:rPr kumimoji="0" lang="en-AU" sz="800" b="0" i="0" u="none" strike="noStrike" kern="0" cap="none" spc="0" normalizeH="0" baseline="0" noProof="0">
                  <a:ln>
                    <a:noFill/>
                  </a:ln>
                  <a:solidFill>
                    <a:prstClr val="black"/>
                  </a:solidFill>
                  <a:effectLst/>
                  <a:uLnTx/>
                  <a:uFillTx/>
                  <a:latin typeface="Calibri"/>
                  <a:ea typeface="+mn-ea"/>
                  <a:cs typeface="+mn-cs"/>
                </a:rPr>
                <a:t>no change found • 85%</a:t>
              </a:r>
            </a:p>
          </p:txBody>
        </p:sp>
        <p:sp>
          <p:nvSpPr>
            <p:cNvPr id="35" name="Rectangle: Rounded Corners 34">
              <a:extLst>
                <a:ext uri="{FF2B5EF4-FFF2-40B4-BE49-F238E27FC236}">
                  <a16:creationId xmlns:a16="http://schemas.microsoft.com/office/drawing/2014/main" id="{CBBDC77A-0060-5952-92D9-2D9627EA8B72}"/>
                </a:ext>
              </a:extLst>
            </p:cNvPr>
            <p:cNvSpPr/>
            <p:nvPr/>
          </p:nvSpPr>
          <p:spPr>
            <a:xfrm>
              <a:off x="16082803" y="5513085"/>
              <a:ext cx="3438882" cy="424562"/>
            </a:xfrm>
            <a:prstGeom prst="roundRect">
              <a:avLst/>
            </a:prstGeom>
            <a:solidFill>
              <a:srgbClr val="F1AC1E">
                <a:lumMod val="40000"/>
                <a:lumOff val="60000"/>
              </a:srgb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800" b="1" i="0" u="none" strike="noStrike" kern="0" cap="none" spc="0" normalizeH="0" baseline="0" noProof="0">
                  <a:ln>
                    <a:noFill/>
                  </a:ln>
                  <a:solidFill>
                    <a:prstClr val="black"/>
                  </a:solidFill>
                  <a:effectLst/>
                  <a:uLnTx/>
                  <a:uFillTx/>
                  <a:latin typeface="Calibri"/>
                  <a:ea typeface="+mn-ea"/>
                  <a:cs typeface="+mn-cs"/>
                </a:rPr>
                <a:t>- 83 </a:t>
              </a:r>
              <a:r>
                <a:rPr kumimoji="0" lang="en-AU" sz="800" b="0" i="0" u="none" strike="noStrike" kern="0" cap="none" spc="0" normalizeH="0" baseline="0" noProof="0">
                  <a:ln>
                    <a:noFill/>
                  </a:ln>
                  <a:solidFill>
                    <a:prstClr val="black"/>
                  </a:solidFill>
                  <a:effectLst/>
                  <a:uLnTx/>
                  <a:uFillTx/>
                  <a:latin typeface="Calibri"/>
                  <a:ea typeface="+mn-ea"/>
                  <a:cs typeface="+mn-cs"/>
                </a:rPr>
                <a:t>not relevant to IPFR • 39%</a:t>
              </a:r>
            </a:p>
          </p:txBody>
        </p:sp>
        <p:sp>
          <p:nvSpPr>
            <p:cNvPr id="36" name="Rectangle: Rounded Corners 35">
              <a:extLst>
                <a:ext uri="{FF2B5EF4-FFF2-40B4-BE49-F238E27FC236}">
                  <a16:creationId xmlns:a16="http://schemas.microsoft.com/office/drawing/2014/main" id="{4020FA23-2D4D-6441-3EAA-2DD88415071A}"/>
                </a:ext>
              </a:extLst>
            </p:cNvPr>
            <p:cNvSpPr/>
            <p:nvPr/>
          </p:nvSpPr>
          <p:spPr>
            <a:xfrm>
              <a:off x="11539627" y="1420349"/>
              <a:ext cx="3438882" cy="424562"/>
            </a:xfrm>
            <a:prstGeom prst="roundRect">
              <a:avLst/>
            </a:prstGeom>
            <a:no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1050" b="1" i="0" u="none" strike="noStrike" kern="0" cap="none" spc="0" normalizeH="0" baseline="0" noProof="0" dirty="0">
                  <a:ln>
                    <a:noFill/>
                  </a:ln>
                  <a:solidFill>
                    <a:srgbClr val="323E48"/>
                  </a:solidFill>
                  <a:effectLst/>
                  <a:uLnTx/>
                  <a:uFillTx/>
                  <a:latin typeface="Calibri"/>
                  <a:ea typeface="+mn-ea"/>
                  <a:cs typeface="+mn-cs"/>
                </a:rPr>
                <a:t>Phase 1 - Detection</a:t>
              </a:r>
            </a:p>
          </p:txBody>
        </p:sp>
        <p:sp>
          <p:nvSpPr>
            <p:cNvPr id="37" name="Rectangle: Rounded Corners 36">
              <a:extLst>
                <a:ext uri="{FF2B5EF4-FFF2-40B4-BE49-F238E27FC236}">
                  <a16:creationId xmlns:a16="http://schemas.microsoft.com/office/drawing/2014/main" id="{C76FB168-B441-8B47-5A38-F32BA6B71554}"/>
                </a:ext>
              </a:extLst>
            </p:cNvPr>
            <p:cNvSpPr/>
            <p:nvPr/>
          </p:nvSpPr>
          <p:spPr>
            <a:xfrm>
              <a:off x="11690376" y="7033249"/>
              <a:ext cx="2798322" cy="424562"/>
            </a:xfrm>
            <a:prstGeom prst="roundRect">
              <a:avLst/>
            </a:prstGeom>
            <a:solidFill>
              <a:srgbClr val="323E48">
                <a:lumMod val="20000"/>
                <a:lumOff val="80000"/>
              </a:srgb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600" b="0" i="1" u="none" strike="noStrike" kern="0" cap="none" spc="0" normalizeH="0" baseline="0" noProof="0">
                  <a:ln>
                    <a:noFill/>
                  </a:ln>
                  <a:solidFill>
                    <a:prstClr val="black"/>
                  </a:solidFill>
                  <a:effectLst/>
                  <a:uLnTx/>
                  <a:uFillTx/>
                  <a:latin typeface="Calibri"/>
                  <a:ea typeface="+mn-ea"/>
                  <a:cs typeface="+mn-cs"/>
                </a:rPr>
                <a:t>*counted in source checks / changes</a:t>
              </a:r>
            </a:p>
          </p:txBody>
        </p:sp>
        <p:grpSp>
          <p:nvGrpSpPr>
            <p:cNvPr id="38" name="Group 37">
              <a:extLst>
                <a:ext uri="{FF2B5EF4-FFF2-40B4-BE49-F238E27FC236}">
                  <a16:creationId xmlns:a16="http://schemas.microsoft.com/office/drawing/2014/main" id="{BD66A4F0-A0CF-7F69-D2FD-09DA9E5F1062}"/>
                </a:ext>
              </a:extLst>
            </p:cNvPr>
            <p:cNvGrpSpPr/>
            <p:nvPr/>
          </p:nvGrpSpPr>
          <p:grpSpPr>
            <a:xfrm>
              <a:off x="11408267" y="8886169"/>
              <a:ext cx="12596454" cy="4115235"/>
              <a:chOff x="10561863" y="8807283"/>
              <a:chExt cx="12606776" cy="4366245"/>
            </a:xfrm>
            <a:effectLst>
              <a:outerShdw blurRad="50800" dist="38100" dir="8100000" algn="tr" rotWithShape="0">
                <a:prstClr val="black">
                  <a:alpha val="40000"/>
                </a:prstClr>
              </a:outerShdw>
            </a:effectLst>
          </p:grpSpPr>
          <p:sp>
            <p:nvSpPr>
              <p:cNvPr id="39" name="Rectangle: Rounded Corners 38">
                <a:extLst>
                  <a:ext uri="{FF2B5EF4-FFF2-40B4-BE49-F238E27FC236}">
                    <a16:creationId xmlns:a16="http://schemas.microsoft.com/office/drawing/2014/main" id="{8E35317F-DE75-0618-2E29-1B7FED4EF2D8}"/>
                  </a:ext>
                </a:extLst>
              </p:cNvPr>
              <p:cNvSpPr/>
              <p:nvPr/>
            </p:nvSpPr>
            <p:spPr>
              <a:xfrm>
                <a:off x="10561863" y="8807283"/>
                <a:ext cx="12606776" cy="4366245"/>
              </a:xfrm>
              <a:prstGeom prst="roundRect">
                <a:avLst>
                  <a:gd name="adj" fmla="val 7259"/>
                </a:avLst>
              </a:prstGeom>
              <a:solidFill>
                <a:srgbClr val="FFFFFF">
                  <a:lumMod val="95000"/>
                </a:srgb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prstClr val="black"/>
                  </a:solidFill>
                  <a:effectLst/>
                  <a:uLnTx/>
                  <a:uFillTx/>
                  <a:latin typeface="Calibri"/>
                  <a:ea typeface="+mn-ea"/>
                  <a:cs typeface="+mn-cs"/>
                </a:endParaRPr>
              </a:p>
            </p:txBody>
          </p:sp>
          <p:sp>
            <p:nvSpPr>
              <p:cNvPr id="40" name="Flowchart: Manual Operation 24">
                <a:extLst>
                  <a:ext uri="{FF2B5EF4-FFF2-40B4-BE49-F238E27FC236}">
                    <a16:creationId xmlns:a16="http://schemas.microsoft.com/office/drawing/2014/main" id="{E8F95A0C-92FA-CEA4-3780-8E983A7613AF}"/>
                  </a:ext>
                </a:extLst>
              </p:cNvPr>
              <p:cNvSpPr/>
              <p:nvPr/>
            </p:nvSpPr>
            <p:spPr>
              <a:xfrm>
                <a:off x="12743542" y="10603934"/>
                <a:ext cx="8345714" cy="1750577"/>
              </a:xfrm>
              <a:custGeom>
                <a:avLst/>
                <a:gdLst>
                  <a:gd name="csX0" fmla="*/ 0 w 10000"/>
                  <a:gd name="csY0" fmla="*/ 0 h 10000"/>
                  <a:gd name="csX1" fmla="*/ 10000 w 10000"/>
                  <a:gd name="csY1" fmla="*/ 0 h 10000"/>
                  <a:gd name="csX2" fmla="*/ 8000 w 10000"/>
                  <a:gd name="csY2" fmla="*/ 10000 h 10000"/>
                  <a:gd name="csX3" fmla="*/ 2000 w 10000"/>
                  <a:gd name="csY3" fmla="*/ 10000 h 10000"/>
                  <a:gd name="csX4" fmla="*/ 0 w 10000"/>
                  <a:gd name="csY4" fmla="*/ 0 h 10000"/>
                  <a:gd name="csX0" fmla="*/ 0 w 10000"/>
                  <a:gd name="csY0" fmla="*/ 0 h 10874"/>
                  <a:gd name="csX1" fmla="*/ 10000 w 10000"/>
                  <a:gd name="csY1" fmla="*/ 0 h 10874"/>
                  <a:gd name="csX2" fmla="*/ 6944 w 10000"/>
                  <a:gd name="csY2" fmla="*/ 10874 h 10874"/>
                  <a:gd name="csX3" fmla="*/ 2000 w 10000"/>
                  <a:gd name="csY3" fmla="*/ 10000 h 10874"/>
                  <a:gd name="csX4" fmla="*/ 0 w 10000"/>
                  <a:gd name="csY4" fmla="*/ 0 h 10874"/>
                  <a:gd name="csX0" fmla="*/ 0 w 10000"/>
                  <a:gd name="csY0" fmla="*/ 0 h 10874"/>
                  <a:gd name="csX1" fmla="*/ 10000 w 10000"/>
                  <a:gd name="csY1" fmla="*/ 0 h 10874"/>
                  <a:gd name="csX2" fmla="*/ 6944 w 10000"/>
                  <a:gd name="csY2" fmla="*/ 10874 h 10874"/>
                  <a:gd name="csX3" fmla="*/ 3033 w 10000"/>
                  <a:gd name="csY3" fmla="*/ 10655 h 10874"/>
                  <a:gd name="csX4" fmla="*/ 0 w 10000"/>
                  <a:gd name="csY4" fmla="*/ 0 h 10874"/>
                </a:gdLst>
                <a:ahLst/>
                <a:cxnLst>
                  <a:cxn ang="0">
                    <a:pos x="csX0" y="csY0"/>
                  </a:cxn>
                  <a:cxn ang="0">
                    <a:pos x="csX1" y="csY1"/>
                  </a:cxn>
                  <a:cxn ang="0">
                    <a:pos x="csX2" y="csY2"/>
                  </a:cxn>
                  <a:cxn ang="0">
                    <a:pos x="csX3" y="csY3"/>
                  </a:cxn>
                  <a:cxn ang="0">
                    <a:pos x="csX4" y="csY4"/>
                  </a:cxn>
                </a:cxnLst>
                <a:rect l="l" t="t" r="r" b="b"/>
                <a:pathLst>
                  <a:path w="10000" h="10874">
                    <a:moveTo>
                      <a:pt x="0" y="0"/>
                    </a:moveTo>
                    <a:lnTo>
                      <a:pt x="10000" y="0"/>
                    </a:lnTo>
                    <a:lnTo>
                      <a:pt x="6944" y="10874"/>
                    </a:lnTo>
                    <a:lnTo>
                      <a:pt x="3033" y="10655"/>
                    </a:lnTo>
                    <a:lnTo>
                      <a:pt x="0" y="0"/>
                    </a:lnTo>
                    <a:close/>
                  </a:path>
                </a:pathLst>
              </a:custGeom>
              <a:solidFill>
                <a:srgbClr val="323E48">
                  <a:lumMod val="40000"/>
                  <a:lumOff val="60000"/>
                </a:srgb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prstClr val="black"/>
                  </a:solidFill>
                  <a:effectLst/>
                  <a:uLnTx/>
                  <a:uFillTx/>
                  <a:latin typeface="Calibri"/>
                  <a:ea typeface="+mn-ea"/>
                  <a:cs typeface="+mn-cs"/>
                </a:endParaRPr>
              </a:p>
            </p:txBody>
          </p:sp>
          <p:sp>
            <p:nvSpPr>
              <p:cNvPr id="41" name="Rectangle: Rounded Corners 40">
                <a:extLst>
                  <a:ext uri="{FF2B5EF4-FFF2-40B4-BE49-F238E27FC236}">
                    <a16:creationId xmlns:a16="http://schemas.microsoft.com/office/drawing/2014/main" id="{319DEB58-2CCB-CAD2-BFC5-0D87D9BE09DB}"/>
                  </a:ext>
                </a:extLst>
              </p:cNvPr>
              <p:cNvSpPr/>
              <p:nvPr/>
            </p:nvSpPr>
            <p:spPr>
              <a:xfrm>
                <a:off x="12584566" y="9669773"/>
                <a:ext cx="8713889" cy="1012200"/>
              </a:xfrm>
              <a:prstGeom prst="roundRect">
                <a:avLst/>
              </a:prstGeom>
              <a:solidFill>
                <a:srgbClr val="30AEB6"/>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prstClr val="white"/>
                    </a:solidFill>
                    <a:effectLst/>
                    <a:uLnTx/>
                    <a:uFillTx/>
                    <a:latin typeface="Calibri"/>
                    <a:ea typeface="+mn-ea"/>
                    <a:cs typeface="+mn-cs"/>
                  </a:rPr>
                  <a:t>786</a:t>
                </a:r>
                <a:br>
                  <a:rPr kumimoji="0" lang="en-AU" sz="1050" b="0" i="0" u="none" strike="noStrike" kern="0" cap="none" spc="0" normalizeH="0" baseline="0" noProof="0">
                    <a:ln>
                      <a:noFill/>
                    </a:ln>
                    <a:solidFill>
                      <a:prstClr val="white"/>
                    </a:solidFill>
                    <a:effectLst/>
                    <a:uLnTx/>
                    <a:uFillTx/>
                    <a:latin typeface="Calibri"/>
                    <a:ea typeface="+mn-ea"/>
                    <a:cs typeface="+mn-cs"/>
                  </a:rPr>
                </a:br>
                <a:r>
                  <a:rPr kumimoji="0" lang="en-AU" sz="1000" b="0" i="0" u="none" strike="noStrike" kern="0" cap="none" spc="0" normalizeH="0" baseline="0" noProof="0">
                    <a:ln>
                      <a:noFill/>
                    </a:ln>
                    <a:solidFill>
                      <a:prstClr val="white"/>
                    </a:solidFill>
                    <a:effectLst/>
                    <a:uLnTx/>
                    <a:uFillTx/>
                    <a:latin typeface="Calibri"/>
                    <a:ea typeface="+mn-ea"/>
                    <a:cs typeface="+mn-cs"/>
                  </a:rPr>
                  <a:t>page comparisons (LLM assessed)</a:t>
                </a:r>
                <a:endParaRPr kumimoji="0" lang="en-AU" sz="1050" b="0" i="0" u="none" strike="noStrike" kern="0" cap="none" spc="0" normalizeH="0" baseline="0" noProof="0">
                  <a:ln>
                    <a:noFill/>
                  </a:ln>
                  <a:solidFill>
                    <a:prstClr val="white"/>
                  </a:solidFill>
                  <a:effectLst/>
                  <a:uLnTx/>
                  <a:uFillTx/>
                  <a:latin typeface="Calibri"/>
                  <a:ea typeface="+mn-ea"/>
                  <a:cs typeface="+mn-cs"/>
                </a:endParaRPr>
              </a:p>
            </p:txBody>
          </p:sp>
          <p:sp>
            <p:nvSpPr>
              <p:cNvPr id="42" name="Rectangle: Rounded Corners 41">
                <a:extLst>
                  <a:ext uri="{FF2B5EF4-FFF2-40B4-BE49-F238E27FC236}">
                    <a16:creationId xmlns:a16="http://schemas.microsoft.com/office/drawing/2014/main" id="{A9118C9D-ECA4-C930-36CD-238515DBD501}"/>
                  </a:ext>
                </a:extLst>
              </p:cNvPr>
              <p:cNvSpPr/>
              <p:nvPr/>
            </p:nvSpPr>
            <p:spPr>
              <a:xfrm>
                <a:off x="14687779" y="11694174"/>
                <a:ext cx="4546601" cy="1090240"/>
              </a:xfrm>
              <a:prstGeom prst="roundRect">
                <a:avLst/>
              </a:prstGeom>
              <a:solidFill>
                <a:srgbClr val="DE4326">
                  <a:lumMod val="60000"/>
                  <a:lumOff val="40000"/>
                </a:srgbClr>
              </a:solidFill>
              <a:ln w="5715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rgbClr val="DE4326">
                        <a:lumMod val="50000"/>
                      </a:srgbClr>
                    </a:solidFill>
                    <a:effectLst/>
                    <a:uLnTx/>
                    <a:uFillTx/>
                    <a:latin typeface="Calibri"/>
                    <a:ea typeface="+mn-ea"/>
                    <a:cs typeface="+mn-cs"/>
                  </a:rPr>
                  <a:t>24</a:t>
                </a:r>
                <a:br>
                  <a:rPr kumimoji="0" lang="en-AU" sz="1000" b="0" i="0" u="none" strike="noStrike" kern="0" cap="none" spc="0" normalizeH="0" baseline="0" noProof="0">
                    <a:ln>
                      <a:noFill/>
                    </a:ln>
                    <a:solidFill>
                      <a:srgbClr val="DE4326">
                        <a:lumMod val="50000"/>
                      </a:srgbClr>
                    </a:solidFill>
                    <a:effectLst/>
                    <a:uLnTx/>
                    <a:uFillTx/>
                    <a:latin typeface="Calibri"/>
                    <a:ea typeface="+mn-ea"/>
                    <a:cs typeface="+mn-cs"/>
                  </a:rPr>
                </a:br>
                <a:r>
                  <a:rPr kumimoji="0" lang="en-AU" sz="1000" b="1" i="0" u="none" strike="noStrike" kern="0" cap="none" spc="0" normalizeH="0" baseline="0" noProof="0">
                    <a:ln>
                      <a:noFill/>
                    </a:ln>
                    <a:solidFill>
                      <a:srgbClr val="DE4326">
                        <a:lumMod val="50000"/>
                      </a:srgbClr>
                    </a:solidFill>
                    <a:effectLst/>
                    <a:uLnTx/>
                    <a:uFillTx/>
                    <a:latin typeface="Calibri"/>
                    <a:ea typeface="+mn-ea"/>
                    <a:cs typeface="+mn-cs"/>
                  </a:rPr>
                  <a:t>changes recommended</a:t>
                </a:r>
              </a:p>
            </p:txBody>
          </p:sp>
          <p:sp>
            <p:nvSpPr>
              <p:cNvPr id="43" name="Rectangle: Rounded Corners 42">
                <a:extLst>
                  <a:ext uri="{FF2B5EF4-FFF2-40B4-BE49-F238E27FC236}">
                    <a16:creationId xmlns:a16="http://schemas.microsoft.com/office/drawing/2014/main" id="{6895FE5A-D178-436F-AFB3-088950C47BFE}"/>
                  </a:ext>
                </a:extLst>
              </p:cNvPr>
              <p:cNvSpPr/>
              <p:nvPr/>
            </p:nvSpPr>
            <p:spPr>
              <a:xfrm>
                <a:off x="15233189" y="10946745"/>
                <a:ext cx="3441700" cy="424910"/>
              </a:xfrm>
              <a:prstGeom prst="roundRect">
                <a:avLst/>
              </a:prstGeom>
              <a:solidFill>
                <a:srgbClr val="F1AC1E">
                  <a:lumMod val="40000"/>
                  <a:lumOff val="60000"/>
                </a:srgb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800" b="1" i="0" u="none" strike="noStrike" kern="0" cap="none" spc="0" normalizeH="0" baseline="0" noProof="0">
                    <a:ln>
                      <a:noFill/>
                    </a:ln>
                    <a:solidFill>
                      <a:prstClr val="black"/>
                    </a:solidFill>
                    <a:effectLst/>
                    <a:uLnTx/>
                    <a:uFillTx/>
                    <a:latin typeface="Calibri"/>
                    <a:ea typeface="+mn-ea"/>
                    <a:cs typeface="+mn-cs"/>
                  </a:rPr>
                  <a:t>-762 </a:t>
                </a:r>
                <a:r>
                  <a:rPr kumimoji="0" lang="en-AU" sz="800" b="0" i="0" u="none" strike="noStrike" kern="0" cap="none" spc="0" normalizeH="0" baseline="0" noProof="0">
                    <a:ln>
                      <a:noFill/>
                    </a:ln>
                    <a:solidFill>
                      <a:prstClr val="black"/>
                    </a:solidFill>
                    <a:effectLst/>
                    <a:uLnTx/>
                    <a:uFillTx/>
                    <a:latin typeface="Calibri"/>
                    <a:ea typeface="+mn-ea"/>
                    <a:cs typeface="+mn-cs"/>
                  </a:rPr>
                  <a:t>no update needed • 97%</a:t>
                </a:r>
              </a:p>
            </p:txBody>
          </p:sp>
          <p:sp>
            <p:nvSpPr>
              <p:cNvPr id="44" name="Rectangle: Rounded Corners 43">
                <a:extLst>
                  <a:ext uri="{FF2B5EF4-FFF2-40B4-BE49-F238E27FC236}">
                    <a16:creationId xmlns:a16="http://schemas.microsoft.com/office/drawing/2014/main" id="{BE3E8223-02F8-42B9-4AB3-BF60E1B14DE2}"/>
                  </a:ext>
                </a:extLst>
              </p:cNvPr>
              <p:cNvSpPr/>
              <p:nvPr/>
            </p:nvSpPr>
            <p:spPr>
              <a:xfrm>
                <a:off x="10876915" y="12357538"/>
                <a:ext cx="2800615" cy="419749"/>
              </a:xfrm>
              <a:prstGeom prst="roundRect">
                <a:avLst/>
              </a:prstGeom>
              <a:solidFill>
                <a:srgbClr val="323E48">
                  <a:lumMod val="20000"/>
                  <a:lumOff val="80000"/>
                </a:srgb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600" b="0" i="1" u="none" strike="noStrike" kern="0" cap="none" spc="0" normalizeH="0" baseline="0" noProof="0">
                    <a:ln>
                      <a:noFill/>
                    </a:ln>
                    <a:solidFill>
                      <a:prstClr val="black"/>
                    </a:solidFill>
                    <a:effectLst/>
                    <a:uLnTx/>
                    <a:uFillTx/>
                    <a:latin typeface="Calibri"/>
                    <a:ea typeface="+mn-ea"/>
                    <a:cs typeface="+mn-cs"/>
                  </a:rPr>
                  <a:t>*counted in IP First Response pages </a:t>
                </a:r>
              </a:p>
            </p:txBody>
          </p:sp>
        </p:grpSp>
        <p:sp>
          <p:nvSpPr>
            <p:cNvPr id="45" name="Rectangle: Rounded Corners 44">
              <a:extLst>
                <a:ext uri="{FF2B5EF4-FFF2-40B4-BE49-F238E27FC236}">
                  <a16:creationId xmlns:a16="http://schemas.microsoft.com/office/drawing/2014/main" id="{CE0F3D16-C451-22BF-FAC6-B31C97327F96}"/>
                </a:ext>
              </a:extLst>
            </p:cNvPr>
            <p:cNvSpPr/>
            <p:nvPr/>
          </p:nvSpPr>
          <p:spPr>
            <a:xfrm>
              <a:off x="13561616" y="514609"/>
              <a:ext cx="8289756" cy="431595"/>
            </a:xfrm>
            <a:prstGeom prst="roundRect">
              <a:avLst>
                <a:gd name="adj" fmla="val 22807"/>
              </a:avLst>
            </a:prstGeom>
            <a:solidFill>
              <a:schemeClr val="accent1"/>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800" b="0" i="0" u="none" strike="noStrike" kern="0" cap="none" spc="0" normalizeH="0" baseline="0" noProof="0" dirty="0">
                  <a:ln>
                    <a:noFill/>
                  </a:ln>
                  <a:solidFill>
                    <a:schemeClr val="bg1"/>
                  </a:solidFill>
                  <a:effectLst/>
                  <a:uLnTx/>
                  <a:uFillTx/>
                  <a:latin typeface="Calibri"/>
                  <a:ea typeface="+mn-ea"/>
                  <a:cs typeface="+mn-cs"/>
                </a:rPr>
                <a:t>7 May – 19 July • </a:t>
              </a:r>
              <a:r>
                <a:rPr kumimoji="0" lang="en-AU" sz="800" b="1" i="0" u="none" strike="noStrike" kern="0" cap="none" spc="0" normalizeH="0" baseline="0" noProof="0" dirty="0">
                  <a:ln>
                    <a:noFill/>
                  </a:ln>
                  <a:solidFill>
                    <a:schemeClr val="bg1"/>
                  </a:solidFill>
                  <a:effectLst/>
                  <a:uLnTx/>
                  <a:uFillTx/>
                  <a:latin typeface="Calibri"/>
                  <a:ea typeface="+mn-ea"/>
                  <a:cs typeface="+mn-cs"/>
                </a:rPr>
                <a:t>139 monitored sources </a:t>
              </a:r>
              <a:r>
                <a:rPr kumimoji="0" lang="en-AU" sz="800" b="0" i="0" u="none" strike="noStrike" kern="0" cap="none" spc="0" normalizeH="0" baseline="0" noProof="0" dirty="0">
                  <a:ln>
                    <a:noFill/>
                  </a:ln>
                  <a:solidFill>
                    <a:schemeClr val="bg1"/>
                  </a:solidFill>
                  <a:effectLst/>
                  <a:uLnTx/>
                  <a:uFillTx/>
                  <a:latin typeface="Calibri"/>
                  <a:ea typeface="+mn-ea"/>
                  <a:cs typeface="+mn-cs"/>
                </a:rPr>
                <a:t>checked at varying frequency</a:t>
              </a:r>
            </a:p>
          </p:txBody>
        </p:sp>
        <p:cxnSp>
          <p:nvCxnSpPr>
            <p:cNvPr id="46" name="Straight Arrow Connector 45">
              <a:extLst>
                <a:ext uri="{FF2B5EF4-FFF2-40B4-BE49-F238E27FC236}">
                  <a16:creationId xmlns:a16="http://schemas.microsoft.com/office/drawing/2014/main" id="{CE44709C-585F-5A60-3B17-51B546875377}"/>
                </a:ext>
              </a:extLst>
            </p:cNvPr>
            <p:cNvCxnSpPr>
              <a:cxnSpLocks/>
            </p:cNvCxnSpPr>
            <p:nvPr/>
          </p:nvCxnSpPr>
          <p:spPr>
            <a:xfrm flipH="1">
              <a:off x="15148756" y="7695863"/>
              <a:ext cx="1654241" cy="2003212"/>
            </a:xfrm>
            <a:prstGeom prst="straightConnector1">
              <a:avLst/>
            </a:prstGeom>
            <a:noFill/>
            <a:ln w="38100" cap="flat" cmpd="sng" algn="ctr">
              <a:solidFill>
                <a:srgbClr val="30AEB6"/>
              </a:solidFill>
              <a:prstDash val="solid"/>
              <a:tailEnd type="triangle"/>
            </a:ln>
            <a:effectLst/>
          </p:spPr>
        </p:cxnSp>
        <p:cxnSp>
          <p:nvCxnSpPr>
            <p:cNvPr id="47" name="Straight Arrow Connector 46">
              <a:extLst>
                <a:ext uri="{FF2B5EF4-FFF2-40B4-BE49-F238E27FC236}">
                  <a16:creationId xmlns:a16="http://schemas.microsoft.com/office/drawing/2014/main" id="{1FEC00F6-929F-139B-E815-060E6304A62B}"/>
                </a:ext>
              </a:extLst>
            </p:cNvPr>
            <p:cNvCxnSpPr>
              <a:cxnSpLocks/>
              <a:stCxn id="49" idx="2"/>
              <a:endCxn id="41" idx="0"/>
            </p:cNvCxnSpPr>
            <p:nvPr/>
          </p:nvCxnSpPr>
          <p:spPr>
            <a:xfrm flipH="1">
              <a:off x="17782691" y="7843522"/>
              <a:ext cx="12520" cy="1855553"/>
            </a:xfrm>
            <a:prstGeom prst="straightConnector1">
              <a:avLst/>
            </a:prstGeom>
            <a:noFill/>
            <a:ln w="38100" cap="flat" cmpd="sng" algn="ctr">
              <a:solidFill>
                <a:srgbClr val="30AEB6"/>
              </a:solidFill>
              <a:prstDash val="solid"/>
              <a:tailEnd type="triangle"/>
            </a:ln>
            <a:effectLst/>
          </p:spPr>
        </p:cxnSp>
        <p:cxnSp>
          <p:nvCxnSpPr>
            <p:cNvPr id="48" name="Straight Arrow Connector 47">
              <a:extLst>
                <a:ext uri="{FF2B5EF4-FFF2-40B4-BE49-F238E27FC236}">
                  <a16:creationId xmlns:a16="http://schemas.microsoft.com/office/drawing/2014/main" id="{ED64ED09-C89E-2461-24CF-6EFFD4BB8321}"/>
                </a:ext>
              </a:extLst>
            </p:cNvPr>
            <p:cNvCxnSpPr>
              <a:cxnSpLocks/>
            </p:cNvCxnSpPr>
            <p:nvPr/>
          </p:nvCxnSpPr>
          <p:spPr>
            <a:xfrm>
              <a:off x="18898898" y="7756508"/>
              <a:ext cx="1588383" cy="1977807"/>
            </a:xfrm>
            <a:prstGeom prst="straightConnector1">
              <a:avLst/>
            </a:prstGeom>
            <a:noFill/>
            <a:ln w="38100" cap="flat" cmpd="sng" algn="ctr">
              <a:solidFill>
                <a:srgbClr val="30AEB6"/>
              </a:solidFill>
              <a:prstDash val="solid"/>
              <a:tailEnd type="triangle"/>
            </a:ln>
            <a:effectLst/>
          </p:spPr>
        </p:cxnSp>
        <p:sp>
          <p:nvSpPr>
            <p:cNvPr id="49" name="Rectangle: Rounded Corners 48">
              <a:extLst>
                <a:ext uri="{FF2B5EF4-FFF2-40B4-BE49-F238E27FC236}">
                  <a16:creationId xmlns:a16="http://schemas.microsoft.com/office/drawing/2014/main" id="{75D58229-9072-AFD1-CA30-86360E715993}"/>
                </a:ext>
              </a:extLst>
            </p:cNvPr>
            <p:cNvSpPr/>
            <p:nvPr/>
          </p:nvSpPr>
          <p:spPr>
            <a:xfrm>
              <a:off x="16573645" y="7477858"/>
              <a:ext cx="2443134" cy="365664"/>
            </a:xfrm>
            <a:prstGeom prst="roundRect">
              <a:avLst/>
            </a:prstGeom>
            <a:solidFill>
              <a:srgbClr val="323E48"/>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900" b="1" i="0" u="none" strike="noStrike" kern="0" cap="none" spc="0" normalizeH="0" baseline="0" noProof="0">
                  <a:ln>
                    <a:noFill/>
                  </a:ln>
                  <a:solidFill>
                    <a:prstClr val="white"/>
                  </a:solidFill>
                  <a:effectLst/>
                  <a:uLnTx/>
                  <a:uFillTx/>
                  <a:latin typeface="Calibri"/>
                  <a:ea typeface="+mn-ea"/>
                  <a:cs typeface="+mn-cs"/>
                </a:rPr>
                <a:t>X6 fan-out</a:t>
              </a:r>
              <a:endParaRPr kumimoji="0" lang="en-AU" sz="900" b="0" i="0" u="none" strike="noStrike" kern="0" cap="none" spc="0" normalizeH="0" baseline="0" noProof="0">
                <a:ln>
                  <a:noFill/>
                </a:ln>
                <a:solidFill>
                  <a:prstClr val="white"/>
                </a:solidFill>
                <a:effectLst/>
                <a:uLnTx/>
                <a:uFillTx/>
                <a:latin typeface="Calibri"/>
                <a:ea typeface="+mn-ea"/>
                <a:cs typeface="+mn-cs"/>
              </a:endParaRPr>
            </a:p>
          </p:txBody>
        </p:sp>
        <p:sp>
          <p:nvSpPr>
            <p:cNvPr id="50" name="Rectangle: Rounded Corners 49">
              <a:extLst>
                <a:ext uri="{FF2B5EF4-FFF2-40B4-BE49-F238E27FC236}">
                  <a16:creationId xmlns:a16="http://schemas.microsoft.com/office/drawing/2014/main" id="{7FC8F561-C141-09AE-E694-FED9A8022959}"/>
                </a:ext>
              </a:extLst>
            </p:cNvPr>
            <p:cNvSpPr/>
            <p:nvPr/>
          </p:nvSpPr>
          <p:spPr>
            <a:xfrm>
              <a:off x="13969984" y="7823557"/>
              <a:ext cx="7664519" cy="677292"/>
            </a:xfrm>
            <a:prstGeom prst="roundRect">
              <a:avLst/>
            </a:prstGeom>
            <a:solidFill>
              <a:srgbClr val="323E48">
                <a:lumMod val="60000"/>
                <a:lumOff val="40000"/>
              </a:srgb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900" b="1" i="0" u="none" strike="noStrike" kern="0" cap="none" spc="0" normalizeH="0" baseline="0" noProof="0">
                  <a:ln>
                    <a:noFill/>
                  </a:ln>
                  <a:solidFill>
                    <a:prstClr val="white"/>
                  </a:solidFill>
                  <a:effectLst/>
                  <a:uLnTx/>
                  <a:uFillTx/>
                  <a:latin typeface="Calibri"/>
                  <a:ea typeface="+mn-ea"/>
                  <a:cs typeface="+mn-cs"/>
                </a:rPr>
                <a:t>each impactful change is compared against related IP First Response pages</a:t>
              </a:r>
            </a:p>
          </p:txBody>
        </p:sp>
        <p:sp>
          <p:nvSpPr>
            <p:cNvPr id="51" name="Rectangle: Rounded Corners 50">
              <a:extLst>
                <a:ext uri="{FF2B5EF4-FFF2-40B4-BE49-F238E27FC236}">
                  <a16:creationId xmlns:a16="http://schemas.microsoft.com/office/drawing/2014/main" id="{AA7C7380-FC64-105C-D3D7-2301DEC52DB0}"/>
                </a:ext>
              </a:extLst>
            </p:cNvPr>
            <p:cNvSpPr/>
            <p:nvPr/>
          </p:nvSpPr>
          <p:spPr>
            <a:xfrm>
              <a:off x="11690376" y="9137823"/>
              <a:ext cx="3438882" cy="424562"/>
            </a:xfrm>
            <a:prstGeom prst="roundRect">
              <a:avLst/>
            </a:prstGeom>
            <a:no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1050" b="1" i="0" u="none" strike="noStrike" kern="0" cap="none" spc="0" normalizeH="0" baseline="0" noProof="0">
                  <a:ln>
                    <a:noFill/>
                  </a:ln>
                  <a:solidFill>
                    <a:srgbClr val="323E48"/>
                  </a:solidFill>
                  <a:effectLst/>
                  <a:uLnTx/>
                  <a:uFillTx/>
                  <a:latin typeface="Calibri"/>
                  <a:ea typeface="+mn-ea"/>
                  <a:cs typeface="+mn-cs"/>
                </a:rPr>
                <a:t>Phase 2 - Assessment</a:t>
              </a:r>
            </a:p>
          </p:txBody>
        </p:sp>
      </p:grpSp>
      <p:grpSp>
        <p:nvGrpSpPr>
          <p:cNvPr id="56" name="Group 55">
            <a:extLst>
              <a:ext uri="{FF2B5EF4-FFF2-40B4-BE49-F238E27FC236}">
                <a16:creationId xmlns:a16="http://schemas.microsoft.com/office/drawing/2014/main" id="{FD76FD1E-EAD2-10EF-1AC0-725C3C1811C0}"/>
              </a:ext>
            </a:extLst>
          </p:cNvPr>
          <p:cNvGrpSpPr/>
          <p:nvPr/>
        </p:nvGrpSpPr>
        <p:grpSpPr>
          <a:xfrm>
            <a:off x="481310" y="3045260"/>
            <a:ext cx="4327587" cy="1626800"/>
            <a:chOff x="5516108" y="9388331"/>
            <a:chExt cx="4125227" cy="1626800"/>
          </a:xfrm>
        </p:grpSpPr>
        <p:sp>
          <p:nvSpPr>
            <p:cNvPr id="57" name="TextBox 56">
              <a:extLst>
                <a:ext uri="{FF2B5EF4-FFF2-40B4-BE49-F238E27FC236}">
                  <a16:creationId xmlns:a16="http://schemas.microsoft.com/office/drawing/2014/main" id="{8FB13B94-8300-88B3-BBB6-B78820A0ABED}"/>
                </a:ext>
              </a:extLst>
            </p:cNvPr>
            <p:cNvSpPr txBox="1"/>
            <p:nvPr/>
          </p:nvSpPr>
          <p:spPr>
            <a:xfrm>
              <a:off x="5516108" y="9388331"/>
              <a:ext cx="4125227" cy="1328023"/>
            </a:xfrm>
            <a:prstGeom prst="roundRect">
              <a:avLst/>
            </a:prstGeom>
            <a:solidFill>
              <a:srgbClr val="323E48">
                <a:lumMod val="60000"/>
                <a:lumOff val="40000"/>
              </a:srgbClr>
            </a:solidFill>
            <a:ln w="38100">
              <a:noFill/>
            </a:ln>
          </p:spPr>
          <p:txBody>
            <a:bodyPr wrap="square">
              <a:spAutoFit/>
            </a:bodyPr>
            <a:lstStyle/>
            <a:p>
              <a:pPr marL="72000" marR="0" lvl="0" indent="0" algn="ctr" defTabSz="2176962" eaLnBrk="1" fontAlgn="auto" latinLnBrk="0" hangingPunct="1">
                <a:lnSpc>
                  <a:spcPct val="100000"/>
                </a:lnSpc>
                <a:spcBef>
                  <a:spcPts val="0"/>
                </a:spcBef>
                <a:spcAft>
                  <a:spcPts val="0"/>
                </a:spcAft>
                <a:buClrTx/>
                <a:buSzTx/>
                <a:buFontTx/>
                <a:buNone/>
                <a:tabLst/>
                <a:defRPr/>
              </a:pPr>
              <a:r>
                <a:rPr kumimoji="0" lang="en-AU" sz="3600" b="1" i="0" u="none" strike="noStrike" kern="0" cap="none" spc="0" normalizeH="0" baseline="0" noProof="0">
                  <a:ln>
                    <a:noFill/>
                  </a:ln>
                  <a:solidFill>
                    <a:prstClr val="white"/>
                  </a:solidFill>
                  <a:effectLst/>
                  <a:uLnTx/>
                  <a:uFillTx/>
                  <a:latin typeface="Calibri"/>
                </a:rPr>
                <a:t>In 74 days, Tripwire has cost </a:t>
              </a:r>
              <a:r>
                <a:rPr kumimoji="0" lang="en-AU" sz="3600" b="1" i="0" u="none" strike="noStrike" kern="0" cap="none" spc="0" normalizeH="0" baseline="0" noProof="0">
                  <a:ln>
                    <a:noFill/>
                  </a:ln>
                  <a:solidFill>
                    <a:srgbClr val="30AEB6">
                      <a:lumMod val="20000"/>
                      <a:lumOff val="80000"/>
                    </a:srgbClr>
                  </a:solidFill>
                  <a:effectLst/>
                  <a:uLnTx/>
                  <a:uFillTx/>
                  <a:latin typeface="Calibri"/>
                </a:rPr>
                <a:t>~$2.17</a:t>
              </a:r>
            </a:p>
          </p:txBody>
        </p:sp>
        <p:sp>
          <p:nvSpPr>
            <p:cNvPr id="58" name="TextBox 57">
              <a:extLst>
                <a:ext uri="{FF2B5EF4-FFF2-40B4-BE49-F238E27FC236}">
                  <a16:creationId xmlns:a16="http://schemas.microsoft.com/office/drawing/2014/main" id="{42C6FCC4-6FEF-CABA-58E7-2B4AE01F4562}"/>
                </a:ext>
              </a:extLst>
            </p:cNvPr>
            <p:cNvSpPr txBox="1"/>
            <p:nvPr/>
          </p:nvSpPr>
          <p:spPr>
            <a:xfrm>
              <a:off x="8647654" y="10753521"/>
              <a:ext cx="993681" cy="261610"/>
            </a:xfrm>
            <a:prstGeom prst="rect">
              <a:avLst/>
            </a:prstGeom>
            <a:noFill/>
          </p:spPr>
          <p:txBody>
            <a:bodyPr wrap="square">
              <a:spAutoFit/>
            </a:bodyPr>
            <a:lstStyle/>
            <a:p>
              <a:pPr marL="0" marR="0" lvl="0" indent="0" algn="ctr" defTabSz="2176962" eaLnBrk="1" fontAlgn="auto" latinLnBrk="0" hangingPunct="1">
                <a:lnSpc>
                  <a:spcPct val="100000"/>
                </a:lnSpc>
                <a:spcBef>
                  <a:spcPts val="0"/>
                </a:spcBef>
                <a:spcAft>
                  <a:spcPts val="0"/>
                </a:spcAft>
                <a:buClrTx/>
                <a:buSzTx/>
                <a:buFontTx/>
                <a:buNone/>
                <a:tabLst/>
                <a:defRPr/>
              </a:pPr>
              <a:r>
                <a:rPr kumimoji="0" lang="en-AU" sz="1050" b="0" i="0" u="none" strike="noStrike" kern="0" cap="none" spc="0" normalizeH="0" baseline="0" noProof="0">
                  <a:ln>
                    <a:noFill/>
                  </a:ln>
                  <a:solidFill>
                    <a:srgbClr val="323E48">
                      <a:lumMod val="60000"/>
                      <a:lumOff val="40000"/>
                    </a:srgbClr>
                  </a:solidFill>
                  <a:effectLst/>
                  <a:uLnTx/>
                  <a:uFillTx/>
                  <a:latin typeface="Calibri"/>
                </a:rPr>
                <a:t>($1.521 USD)</a:t>
              </a:r>
            </a:p>
          </p:txBody>
        </p:sp>
      </p:grpSp>
    </p:spTree>
    <p:extLst>
      <p:ext uri="{BB962C8B-B14F-4D97-AF65-F5344CB8AC3E}">
        <p14:creationId xmlns:p14="http://schemas.microsoft.com/office/powerpoint/2010/main" val="2743376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4F7492"/>
                </a:solidFill>
                <a:effectLst/>
                <a:uLnTx/>
                <a:uFillTx/>
                <a:latin typeface="Arial" pitchFamily="34" charset="0"/>
                <a:ea typeface="Arial" pitchFamily="34" charset="-122"/>
                <a:cs typeface="Arial" pitchFamily="34" charset="-120"/>
              </a:rPr>
              <a:t>THE SPEED OF CURIOSITY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512064"/>
            <a:ext cx="1118311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C2442"/>
                </a:solidFill>
                <a:effectLst/>
                <a:uLnTx/>
                <a:uFillTx/>
                <a:latin typeface="Arial" pitchFamily="34" charset="0"/>
                <a:ea typeface="Arial" pitchFamily="34" charset="-122"/>
                <a:cs typeface="Arial" pitchFamily="34" charset="-120"/>
              </a:rPr>
              <a:t>What it actually took</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1325880"/>
            <a:ext cx="3602736" cy="2103120"/>
          </a:xfrm>
          <a:prstGeom prst="roundRect">
            <a:avLst>
              <a:gd name="adj" fmla="val 3913"/>
            </a:avLst>
          </a:prstGeom>
          <a:solidFill>
            <a:srgbClr val="EEF2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685800" y="1631204"/>
            <a:ext cx="3236976" cy="8686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0C2442"/>
                </a:solidFill>
                <a:effectLst/>
                <a:uLnTx/>
                <a:uFillTx/>
                <a:latin typeface="Arial" pitchFamily="34" charset="0"/>
                <a:ea typeface="Arial" pitchFamily="34" charset="-122"/>
                <a:cs typeface="Arial" pitchFamily="34" charset="-120"/>
              </a:rPr>
              <a:t>1</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77240" y="2377440"/>
            <a:ext cx="3054096"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F2A3A"/>
                </a:solidFill>
                <a:effectLst/>
                <a:uLnTx/>
                <a:uFillTx/>
                <a:latin typeface="Calibri" pitchFamily="34" charset="0"/>
                <a:ea typeface="Calibri" pitchFamily="34" charset="-122"/>
                <a:cs typeface="Calibri" pitchFamily="34" charset="-120"/>
              </a:rPr>
              <a:t>curious public servant — no formal computing background — pair-programming with Claude Code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293108" y="1325880"/>
            <a:ext cx="3602736" cy="2103120"/>
          </a:xfrm>
          <a:prstGeom prst="roundRect">
            <a:avLst>
              <a:gd name="adj" fmla="val 3913"/>
            </a:avLst>
          </a:prstGeom>
          <a:solidFill>
            <a:srgbClr val="EEF2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475988" y="1631204"/>
            <a:ext cx="3236976" cy="8686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0C2442"/>
                </a:solidFill>
                <a:effectLst/>
                <a:uLnTx/>
                <a:uFillTx/>
                <a:latin typeface="Arial" pitchFamily="34" charset="0"/>
                <a:ea typeface="Arial" pitchFamily="34" charset="-122"/>
                <a:cs typeface="Arial" pitchFamily="34" charset="-120"/>
              </a:rPr>
              <a:t>9+1</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67428" y="2377440"/>
            <a:ext cx="3054096"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F2A3A"/>
                </a:solidFill>
                <a:effectLst/>
                <a:uLnTx/>
                <a:uFillTx/>
                <a:latin typeface="Calibri" pitchFamily="34" charset="0"/>
                <a:ea typeface="Calibri" pitchFamily="34" charset="-122"/>
                <a:cs typeface="Calibri" pitchFamily="34" charset="-120"/>
              </a:rPr>
              <a:t>pipeline stages, plus the nightly corpus study — with tests, runbooks and health alerts around them</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8083296" y="1325880"/>
            <a:ext cx="3602736" cy="2103120"/>
          </a:xfrm>
          <a:prstGeom prst="roundRect">
            <a:avLst>
              <a:gd name="adj" fmla="val 3913"/>
            </a:avLst>
          </a:prstGeom>
          <a:solidFill>
            <a:srgbClr val="EEF2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8266176" y="1631204"/>
            <a:ext cx="3236976" cy="8686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0C2442"/>
                </a:solidFill>
                <a:effectLst/>
                <a:uLnTx/>
                <a:uFillTx/>
                <a:latin typeface="Arial" pitchFamily="34" charset="0"/>
                <a:ea typeface="Arial" pitchFamily="34" charset="-122"/>
                <a:cs typeface="Arial" pitchFamily="34" charset="-120"/>
              </a:rPr>
              <a:t>$0.01</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8357616" y="2377440"/>
            <a:ext cx="3054096"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F2A3A"/>
                </a:solidFill>
                <a:effectLst/>
                <a:uLnTx/>
                <a:uFillTx/>
                <a:latin typeface="Calibri" pitchFamily="34" charset="0"/>
                <a:ea typeface="Calibri" pitchFamily="34" charset="-122"/>
                <a:cs typeface="Calibri" pitchFamily="34" charset="-120"/>
              </a:rPr>
              <a:t>infrastructure — free scheduled compute and open-source models; the AI bill is cents a day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02920" y="3657600"/>
            <a:ext cx="5486400" cy="1417320"/>
          </a:xfrm>
          <a:prstGeom prst="roundRect">
            <a:avLst>
              <a:gd name="adj" fmla="val 5806"/>
            </a:avLst>
          </a:prstGeom>
          <a:solidFill>
            <a:srgbClr val="FFFFFF"/>
          </a:solidFill>
          <a:ln w="12700">
            <a:solidFill>
              <a:srgbClr val="C9D6E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777240" y="3822192"/>
            <a:ext cx="4937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0C2442"/>
                </a:solidFill>
                <a:effectLst/>
                <a:uLnTx/>
                <a:uFillTx/>
                <a:latin typeface="Arial" pitchFamily="34" charset="0"/>
                <a:ea typeface="Arial" pitchFamily="34" charset="-122"/>
                <a:cs typeface="Arial" pitchFamily="34" charset="-120"/>
              </a:rPr>
              <a:t>Weeks of part-time building</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77240" y="4206240"/>
            <a:ext cx="493776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F2A3A"/>
                </a:solidFill>
                <a:effectLst/>
                <a:uLnTx/>
                <a:uFillTx/>
                <a:latin typeface="Calibri" pitchFamily="34" charset="0"/>
                <a:ea typeface="Calibri" pitchFamily="34" charset="-122"/>
                <a:cs typeface="Calibri" pitchFamily="34" charset="-120"/>
              </a:rPr>
              <a:t>spare hours and stubborn questions — not a 20-page business case, a vendor and an 18-month roadmap</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199632" y="3657600"/>
            <a:ext cx="5486400" cy="1417320"/>
          </a:xfrm>
          <a:prstGeom prst="roundRect">
            <a:avLst>
              <a:gd name="adj" fmla="val 5806"/>
            </a:avLst>
          </a:prstGeom>
          <a:solidFill>
            <a:srgbClr val="FFFFFF"/>
          </a:solidFill>
          <a:ln w="12700">
            <a:solidFill>
              <a:srgbClr val="C9D6E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6473952" y="3822192"/>
            <a:ext cx="4937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0C2442"/>
                </a:solidFill>
                <a:effectLst/>
                <a:uLnTx/>
                <a:uFillTx/>
                <a:latin typeface="Arial" pitchFamily="34" charset="0"/>
                <a:ea typeface="Arial" pitchFamily="34" charset="-122"/>
                <a:cs typeface="Arial" pitchFamily="34" charset="-120"/>
              </a:rPr>
              <a:t>Design first, code second</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6473952" y="4206240"/>
            <a:ext cx="493776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F2A3A"/>
                </a:solidFill>
                <a:effectLst/>
                <a:uLnTx/>
                <a:uFillTx/>
                <a:latin typeface="Calibri" pitchFamily="34" charset="0"/>
                <a:ea typeface="Calibri" pitchFamily="34" charset="-122"/>
                <a:cs typeface="Calibri" pitchFamily="34" charset="-120"/>
              </a:rPr>
              <a:t>the system plan was written before the code; every stage was specified, then built, then tested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502920" y="5440680"/>
            <a:ext cx="11183112"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C2442"/>
                </a:solidFill>
                <a:effectLst/>
                <a:uLnTx/>
                <a:uFillTx/>
                <a:latin typeface="Arial" pitchFamily="34" charset="0"/>
                <a:ea typeface="Arial" pitchFamily="34" charset="-122"/>
                <a:cs typeface="Arial" pitchFamily="34" charset="-120"/>
              </a:rPr>
              <a:t>The scarce ingredients weren't budget or a delivery team.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C2442"/>
                </a:solidFill>
                <a:effectLst/>
                <a:uLnTx/>
                <a:uFillTx/>
                <a:latin typeface="Arial" pitchFamily="34" charset="0"/>
                <a:ea typeface="Arial" pitchFamily="34" charset="-122"/>
                <a:cs typeface="Arial" pitchFamily="34" charset="-120"/>
              </a:rPr>
              <a:t>They were curiosity and permission to try.</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83C85-3C6F-C9D0-37F8-856354A940A5}"/>
              </a:ext>
            </a:extLst>
          </p:cNvPr>
          <p:cNvSpPr>
            <a:spLocks noGrp="1"/>
          </p:cNvSpPr>
          <p:nvPr>
            <p:ph type="title"/>
          </p:nvPr>
        </p:nvSpPr>
        <p:spPr>
          <a:xfrm>
            <a:off x="785811" y="2966638"/>
            <a:ext cx="10129837" cy="1325563"/>
          </a:xfrm>
        </p:spPr>
        <p:txBody>
          <a:bodyPr>
            <a:normAutofit/>
          </a:bodyPr>
          <a:lstStyle/>
          <a:p>
            <a:r>
              <a:rPr lang="en-AU" sz="2800" b="1" dirty="0"/>
              <a:t>Keep asking basic questions</a:t>
            </a:r>
          </a:p>
        </p:txBody>
      </p:sp>
      <p:sp>
        <p:nvSpPr>
          <p:cNvPr id="3" name="Content Placeholder 2">
            <a:extLst>
              <a:ext uri="{FF2B5EF4-FFF2-40B4-BE49-F238E27FC236}">
                <a16:creationId xmlns:a16="http://schemas.microsoft.com/office/drawing/2014/main" id="{55DC1FD4-9EBA-6566-341B-658E44B2055C}"/>
              </a:ext>
            </a:extLst>
          </p:cNvPr>
          <p:cNvSpPr>
            <a:spLocks noGrp="1"/>
          </p:cNvSpPr>
          <p:nvPr>
            <p:ph idx="1"/>
          </p:nvPr>
        </p:nvSpPr>
        <p:spPr>
          <a:xfrm>
            <a:off x="1042987" y="3975042"/>
            <a:ext cx="10129838" cy="2499518"/>
          </a:xfrm>
        </p:spPr>
        <p:txBody>
          <a:bodyPr>
            <a:normAutofit fontScale="70000" lnSpcReduction="20000"/>
          </a:bodyPr>
          <a:lstStyle/>
          <a:p>
            <a:r>
              <a:rPr lang="en-AU" dirty="0"/>
              <a:t>What are the alternatives? What are their pros and cons?</a:t>
            </a:r>
          </a:p>
          <a:p>
            <a:r>
              <a:rPr lang="en-AU" dirty="0"/>
              <a:t>I’m not a programmer, please explain this more simply using an analogy</a:t>
            </a:r>
          </a:p>
          <a:p>
            <a:r>
              <a:rPr lang="en-AU" dirty="0"/>
              <a:t>Is there an existing solution to this or a problem similar to mine? What can I learn from it?</a:t>
            </a:r>
          </a:p>
          <a:p>
            <a:r>
              <a:rPr lang="en-AU" dirty="0"/>
              <a:t>Is there anything I may have overlooked?</a:t>
            </a:r>
          </a:p>
          <a:p>
            <a:r>
              <a:rPr lang="en-AU" dirty="0"/>
              <a:t>Please conduct an in-depth analysis of what has been done so far and provide me with a constructive, actionable critique.</a:t>
            </a:r>
          </a:p>
          <a:p>
            <a:r>
              <a:rPr lang="en-AU" dirty="0"/>
              <a:t>Ask me lots of questions about this which I haven’t yet addressed. Seriously grill me!</a:t>
            </a:r>
          </a:p>
        </p:txBody>
      </p:sp>
      <p:sp>
        <p:nvSpPr>
          <p:cNvPr id="4" name="Title 1">
            <a:extLst>
              <a:ext uri="{FF2B5EF4-FFF2-40B4-BE49-F238E27FC236}">
                <a16:creationId xmlns:a16="http://schemas.microsoft.com/office/drawing/2014/main" id="{AAB564AC-FAFF-4422-2D77-A4C9A41C8FB3}"/>
              </a:ext>
            </a:extLst>
          </p:cNvPr>
          <p:cNvSpPr txBox="1">
            <a:spLocks/>
          </p:cNvSpPr>
          <p:nvPr/>
        </p:nvSpPr>
        <p:spPr>
          <a:xfrm>
            <a:off x="528637" y="286774"/>
            <a:ext cx="1077277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b="1" dirty="0"/>
              <a:t>Additional lessons from working with Claude Code </a:t>
            </a:r>
          </a:p>
        </p:txBody>
      </p:sp>
      <p:sp>
        <p:nvSpPr>
          <p:cNvPr id="5" name="Content Placeholder 2">
            <a:extLst>
              <a:ext uri="{FF2B5EF4-FFF2-40B4-BE49-F238E27FC236}">
                <a16:creationId xmlns:a16="http://schemas.microsoft.com/office/drawing/2014/main" id="{4D7A9CFB-E329-52D6-D712-C281281777C7}"/>
              </a:ext>
            </a:extLst>
          </p:cNvPr>
          <p:cNvSpPr txBox="1">
            <a:spLocks/>
          </p:cNvSpPr>
          <p:nvPr/>
        </p:nvSpPr>
        <p:spPr>
          <a:xfrm>
            <a:off x="785812" y="1453757"/>
            <a:ext cx="10515600" cy="22796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Establish your goals and requirements first</a:t>
            </a:r>
          </a:p>
          <a:p>
            <a:pPr lvl="1"/>
            <a:r>
              <a:rPr lang="en-AU" dirty="0"/>
              <a:t>Project brief &lt;- the most important. Investigate, consider and iterate. </a:t>
            </a:r>
          </a:p>
          <a:p>
            <a:pPr lvl="1"/>
            <a:r>
              <a:rPr lang="en-AU" dirty="0"/>
              <a:t>Design brief</a:t>
            </a:r>
          </a:p>
          <a:p>
            <a:pPr lvl="1"/>
            <a:r>
              <a:rPr lang="en-AU" dirty="0"/>
              <a:t>Specifications document</a:t>
            </a:r>
          </a:p>
        </p:txBody>
      </p:sp>
    </p:spTree>
    <p:extLst>
      <p:ext uri="{BB962C8B-B14F-4D97-AF65-F5344CB8AC3E}">
        <p14:creationId xmlns:p14="http://schemas.microsoft.com/office/powerpoint/2010/main" val="38245883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63B78-9A7C-298C-6E3A-C3AA2362C221}"/>
              </a:ext>
            </a:extLst>
          </p:cNvPr>
          <p:cNvSpPr>
            <a:spLocks noGrp="1"/>
          </p:cNvSpPr>
          <p:nvPr>
            <p:ph type="title"/>
          </p:nvPr>
        </p:nvSpPr>
        <p:spPr/>
        <p:txBody>
          <a:bodyPr/>
          <a:lstStyle/>
          <a:p>
            <a:r>
              <a:rPr lang="en-AU" dirty="0"/>
              <a:t>roadmap</a:t>
            </a:r>
          </a:p>
        </p:txBody>
      </p:sp>
      <p:pic>
        <p:nvPicPr>
          <p:cNvPr id="8" name="Picture 7">
            <a:extLst>
              <a:ext uri="{FF2B5EF4-FFF2-40B4-BE49-F238E27FC236}">
                <a16:creationId xmlns:a16="http://schemas.microsoft.com/office/drawing/2014/main" id="{8D7AB60C-736B-12CF-CFC9-E53E4EE78ECD}"/>
              </a:ext>
            </a:extLst>
          </p:cNvPr>
          <p:cNvPicPr>
            <a:picLocks noChangeAspect="1"/>
          </p:cNvPicPr>
          <p:nvPr/>
        </p:nvPicPr>
        <p:blipFill>
          <a:blip r:embed="rId3"/>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DA8A487D-9D67-9EBC-474C-1673011D00B7}"/>
              </a:ext>
            </a:extLst>
          </p:cNvPr>
          <p:cNvSpPr/>
          <p:nvPr/>
        </p:nvSpPr>
        <p:spPr>
          <a:xfrm>
            <a:off x="1647825" y="365125"/>
            <a:ext cx="3686175" cy="231775"/>
          </a:xfrm>
          <a:prstGeom prst="rect">
            <a:avLst/>
          </a:prstGeom>
          <a:solidFill>
            <a:srgbClr val="0E0E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C2D934A9-AD6C-FC9C-5BED-8BEFC0F413FC}"/>
              </a:ext>
            </a:extLst>
          </p:cNvPr>
          <p:cNvSpPr/>
          <p:nvPr/>
        </p:nvSpPr>
        <p:spPr>
          <a:xfrm>
            <a:off x="419100" y="6505575"/>
            <a:ext cx="7042150" cy="231775"/>
          </a:xfrm>
          <a:prstGeom prst="rect">
            <a:avLst/>
          </a:prstGeom>
          <a:solidFill>
            <a:srgbClr val="0E0E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6241979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2E331-C00F-D2B3-40DD-91CE37C4929C}"/>
              </a:ext>
            </a:extLst>
          </p:cNvPr>
          <p:cNvSpPr>
            <a:spLocks noGrp="1"/>
          </p:cNvSpPr>
          <p:nvPr>
            <p:ph type="title"/>
          </p:nvPr>
        </p:nvSpPr>
        <p:spPr/>
        <p:txBody>
          <a:bodyPr/>
          <a:lstStyle/>
          <a:p>
            <a:r>
              <a:rPr lang="en-AU" b="1" dirty="0"/>
              <a:t>Fair warning on scaling solutions</a:t>
            </a:r>
          </a:p>
        </p:txBody>
      </p:sp>
      <p:sp>
        <p:nvSpPr>
          <p:cNvPr id="3" name="Content Placeholder 2">
            <a:extLst>
              <a:ext uri="{FF2B5EF4-FFF2-40B4-BE49-F238E27FC236}">
                <a16:creationId xmlns:a16="http://schemas.microsoft.com/office/drawing/2014/main" id="{BE096482-47F5-880E-EF3B-82B84E7214F1}"/>
              </a:ext>
            </a:extLst>
          </p:cNvPr>
          <p:cNvSpPr>
            <a:spLocks noGrp="1"/>
          </p:cNvSpPr>
          <p:nvPr>
            <p:ph idx="1"/>
          </p:nvPr>
        </p:nvSpPr>
        <p:spPr>
          <a:xfrm>
            <a:off x="838200" y="1835150"/>
            <a:ext cx="10515600" cy="4351338"/>
          </a:xfrm>
        </p:spPr>
        <p:txBody>
          <a:bodyPr/>
          <a:lstStyle/>
          <a:p>
            <a:r>
              <a:rPr lang="en-US" dirty="0"/>
              <a:t>(Refer to: Guidance for AI proof of concept to scale [https://www.digital.gov.au/policy/ai/AI-POC-to-scale]).</a:t>
            </a:r>
          </a:p>
          <a:p>
            <a:r>
              <a:rPr lang="en-US" dirty="0"/>
              <a:t>The act of scaling/implementing will likely be the most time and effort you actually spend on the project.</a:t>
            </a:r>
          </a:p>
          <a:p>
            <a:r>
              <a:rPr lang="en-US" dirty="0"/>
              <a:t>There’s a reason this is called ‘building’ at the speed of curiosity and not ‘deploying’ at the speed of curiosity.</a:t>
            </a:r>
            <a:endParaRPr lang="en-AU" dirty="0"/>
          </a:p>
        </p:txBody>
      </p:sp>
    </p:spTree>
    <p:extLst>
      <p:ext uri="{BB962C8B-B14F-4D97-AF65-F5344CB8AC3E}">
        <p14:creationId xmlns:p14="http://schemas.microsoft.com/office/powerpoint/2010/main" val="3577757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51A98-E144-7AD3-F348-767FC3ADBF45}"/>
              </a:ext>
            </a:extLst>
          </p:cNvPr>
          <p:cNvSpPr>
            <a:spLocks noGrp="1"/>
          </p:cNvSpPr>
          <p:nvPr>
            <p:ph type="title"/>
          </p:nvPr>
        </p:nvSpPr>
        <p:spPr/>
        <p:txBody>
          <a:bodyPr/>
          <a:lstStyle/>
          <a:p>
            <a:r>
              <a:rPr lang="en-AU" b="1" dirty="0"/>
              <a:t>Individual’s disrupting systemic norms</a:t>
            </a:r>
          </a:p>
        </p:txBody>
      </p:sp>
      <p:sp>
        <p:nvSpPr>
          <p:cNvPr id="3" name="Content Placeholder 2">
            <a:extLst>
              <a:ext uri="{FF2B5EF4-FFF2-40B4-BE49-F238E27FC236}">
                <a16:creationId xmlns:a16="http://schemas.microsoft.com/office/drawing/2014/main" id="{21632DD4-C877-10F3-C4DD-CA1C5E83EA69}"/>
              </a:ext>
            </a:extLst>
          </p:cNvPr>
          <p:cNvSpPr>
            <a:spLocks noGrp="1"/>
          </p:cNvSpPr>
          <p:nvPr>
            <p:ph idx="1"/>
          </p:nvPr>
        </p:nvSpPr>
        <p:spPr>
          <a:xfrm>
            <a:off x="838200" y="1825624"/>
            <a:ext cx="10448925" cy="4137025"/>
          </a:xfrm>
        </p:spPr>
        <p:txBody>
          <a:bodyPr>
            <a:normAutofit fontScale="77500" lnSpcReduction="20000"/>
          </a:bodyPr>
          <a:lstStyle/>
          <a:p>
            <a:r>
              <a:rPr lang="en-US" dirty="0"/>
              <a:t>A functional proof of concept enables better decision making by improving understand the desirability and feasibility. </a:t>
            </a:r>
          </a:p>
          <a:p>
            <a:r>
              <a:rPr lang="en-US" dirty="0"/>
              <a:t>It puts you, the user of your solution, in the driver’s seat of the system’s design. No more business requirements being lost in translation to technical requirements. </a:t>
            </a:r>
          </a:p>
          <a:p>
            <a:r>
              <a:rPr lang="en-US" dirty="0"/>
              <a:t>I’m hopeful about initiatives like </a:t>
            </a:r>
            <a:r>
              <a:rPr lang="en-AU" dirty="0" err="1"/>
              <a:t>GovAI</a:t>
            </a:r>
            <a:r>
              <a:rPr lang="en-AU" dirty="0"/>
              <a:t> Exchange will hopefully reduce the burden on individuals and encourage a more systemic shift.</a:t>
            </a:r>
          </a:p>
          <a:p>
            <a:r>
              <a:rPr lang="en-US" dirty="0"/>
              <a:t>Innovation starts with individuals.** Every time you question an assumption, test a new approach or share what you have learned, you strengthen your </a:t>
            </a:r>
            <a:r>
              <a:rPr lang="en-US" dirty="0" err="1"/>
              <a:t>organisation’s</a:t>
            </a:r>
            <a:r>
              <a:rPr lang="en-US" dirty="0"/>
              <a:t> capacity to innovate. As those </a:t>
            </a:r>
            <a:r>
              <a:rPr lang="en-US" dirty="0" err="1"/>
              <a:t>behaviours</a:t>
            </a:r>
            <a:r>
              <a:rPr lang="en-US" dirty="0"/>
              <a:t> become collective practice, they begin to influence the wider system—making innovation not an exception, but part of how we work.</a:t>
            </a:r>
          </a:p>
          <a:p>
            <a:r>
              <a:rPr lang="en-US" dirty="0"/>
              <a:t>Your actions may begin small, but their impact does not have to stay small. Be curious, take the first step and help create the conditions for others to innovate too.</a:t>
            </a:r>
          </a:p>
        </p:txBody>
      </p:sp>
    </p:spTree>
    <p:extLst>
      <p:ext uri="{BB962C8B-B14F-4D97-AF65-F5344CB8AC3E}">
        <p14:creationId xmlns:p14="http://schemas.microsoft.com/office/powerpoint/2010/main" val="408388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01 Template Instructions">
  <a:themeElements>
    <a:clrScheme name="IP Australia Colours">
      <a:dk1>
        <a:sysClr val="windowText" lastClr="000000"/>
      </a:dk1>
      <a:lt1>
        <a:sysClr val="window" lastClr="FFFFFF"/>
      </a:lt1>
      <a:dk2>
        <a:srgbClr val="000000"/>
      </a:dk2>
      <a:lt2>
        <a:srgbClr val="FFFFFF"/>
      </a:lt2>
      <a:accent1>
        <a:srgbClr val="323E48"/>
      </a:accent1>
      <a:accent2>
        <a:srgbClr val="30AEB6"/>
      </a:accent2>
      <a:accent3>
        <a:srgbClr val="DE4326"/>
      </a:accent3>
      <a:accent4>
        <a:srgbClr val="84C98F"/>
      </a:accent4>
      <a:accent5>
        <a:srgbClr val="F1AC1E"/>
      </a:accent5>
      <a:accent6>
        <a:srgbClr val="1D1A46"/>
      </a:accent6>
      <a:hlink>
        <a:srgbClr val="323E48"/>
      </a:hlink>
      <a:folHlink>
        <a:srgbClr val="30AEB6"/>
      </a:folHlink>
    </a:clrScheme>
    <a:fontScheme name="IP Australia Fonts">
      <a:majorFont>
        <a:latin typeface="Tahoma"/>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E6E6"/>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id="{A9A70A04-9D9F-44C9-B1F5-16BE8D51516F}" vid="{6A4E1FDE-61E9-48D7-9ADE-C4D8C3F6CC0D}"/>
    </a:ext>
  </a:extLst>
</a:theme>
</file>

<file path=ppt/theme/theme3.xml><?xml version="1.0" encoding="utf-8"?>
<a:theme xmlns:a="http://schemas.openxmlformats.org/drawingml/2006/main" name="1_04 Presentation slides">
  <a:themeElements>
    <a:clrScheme name="IP Australia Colours">
      <a:dk1>
        <a:sysClr val="windowText" lastClr="000000"/>
      </a:dk1>
      <a:lt1>
        <a:sysClr val="window" lastClr="FFFFFF"/>
      </a:lt1>
      <a:dk2>
        <a:srgbClr val="000000"/>
      </a:dk2>
      <a:lt2>
        <a:srgbClr val="FFFFFF"/>
      </a:lt2>
      <a:accent1>
        <a:srgbClr val="323E48"/>
      </a:accent1>
      <a:accent2>
        <a:srgbClr val="30AEB6"/>
      </a:accent2>
      <a:accent3>
        <a:srgbClr val="DE4326"/>
      </a:accent3>
      <a:accent4>
        <a:srgbClr val="84C98F"/>
      </a:accent4>
      <a:accent5>
        <a:srgbClr val="F1AC1E"/>
      </a:accent5>
      <a:accent6>
        <a:srgbClr val="1D1A46"/>
      </a:accent6>
      <a:hlink>
        <a:srgbClr val="323E48"/>
      </a:hlink>
      <a:folHlink>
        <a:srgbClr val="30AEB6"/>
      </a:folHlink>
    </a:clrScheme>
    <a:fontScheme name="IP Australia Fonts">
      <a:majorFont>
        <a:latin typeface="Tahoma"/>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E6E6"/>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id="{A9A70A04-9D9F-44C9-B1F5-16BE8D51516F}" vid="{BC7B0EB0-A8C9-48E7-94DD-7B604E519E9F}"/>
    </a:ext>
  </a:extLst>
</a:theme>
</file>

<file path=ppt/theme/theme4.xml><?xml version="1.0" encoding="utf-8"?>
<a:theme xmlns:a="http://schemas.openxmlformats.org/drawingml/2006/main" name="IPAustraliaOfficeTheme">
  <a:themeElements>
    <a:clrScheme name="IP Australia Theme">
      <a:dk1>
        <a:sysClr val="windowText" lastClr="000000"/>
      </a:dk1>
      <a:lt1>
        <a:sysClr val="window" lastClr="FFFFFF"/>
      </a:lt1>
      <a:dk2>
        <a:srgbClr val="000000"/>
      </a:dk2>
      <a:lt2>
        <a:srgbClr val="FFFFFF"/>
      </a:lt2>
      <a:accent1>
        <a:srgbClr val="30AEB6"/>
      </a:accent1>
      <a:accent2>
        <a:srgbClr val="F1AC1E"/>
      </a:accent2>
      <a:accent3>
        <a:srgbClr val="704579"/>
      </a:accent3>
      <a:accent4>
        <a:srgbClr val="DE4326"/>
      </a:accent4>
      <a:accent5>
        <a:srgbClr val="84C98F"/>
      </a:accent5>
      <a:accent6>
        <a:srgbClr val="1D252C"/>
      </a:accent6>
      <a:hlink>
        <a:srgbClr val="E5E8EC"/>
      </a:hlink>
      <a:folHlink>
        <a:srgbClr val="B6BEC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PAustraliaOfficeTheme" id="{546BDC65-F8B3-404D-9220-8CF378BD87AA}" vid="{507C3C79-BFA4-43B1-A87F-64939597475C}"/>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04 Presentation slides">
  <a:themeElements>
    <a:clrScheme name="IP Australia Colours">
      <a:dk1>
        <a:sysClr val="windowText" lastClr="000000"/>
      </a:dk1>
      <a:lt1>
        <a:sysClr val="window" lastClr="FFFFFF"/>
      </a:lt1>
      <a:dk2>
        <a:srgbClr val="000000"/>
      </a:dk2>
      <a:lt2>
        <a:srgbClr val="FFFFFF"/>
      </a:lt2>
      <a:accent1>
        <a:srgbClr val="323E48"/>
      </a:accent1>
      <a:accent2>
        <a:srgbClr val="30AEB6"/>
      </a:accent2>
      <a:accent3>
        <a:srgbClr val="DE4326"/>
      </a:accent3>
      <a:accent4>
        <a:srgbClr val="84C98F"/>
      </a:accent4>
      <a:accent5>
        <a:srgbClr val="F1AC1E"/>
      </a:accent5>
      <a:accent6>
        <a:srgbClr val="1D1A46"/>
      </a:accent6>
      <a:hlink>
        <a:srgbClr val="323E48"/>
      </a:hlink>
      <a:folHlink>
        <a:srgbClr val="30AEB6"/>
      </a:folHlink>
    </a:clrScheme>
    <a:fontScheme name="IP Australia Fonts">
      <a:majorFont>
        <a:latin typeface="Tahoma"/>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E6E6"/>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PA PowerPoint Template - JUN 2024" id="{2732F389-9AFA-4E2D-9E9C-46A1E718344D}" vid="{2D6B8900-6225-49E6-892F-4BEDC6780997}"/>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Readytosendy_x002f_n xmlns="d0408138-5b4c-4df3-9e62-c268ce5ad134" xsi:nil="true"/>
    <SentRhys xmlns="d0408138-5b4c-4df3-9e62-c268ce5ad134" xsi:nil="true"/>
    <lcf76f155ced4ddcb4097134ff3c332f xmlns="d0408138-5b4c-4df3-9e62-c268ce5ad134">
      <Terms xmlns="http://schemas.microsoft.com/office/infopath/2007/PartnerControls"/>
    </lcf76f155ced4ddcb4097134ff3c332f>
    <ha68a150a779463ba86bdcf8b4cd5d37 xmlns="d0408138-5b4c-4df3-9e62-c268ce5ad134">
      <Terms xmlns="http://schemas.microsoft.com/office/infopath/2007/PartnerControls">
        <TermInfo xmlns="http://schemas.microsoft.com/office/infopath/2007/PartnerControls">
          <TermName xmlns="http://schemas.microsoft.com/office/infopath/2007/PartnerControls">62625</TermName>
          <TermId xmlns="http://schemas.microsoft.com/office/infopath/2007/PartnerControls">f8c64807-6b86-4213-8e81-7e150d16f081</TermId>
        </TermInfo>
      </Terms>
    </ha68a150a779463ba86bdcf8b4cd5d37>
    <TaxCatchAll xmlns="15ecf9ca-56e7-496a-a0ba-56f3f0e97a38">
      <Value>2</Value>
      <Value>1</Value>
    </TaxCatchAll>
    <kcd22347e3bb4e789dff585e1d2dc435 xmlns="d0408138-5b4c-4df3-9e62-c268ce5ad134">
      <Terms xmlns="http://schemas.microsoft.com/office/infopath/2007/PartnerControls"/>
    </kcd22347e3bb4e789dff585e1d2dc435>
    <kef50b0e48db46eabf3b17ba9e38a774 xmlns="d0408138-5b4c-4df3-9e62-c268ce5ad134">
      <Terms xmlns="http://schemas.microsoft.com/office/infopath/2007/PartnerControls">
        <TermInfo xmlns="http://schemas.microsoft.com/office/infopath/2007/PartnerControls">
          <TermName xmlns="http://schemas.microsoft.com/office/infopath/2007/PartnerControls">Official</TermName>
          <TermId xmlns="http://schemas.microsoft.com/office/infopath/2007/PartnerControls">4853f9bf-723b-4d78-be55-781858c49d5a</TermId>
        </TermInfo>
      </Terms>
    </kef50b0e48db46eabf3b17ba9e38a774>
    <_dlc_DocId xmlns="15ecf9ca-56e7-496a-a0ba-56f3f0e97a38">A6SYCQ5DCTPK-1944563297-11965</_dlc_DocId>
    <_dlc_DocIdUrl xmlns="15ecf9ca-56e7-496a-a0ba-56f3f0e97a38">
      <Url>https://ipagov.sharepoint.com/sites/IPAVentures/_layouts/15/DocIdRedir.aspx?ID=A6SYCQ5DCTPK-1944563297-11965</Url>
      <Description>A6SYCQ5DCTPK-1944563297-11965</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7552FF6B21D054C897DA953F09932C9" ma:contentTypeVersion="28" ma:contentTypeDescription="Create a new document." ma:contentTypeScope="" ma:versionID="b1496cd7e181afe6180823cec8423570">
  <xsd:schema xmlns:xsd="http://www.w3.org/2001/XMLSchema" xmlns:xs="http://www.w3.org/2001/XMLSchema" xmlns:p="http://schemas.microsoft.com/office/2006/metadata/properties" xmlns:ns2="15ecf9ca-56e7-496a-a0ba-56f3f0e97a38" xmlns:ns3="d0408138-5b4c-4df3-9e62-c268ce5ad134" targetNamespace="http://schemas.microsoft.com/office/2006/metadata/properties" ma:root="true" ma:fieldsID="0b6813fe88bed201db869b511b8ad86d" ns2:_="" ns3:_="">
    <xsd:import namespace="15ecf9ca-56e7-496a-a0ba-56f3f0e97a38"/>
    <xsd:import namespace="d0408138-5b4c-4df3-9e62-c268ce5ad134"/>
    <xsd:element name="properties">
      <xsd:complexType>
        <xsd:sequence>
          <xsd:element name="documentManagement">
            <xsd:complexType>
              <xsd:all>
                <xsd:element ref="ns2:_dlc_DocId" minOccurs="0"/>
                <xsd:element ref="ns2:_dlc_DocIdUrl" minOccurs="0"/>
                <xsd:element ref="ns2:_dlc_DocIdPersistId" minOccurs="0"/>
                <xsd:element ref="ns3:kef50b0e48db46eabf3b17ba9e38a774" minOccurs="0"/>
                <xsd:element ref="ns2:TaxCatchAll" minOccurs="0"/>
                <xsd:element ref="ns3:ha68a150a779463ba86bdcf8b4cd5d37" minOccurs="0"/>
                <xsd:element ref="ns3:kcd22347e3bb4e789dff585e1d2dc435" minOccurs="0"/>
                <xsd:element ref="ns3:MediaServiceMetadata" minOccurs="0"/>
                <xsd:element ref="ns3:MediaServiceFastMetadata" minOccurs="0"/>
                <xsd:element ref="ns3:MediaServiceAutoKeyPoints" minOccurs="0"/>
                <xsd:element ref="ns3:MediaServiceKeyPoints" minOccurs="0"/>
                <xsd:element ref="ns2:SharedWithUsers" minOccurs="0"/>
                <xsd:element ref="ns2:SharedWithDetails" minOccurs="0"/>
                <xsd:element ref="ns3:MediaServiceAutoTags" minOccurs="0"/>
                <xsd:element ref="ns3:MediaServiceOCR" minOccurs="0"/>
                <xsd:element ref="ns3:MediaServiceGenerationTime" minOccurs="0"/>
                <xsd:element ref="ns3:MediaServiceEventHashCode" minOccurs="0"/>
                <xsd:element ref="ns3:lcf76f155ced4ddcb4097134ff3c332f" minOccurs="0"/>
                <xsd:element ref="ns3:MediaServiceDateTaken" minOccurs="0"/>
                <xsd:element ref="ns3:MediaServiceLocation" minOccurs="0"/>
                <xsd:element ref="ns3:MediaLengthInSeconds" minOccurs="0"/>
                <xsd:element ref="ns3:MediaServiceObjectDetectorVersions" minOccurs="0"/>
                <xsd:element ref="ns3:MediaServiceSearchProperties" minOccurs="0"/>
                <xsd:element ref="ns3:MediaServiceBillingMetadata" minOccurs="0"/>
                <xsd:element ref="ns3:Readytosendy_x002f_n" minOccurs="0"/>
                <xsd:element ref="ns3:SentRhy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ecf9ca-56e7-496a-a0ba-56f3f0e97a38"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3" nillable="true" ma:displayName="Taxonomy Catch All Column" ma:hidden="true" ma:list="{99112c3d-721e-45cd-9cef-3dea7c799477}" ma:internalName="TaxCatchAll" ma:showField="CatchAllData" ma:web="15ecf9ca-56e7-496a-a0ba-56f3f0e97a38">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408138-5b4c-4df3-9e62-c268ce5ad134" elementFormDefault="qualified">
    <xsd:import namespace="http://schemas.microsoft.com/office/2006/documentManagement/types"/>
    <xsd:import namespace="http://schemas.microsoft.com/office/infopath/2007/PartnerControls"/>
    <xsd:element name="kef50b0e48db46eabf3b17ba9e38a774" ma:index="12" ma:taxonomy="true" ma:internalName="kef50b0e48db46eabf3b17ba9e38a774" ma:taxonomyFieldName="Protective_x0020_Marking" ma:displayName="Protective Marking" ma:default="1;#Official|4853f9bf-723b-4d78-be55-781858c49d5a" ma:fieldId="{4ef50b0e-48db-46ea-bf3b-17ba9e38a774}" ma:sspId="1400d69b-c4ee-4dab-8955-6fb8aa649365" ma:termSetId="097b9bd7-9625-44c0-bf7b-b786f477a603" ma:anchorId="00000000-0000-0000-0000-000000000000" ma:open="false" ma:isKeyword="false">
      <xsd:complexType>
        <xsd:sequence>
          <xsd:element ref="pc:Terms" minOccurs="0" maxOccurs="1"/>
        </xsd:sequence>
      </xsd:complexType>
    </xsd:element>
    <xsd:element name="ha68a150a779463ba86bdcf8b4cd5d37" ma:index="15" ma:taxonomy="true" ma:internalName="ha68a150a779463ba86bdcf8b4cd5d37" ma:taxonomyFieldName="Disposal_x0020_Class" ma:displayName="Disposal Class" ma:default="2;#62625|f8c64807-6b86-4213-8e81-7e150d16f081" ma:fieldId="{1a68a150-a779-463b-a86b-dcf8b4cd5d37}" ma:sspId="1400d69b-c4ee-4dab-8955-6fb8aa649365" ma:termSetId="fa51789b-4566-4725-8c81-830dbb1c3336" ma:anchorId="00000000-0000-0000-0000-000000000000" ma:open="false" ma:isKeyword="false">
      <xsd:complexType>
        <xsd:sequence>
          <xsd:element ref="pc:Terms" minOccurs="0" maxOccurs="1"/>
        </xsd:sequence>
      </xsd:complexType>
    </xsd:element>
    <xsd:element name="kcd22347e3bb4e789dff585e1d2dc435" ma:index="17" nillable="true" ma:taxonomy="true" ma:internalName="kcd22347e3bb4e789dff585e1d2dc435" ma:taxonomyFieldName="DLM" ma:displayName="DLM" ma:default="" ma:fieldId="{4cd22347-e3bb-4e78-9dff-585e1d2dc435}" ma:sspId="1400d69b-c4ee-4dab-8955-6fb8aa649365" ma:termSetId="e9c921e6-90aa-41dc-8d49-0d388ba89ad8" ma:anchorId="00000000-0000-0000-0000-000000000000" ma:open="false" ma:isKeyword="false">
      <xsd:complexType>
        <xsd:sequence>
          <xsd:element ref="pc:Terms" minOccurs="0" maxOccurs="1"/>
        </xsd:sequence>
      </xsd:complexType>
    </xsd:element>
    <xsd:element name="MediaServiceMetadata" ma:index="18" nillable="true" ma:displayName="MediaServiceMetadata" ma:hidden="true" ma:internalName="MediaServiceMetadata" ma:readOnly="true">
      <xsd:simpleType>
        <xsd:restriction base="dms:Note"/>
      </xsd:simpleType>
    </xsd:element>
    <xsd:element name="MediaServiceFastMetadata" ma:index="19" nillable="true" ma:displayName="MediaServiceFastMetadata" ma:hidden="true" ma:internalName="MediaServiceFastMetadata" ma:readOnly="true">
      <xsd:simpleType>
        <xsd:restriction base="dms:Note"/>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ServiceAutoTags" ma:index="24" nillable="true" ma:displayName="Tags" ma:internalName="MediaServiceAutoTags" ma:readOnly="true">
      <xsd:simpleType>
        <xsd:restriction base="dms:Text"/>
      </xsd:simpleType>
    </xsd:element>
    <xsd:element name="MediaServiceOCR" ma:index="25" nillable="true" ma:displayName="Extracted Text" ma:internalName="MediaServiceOCR" ma:readOnly="true">
      <xsd:simpleType>
        <xsd:restriction base="dms:Note">
          <xsd:maxLength value="255"/>
        </xsd:restriction>
      </xsd:simpleType>
    </xsd:element>
    <xsd:element name="MediaServiceGenerationTime" ma:index="26" nillable="true" ma:displayName="MediaServiceGenerationTime" ma:hidden="true" ma:internalName="MediaServiceGenerationTime" ma:readOnly="true">
      <xsd:simpleType>
        <xsd:restriction base="dms:Text"/>
      </xsd:simpleType>
    </xsd:element>
    <xsd:element name="MediaServiceEventHashCode" ma:index="27" nillable="true" ma:displayName="MediaServiceEventHashCode" ma:hidden="true" ma:internalName="MediaServiceEventHashCode" ma:readOnly="true">
      <xsd:simpleType>
        <xsd:restriction base="dms:Text"/>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1400d69b-c4ee-4dab-8955-6fb8aa649365" ma:termSetId="09814cd3-568e-fe90-9814-8d621ff8fb84" ma:anchorId="fba54fb3-c3e1-fe81-a776-ca4b69148c4d" ma:open="true" ma:isKeyword="false">
      <xsd:complexType>
        <xsd:sequence>
          <xsd:element ref="pc:Terms" minOccurs="0" maxOccurs="1"/>
        </xsd:sequence>
      </xsd:complexType>
    </xsd:element>
    <xsd:element name="MediaServiceDateTaken" ma:index="30" nillable="true" ma:displayName="MediaServiceDateTaken" ma:hidden="true" ma:internalName="MediaServiceDateTaken" ma:readOnly="true">
      <xsd:simpleType>
        <xsd:restriction base="dms:Text"/>
      </xsd:simpleType>
    </xsd:element>
    <xsd:element name="MediaServiceLocation" ma:index="31" nillable="true" ma:displayName="Location" ma:internalName="MediaServiceLocation" ma:readOnly="true">
      <xsd:simpleType>
        <xsd:restriction base="dms:Text"/>
      </xsd:simpleType>
    </xsd:element>
    <xsd:element name="MediaLengthInSeconds" ma:index="32" nillable="true" ma:displayName="MediaLengthInSeconds" ma:hidden="true" ma:internalName="MediaLengthInSeconds" ma:readOnly="true">
      <xsd:simpleType>
        <xsd:restriction base="dms:Unknown"/>
      </xsd:simple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SearchProperties" ma:index="34" nillable="true" ma:displayName="MediaServiceSearchProperties" ma:hidden="true" ma:internalName="MediaServiceSearchProperties" ma:readOnly="true">
      <xsd:simpleType>
        <xsd:restriction base="dms:Note"/>
      </xsd:simpleType>
    </xsd:element>
    <xsd:element name="MediaServiceBillingMetadata" ma:index="35" nillable="true" ma:displayName="MediaServiceBillingMetadata" ma:hidden="true" ma:internalName="MediaServiceBillingMetadata" ma:readOnly="true">
      <xsd:simpleType>
        <xsd:restriction base="dms:Note"/>
      </xsd:simpleType>
    </xsd:element>
    <xsd:element name="Readytosendy_x002f_n" ma:index="36" nillable="true" ma:displayName="Ready to send y/n" ma:internalName="Readytosendy_x002f_n">
      <xsd:simpleType>
        <xsd:restriction base="dms:Text">
          <xsd:maxLength value="255"/>
        </xsd:restriction>
      </xsd:simpleType>
    </xsd:element>
    <xsd:element name="SentRhys" ma:index="37" nillable="true" ma:displayName="Sent Rhys" ma:format="Dropdown" ma:internalName="SentRhy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6EE06B-D172-42B4-B744-5E84B7770AD8}">
  <ds:schemaRefs>
    <ds:schemaRef ds:uri="http://schemas.openxmlformats.org/package/2006/metadata/core-properties"/>
    <ds:schemaRef ds:uri="http://purl.org/dc/elements/1.1/"/>
    <ds:schemaRef ds:uri="http://www.w3.org/XML/1998/namespace"/>
    <ds:schemaRef ds:uri="http://schemas.microsoft.com/office/2006/documentManagement/types"/>
    <ds:schemaRef ds:uri="http://purl.org/dc/dcmitype/"/>
    <ds:schemaRef ds:uri="http://schemas.microsoft.com/office/2006/metadata/properties"/>
    <ds:schemaRef ds:uri="http://schemas.microsoft.com/office/infopath/2007/PartnerControls"/>
    <ds:schemaRef ds:uri="d0408138-5b4c-4df3-9e62-c268ce5ad134"/>
    <ds:schemaRef ds:uri="15ecf9ca-56e7-496a-a0ba-56f3f0e97a38"/>
    <ds:schemaRef ds:uri="http://purl.org/dc/terms/"/>
  </ds:schemaRefs>
</ds:datastoreItem>
</file>

<file path=customXml/itemProps2.xml><?xml version="1.0" encoding="utf-8"?>
<ds:datastoreItem xmlns:ds="http://schemas.openxmlformats.org/officeDocument/2006/customXml" ds:itemID="{BD62AA86-8923-4302-9E49-1A5324FBE8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ecf9ca-56e7-496a-a0ba-56f3f0e97a38"/>
    <ds:schemaRef ds:uri="d0408138-5b4c-4df3-9e62-c268ce5ad1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18A5D01-0D32-463F-8B3E-99A2F42FD865}">
  <ds:schemaRefs>
    <ds:schemaRef ds:uri="http://schemas.microsoft.com/sharepoint/events"/>
  </ds:schemaRefs>
</ds:datastoreItem>
</file>

<file path=customXml/itemProps4.xml><?xml version="1.0" encoding="utf-8"?>
<ds:datastoreItem xmlns:ds="http://schemas.openxmlformats.org/officeDocument/2006/customXml" ds:itemID="{95C2ED6F-83C7-4CD4-969A-6D2A921DCA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2892</TotalTime>
  <Words>5051</Words>
  <Application>Microsoft Office PowerPoint</Application>
  <PresentationFormat>Widescreen</PresentationFormat>
  <Paragraphs>556</Paragraphs>
  <Slides>45</Slides>
  <Notes>29</Notes>
  <HiddenSlides>0</HiddenSlides>
  <MMClips>0</MMClips>
  <ScaleCrop>false</ScaleCrop>
  <HeadingPairs>
    <vt:vector size="6" baseType="variant">
      <vt:variant>
        <vt:lpstr>Fonts Used</vt:lpstr>
      </vt:variant>
      <vt:variant>
        <vt:i4>13</vt:i4>
      </vt:variant>
      <vt:variant>
        <vt:lpstr>Theme</vt:lpstr>
      </vt:variant>
      <vt:variant>
        <vt:i4>6</vt:i4>
      </vt:variant>
      <vt:variant>
        <vt:lpstr>Slide Titles</vt:lpstr>
      </vt:variant>
      <vt:variant>
        <vt:i4>45</vt:i4>
      </vt:variant>
    </vt:vector>
  </HeadingPairs>
  <TitlesOfParts>
    <vt:vector size="64" baseType="lpstr">
      <vt:lpstr>Aptos</vt:lpstr>
      <vt:lpstr>Aptos Display</vt:lpstr>
      <vt:lpstr>Aptos Narrow</vt:lpstr>
      <vt:lpstr>Arial</vt:lpstr>
      <vt:lpstr>Calibri</vt:lpstr>
      <vt:lpstr>Calibri Light</vt:lpstr>
      <vt:lpstr>Cambria</vt:lpstr>
      <vt:lpstr>Century Gothic</vt:lpstr>
      <vt:lpstr>Courier New</vt:lpstr>
      <vt:lpstr>Lucida Sans Typewriter</vt:lpstr>
      <vt:lpstr>Segoe UI</vt:lpstr>
      <vt:lpstr>Tahoma</vt:lpstr>
      <vt:lpstr>ui-sans-serif</vt:lpstr>
      <vt:lpstr>Office Theme</vt:lpstr>
      <vt:lpstr>01 Template Instructions</vt:lpstr>
      <vt:lpstr>1_04 Presentation slides</vt:lpstr>
      <vt:lpstr>IPAustraliaOfficeTheme</vt:lpstr>
      <vt:lpstr>1_Office Theme</vt:lpstr>
      <vt:lpstr>04 Presentation slides</vt:lpstr>
      <vt:lpstr>Building at the speed of curiosity</vt:lpstr>
      <vt:lpstr>Acknowledgement of country</vt:lpstr>
      <vt:lpstr>What I’ll be covering</vt:lpstr>
      <vt:lpstr>About IPAVentures</vt:lpstr>
      <vt:lpstr>Building at the speed of curiosity  ≠  Deploying an enterprise solution at the speed of curiosity</vt:lpstr>
      <vt:lpstr>PowerPoint Presentation</vt:lpstr>
      <vt:lpstr>Accessible, ingestible &amp; enabling self-service</vt:lpstr>
      <vt:lpstr>Mo content mo problems</vt:lpstr>
      <vt:lpstr>PowerPoint Presentation</vt:lpstr>
      <vt:lpstr>PowerPoint Presentation</vt:lpstr>
      <vt:lpstr>GenAI for content writing</vt:lpstr>
      <vt:lpstr>The problem: An impractical number of rules</vt:lpstr>
      <vt:lpstr>How we started drafting the rules for Octavius</vt:lpstr>
      <vt:lpstr>Improving the rules with human intervention</vt:lpstr>
      <vt:lpstr>Initial, small-scale testing was positive</vt:lpstr>
      <vt:lpstr>Fully automating and scaling the ‘rules as code’ process</vt:lpstr>
      <vt:lpstr>PowerPoint Presentation</vt:lpstr>
      <vt:lpstr>The process worked!</vt:lpstr>
      <vt:lpstr>It’s easy to build things faster than you can learn about them, putting you at the mercy of the LLM’s judgement.*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Crash course on semantics: representing meaning with numbers</vt:lpstr>
      <vt:lpstr>Creating webpage embeddings</vt:lpstr>
      <vt:lpstr>PowerPoint Presentation</vt:lpstr>
      <vt:lpstr>PowerPoint Presentation</vt:lpstr>
      <vt:lpstr>PowerPoint Presentation</vt:lpstr>
      <vt:lpstr>PowerPoint Presentation</vt:lpstr>
      <vt:lpstr>Scalable and domain agnostic</vt:lpstr>
      <vt:lpstr>Iterate and improve through a single config</vt:lpstr>
      <vt:lpstr>Real world performance</vt:lpstr>
      <vt:lpstr>PowerPoint Presentation</vt:lpstr>
      <vt:lpstr>Keep asking basic questions</vt:lpstr>
      <vt:lpstr>roadmap</vt:lpstr>
      <vt:lpstr>Fair warning on scaling solutions</vt:lpstr>
      <vt:lpstr>Individual’s disrupting systemic norms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Amann</dc:creator>
  <cp:lastModifiedBy>Thomas Amann</cp:lastModifiedBy>
  <cp:revision>18</cp:revision>
  <dcterms:created xsi:type="dcterms:W3CDTF">2026-06-10T01:44:56Z</dcterms:created>
  <dcterms:modified xsi:type="dcterms:W3CDTF">2026-07-23T19:08:32Z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17a1598-6906-4e90-a6e7-c88804991a4d_Enabled">
    <vt:lpwstr>true</vt:lpwstr>
  </property>
  <property fmtid="{D5CDD505-2E9C-101B-9397-08002B2CF9AE}" pid="3" name="MSIP_Label_917a1598-6906-4e90-a6e7-c88804991a4d_SetDate">
    <vt:lpwstr>2026-06-10T01:51:06Z</vt:lpwstr>
  </property>
  <property fmtid="{D5CDD505-2E9C-101B-9397-08002B2CF9AE}" pid="4" name="MSIP_Label_917a1598-6906-4e90-a6e7-c88804991a4d_Method">
    <vt:lpwstr>Privileged</vt:lpwstr>
  </property>
  <property fmtid="{D5CDD505-2E9C-101B-9397-08002B2CF9AE}" pid="5" name="MSIP_Label_917a1598-6906-4e90-a6e7-c88804991a4d_Name">
    <vt:lpwstr>OFFICIAL - No markings</vt:lpwstr>
  </property>
  <property fmtid="{D5CDD505-2E9C-101B-9397-08002B2CF9AE}" pid="6" name="MSIP_Label_917a1598-6906-4e90-a6e7-c88804991a4d_SiteId">
    <vt:lpwstr>1eae4a1d-fcf5-4be9-81d4-b60976404837</vt:lpwstr>
  </property>
  <property fmtid="{D5CDD505-2E9C-101B-9397-08002B2CF9AE}" pid="7" name="MSIP_Label_917a1598-6906-4e90-a6e7-c88804991a4d_ActionId">
    <vt:lpwstr>8dfb33cf-427e-4c0d-8703-6a3ec1271c7d</vt:lpwstr>
  </property>
  <property fmtid="{D5CDD505-2E9C-101B-9397-08002B2CF9AE}" pid="8" name="MSIP_Label_917a1598-6906-4e90-a6e7-c88804991a4d_ContentBits">
    <vt:lpwstr>0</vt:lpwstr>
  </property>
  <property fmtid="{D5CDD505-2E9C-101B-9397-08002B2CF9AE}" pid="9" name="MSIP_Label_917a1598-6906-4e90-a6e7-c88804991a4d_Tag">
    <vt:lpwstr>10, 0, 1, 1</vt:lpwstr>
  </property>
  <property fmtid="{D5CDD505-2E9C-101B-9397-08002B2CF9AE}" pid="10" name="ContentTypeId">
    <vt:lpwstr>0x01010087552FF6B21D054C897DA953F09932C9</vt:lpwstr>
  </property>
  <property fmtid="{D5CDD505-2E9C-101B-9397-08002B2CF9AE}" pid="11" name="Protective Marking">
    <vt:lpwstr>1;#Official|4853f9bf-723b-4d78-be55-781858c49d5a</vt:lpwstr>
  </property>
  <property fmtid="{D5CDD505-2E9C-101B-9397-08002B2CF9AE}" pid="12" name="DLM">
    <vt:lpwstr/>
  </property>
  <property fmtid="{D5CDD505-2E9C-101B-9397-08002B2CF9AE}" pid="13" name="_dlc_DocIdItemGuid">
    <vt:lpwstr>904c47fa-3335-4340-9712-67a97b26e2bc</vt:lpwstr>
  </property>
  <property fmtid="{D5CDD505-2E9C-101B-9397-08002B2CF9AE}" pid="14" name="MediaServiceImageTags">
    <vt:lpwstr/>
  </property>
  <property fmtid="{D5CDD505-2E9C-101B-9397-08002B2CF9AE}" pid="15" name="Disposal Class">
    <vt:lpwstr>2;#62625|f8c64807-6b86-4213-8e81-7e150d16f081</vt:lpwstr>
  </property>
  <property fmtid="{D5CDD505-2E9C-101B-9397-08002B2CF9AE}" pid="16" name="Disposal_x0020_Class">
    <vt:lpwstr>2;#62625|f8c64807-6b86-4213-8e81-7e150d16f081</vt:lpwstr>
  </property>
  <property fmtid="{D5CDD505-2E9C-101B-9397-08002B2CF9AE}" pid="17" name="Protective_x0020_Marking">
    <vt:lpwstr>1;#Official|4853f9bf-723b-4d78-be55-781858c49d5a</vt:lpwstr>
  </property>
</Properties>
</file>